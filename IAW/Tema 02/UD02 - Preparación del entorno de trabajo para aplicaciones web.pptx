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58000" cy="9144000"/>
  <p:embeddedFontLst>
    <p:embeddedFont>
      <p:font typeface="Libre Franklin"/>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B05F827-B55A-49E3-83DE-228989FFD578}">
  <a:tblStyle styleId="{EB05F827-B55A-49E3-83DE-228989FFD578}" styleName="Table_0">
    <a:wholeTbl>
      <a:tcTxStyle b="off" i="off">
        <a:font>
          <a:latin typeface="Franklin Gothic Book"/>
          <a:ea typeface="Franklin Gothic Book"/>
          <a:cs typeface="Franklin Gothic Book"/>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DEDED"/>
          </a:solidFill>
        </a:fill>
      </a:tcStyle>
    </a:wholeTbl>
    <a:band1H>
      <a:tcTxStyle/>
      <a:tcStyle>
        <a:fill>
          <a:solidFill>
            <a:srgbClr val="DADAD8"/>
          </a:solidFill>
        </a:fill>
      </a:tcStyle>
    </a:band1H>
    <a:band2H>
      <a:tcTxStyle/>
    </a:band2H>
    <a:band1V>
      <a:tcTxStyle/>
      <a:tcStyle>
        <a:fill>
          <a:solidFill>
            <a:srgbClr val="DADAD8"/>
          </a:solidFill>
        </a:fill>
      </a:tcStyle>
    </a:band1V>
    <a:band2V>
      <a:tcTxStyle/>
    </a:band2V>
    <a:lastCol>
      <a:tcTxStyle b="on" i="off">
        <a:font>
          <a:latin typeface="Franklin Gothic Book"/>
          <a:ea typeface="Franklin Gothic Book"/>
          <a:cs typeface="Franklin Gothic Book"/>
        </a:font>
        <a:schemeClr val="lt1"/>
      </a:tcTxStyle>
      <a:tcStyle>
        <a:fill>
          <a:solidFill>
            <a:schemeClr val="accent1"/>
          </a:solidFill>
        </a:fill>
      </a:tcStyle>
    </a:lastCol>
    <a:firstCol>
      <a:tcTxStyle b="on" i="off">
        <a:font>
          <a:latin typeface="Franklin Gothic Book"/>
          <a:ea typeface="Franklin Gothic Book"/>
          <a:cs typeface="Franklin Gothic Book"/>
        </a:font>
        <a:schemeClr val="lt1"/>
      </a:tcTxStyle>
      <a:tcStyle>
        <a:fill>
          <a:solidFill>
            <a:schemeClr val="accent1"/>
          </a:solidFill>
        </a:fill>
      </a:tcStyle>
    </a:firstCol>
    <a:lastRow>
      <a:tcTxStyle b="on" i="off">
        <a:font>
          <a:latin typeface="Franklin Gothic Book"/>
          <a:ea typeface="Franklin Gothic Book"/>
          <a:cs typeface="Franklin Gothic Book"/>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Franklin Gothic Book"/>
          <a:ea typeface="Franklin Gothic Book"/>
          <a:cs typeface="Franklin Gothic Book"/>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LibreFranklin-bold.fntdata"/><Relationship Id="rId10" Type="http://schemas.openxmlformats.org/officeDocument/2006/relationships/slide" Target="slides/slide5.xml"/><Relationship Id="rId32" Type="http://schemas.openxmlformats.org/officeDocument/2006/relationships/font" Target="fonts/LibreFranklin-regular.fntdata"/><Relationship Id="rId13" Type="http://schemas.openxmlformats.org/officeDocument/2006/relationships/slide" Target="slides/slide8.xml"/><Relationship Id="rId35" Type="http://schemas.openxmlformats.org/officeDocument/2006/relationships/font" Target="fonts/LibreFranklin-boldItalic.fntdata"/><Relationship Id="rId12" Type="http://schemas.openxmlformats.org/officeDocument/2006/relationships/slide" Target="slides/slide7.xml"/><Relationship Id="rId34" Type="http://schemas.openxmlformats.org/officeDocument/2006/relationships/font" Target="fonts/LibreFranklin-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827ec918c1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g3827ec918c1_0_1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827ec918c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g3827ec918c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827ec918c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g3827ec918c1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827ec918c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g3827ec918c1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827ec918c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g3827ec918c1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827ec918c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g3827ec918c1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showMasterSp="0" type="title">
  <p:cSld name="TITLE">
    <p:bg>
      <p:bgPr>
        <a:solidFill>
          <a:schemeClr val="lt2"/>
        </a:solidFill>
      </p:bgPr>
    </p:bg>
    <p:spTree>
      <p:nvGrpSpPr>
        <p:cNvPr id="12" name="Shape 12"/>
        <p:cNvGrpSpPr/>
        <p:nvPr/>
      </p:nvGrpSpPr>
      <p:grpSpPr>
        <a:xfrm>
          <a:off x="0" y="0"/>
          <a:ext cx="0" cy="0"/>
          <a:chOff x="0" y="0"/>
          <a:chExt cx="0" cy="0"/>
        </a:xfrm>
      </p:grpSpPr>
      <p:sp>
        <p:nvSpPr>
          <p:cNvPr id="13" name="Google Shape;13;p2"/>
          <p:cNvSpPr txBox="1"/>
          <p:nvPr>
            <p:ph type="ctrTitle"/>
          </p:nvPr>
        </p:nvSpPr>
        <p:spPr>
          <a:xfrm>
            <a:off x="1915128" y="1788454"/>
            <a:ext cx="8361229" cy="2098226"/>
          </a:xfrm>
          <a:prstGeom prst="rect">
            <a:avLst/>
          </a:prstGeom>
          <a:noFill/>
          <a:ln>
            <a:noFill/>
          </a:ln>
        </p:spPr>
        <p:txBody>
          <a:bodyPr anchorCtr="0" anchor="b" bIns="45700" lIns="91425" spcFirstLastPara="1" rIns="91425" wrap="square" tIns="45700">
            <a:noAutofit/>
          </a:bodyPr>
          <a:lstStyle>
            <a:lvl1pPr lvl="0" algn="ctr">
              <a:lnSpc>
                <a:spcPct val="89000"/>
              </a:lnSpc>
              <a:spcBef>
                <a:spcPts val="0"/>
              </a:spcBef>
              <a:spcAft>
                <a:spcPts val="0"/>
              </a:spcAft>
              <a:buClr>
                <a:schemeClr val="dk2"/>
              </a:buClr>
              <a:buSzPts val="7200"/>
              <a:buFont typeface="Libre Franklin"/>
              <a:buNone/>
              <a:defRPr sz="7200" cap="none">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subTitle"/>
          </p:nvPr>
        </p:nvSpPr>
        <p:spPr>
          <a:xfrm>
            <a:off x="2679906" y="3956279"/>
            <a:ext cx="6831673" cy="1086237"/>
          </a:xfrm>
          <a:prstGeom prst="rect">
            <a:avLst/>
          </a:prstGeom>
          <a:noFill/>
          <a:ln>
            <a:noFill/>
          </a:ln>
        </p:spPr>
        <p:txBody>
          <a:bodyPr anchorCtr="0" anchor="t" bIns="45700" lIns="91425" spcFirstLastPara="1" rIns="91425" wrap="square" tIns="45700">
            <a:normAutofit/>
          </a:bodyPr>
          <a:lstStyle>
            <a:lvl1pPr lvl="0" algn="ctr">
              <a:lnSpc>
                <a:spcPct val="112000"/>
              </a:lnSpc>
              <a:spcBef>
                <a:spcPts val="0"/>
              </a:spcBef>
              <a:spcAft>
                <a:spcPts val="0"/>
              </a:spcAft>
              <a:buClr>
                <a:schemeClr val="dk2"/>
              </a:buClr>
              <a:buSzPts val="2300"/>
              <a:buNone/>
              <a:defRPr sz="2300"/>
            </a:lvl1pPr>
            <a:lvl2pPr lvl="1" algn="ctr">
              <a:lnSpc>
                <a:spcPct val="94000"/>
              </a:lnSpc>
              <a:spcBef>
                <a:spcPts val="500"/>
              </a:spcBef>
              <a:spcAft>
                <a:spcPts val="0"/>
              </a:spcAft>
              <a:buClr>
                <a:schemeClr val="dk2"/>
              </a:buClr>
              <a:buSzPts val="2000"/>
              <a:buNone/>
              <a:defRPr sz="2000"/>
            </a:lvl2pPr>
            <a:lvl3pPr lvl="2" algn="ctr">
              <a:lnSpc>
                <a:spcPct val="94000"/>
              </a:lnSpc>
              <a:spcBef>
                <a:spcPts val="500"/>
              </a:spcBef>
              <a:spcAft>
                <a:spcPts val="0"/>
              </a:spcAft>
              <a:buClr>
                <a:schemeClr val="dk2"/>
              </a:buClr>
              <a:buSzPts val="1800"/>
              <a:buNone/>
              <a:defRPr sz="1800"/>
            </a:lvl3pPr>
            <a:lvl4pPr lvl="3" algn="ctr">
              <a:lnSpc>
                <a:spcPct val="94000"/>
              </a:lnSpc>
              <a:spcBef>
                <a:spcPts val="500"/>
              </a:spcBef>
              <a:spcAft>
                <a:spcPts val="0"/>
              </a:spcAft>
              <a:buClr>
                <a:schemeClr val="dk2"/>
              </a:buClr>
              <a:buSzPts val="1600"/>
              <a:buNone/>
              <a:defRPr sz="1600"/>
            </a:lvl4pPr>
            <a:lvl5pPr lvl="4" algn="ctr">
              <a:lnSpc>
                <a:spcPct val="94000"/>
              </a:lnSpc>
              <a:spcBef>
                <a:spcPts val="500"/>
              </a:spcBef>
              <a:spcAft>
                <a:spcPts val="0"/>
              </a:spcAft>
              <a:buClr>
                <a:schemeClr val="dk2"/>
              </a:buClr>
              <a:buSzPts val="1600"/>
              <a:buNone/>
              <a:defRPr sz="1600"/>
            </a:lvl5pPr>
            <a:lvl6pPr lvl="5" algn="ctr">
              <a:lnSpc>
                <a:spcPct val="94000"/>
              </a:lnSpc>
              <a:spcBef>
                <a:spcPts val="500"/>
              </a:spcBef>
              <a:spcAft>
                <a:spcPts val="0"/>
              </a:spcAft>
              <a:buClr>
                <a:schemeClr val="dk2"/>
              </a:buClr>
              <a:buSzPts val="1600"/>
              <a:buNone/>
              <a:defRPr sz="1600"/>
            </a:lvl6pPr>
            <a:lvl7pPr lvl="6" algn="ctr">
              <a:lnSpc>
                <a:spcPct val="94000"/>
              </a:lnSpc>
              <a:spcBef>
                <a:spcPts val="500"/>
              </a:spcBef>
              <a:spcAft>
                <a:spcPts val="0"/>
              </a:spcAft>
              <a:buClr>
                <a:schemeClr val="dk2"/>
              </a:buClr>
              <a:buSzPts val="1600"/>
              <a:buNone/>
              <a:defRPr sz="1600"/>
            </a:lvl7pPr>
            <a:lvl8pPr lvl="7" algn="ctr">
              <a:lnSpc>
                <a:spcPct val="94000"/>
              </a:lnSpc>
              <a:spcBef>
                <a:spcPts val="500"/>
              </a:spcBef>
              <a:spcAft>
                <a:spcPts val="0"/>
              </a:spcAft>
              <a:buClr>
                <a:schemeClr val="dk2"/>
              </a:buClr>
              <a:buSzPts val="1600"/>
              <a:buNone/>
              <a:defRPr sz="1600"/>
            </a:lvl8pPr>
            <a:lvl9pPr lvl="8" algn="ctr">
              <a:lnSpc>
                <a:spcPct val="94000"/>
              </a:lnSpc>
              <a:spcBef>
                <a:spcPts val="500"/>
              </a:spcBef>
              <a:spcAft>
                <a:spcPts val="200"/>
              </a:spcAft>
              <a:buClr>
                <a:schemeClr val="dk2"/>
              </a:buClr>
              <a:buSzPts val="1600"/>
              <a:buNone/>
              <a:defRPr sz="1600"/>
            </a:lvl9pPr>
          </a:lstStyle>
          <a:p/>
        </p:txBody>
      </p:sp>
      <p:sp>
        <p:nvSpPr>
          <p:cNvPr id="15" name="Google Shape;15;p2"/>
          <p:cNvSpPr txBox="1"/>
          <p:nvPr>
            <p:ph idx="10" type="dt"/>
          </p:nvPr>
        </p:nvSpPr>
        <p:spPr>
          <a:xfrm>
            <a:off x="752858" y="6453386"/>
            <a:ext cx="1607944"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1" type="ftr"/>
          </p:nvPr>
        </p:nvSpPr>
        <p:spPr>
          <a:xfrm>
            <a:off x="2584054" y="6453386"/>
            <a:ext cx="7023377" cy="40461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2" type="sldNum"/>
          </p:nvPr>
        </p:nvSpPr>
        <p:spPr>
          <a:xfrm>
            <a:off x="9830683"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dk2"/>
                </a:solidFill>
                <a:latin typeface="Libre Franklin"/>
                <a:ea typeface="Libre Franklin"/>
                <a:cs typeface="Libre Franklin"/>
                <a:sym typeface="Libre Franklin"/>
              </a:defRPr>
            </a:lvl1pPr>
            <a:lvl2pPr indent="0" lvl="1" marL="0" algn="r">
              <a:spcBef>
                <a:spcPts val="0"/>
              </a:spcBef>
              <a:buNone/>
              <a:defRPr b="0" i="0" sz="1200" u="none" cap="none" strike="noStrike">
                <a:solidFill>
                  <a:schemeClr val="dk2"/>
                </a:solidFill>
                <a:latin typeface="Libre Franklin"/>
                <a:ea typeface="Libre Franklin"/>
                <a:cs typeface="Libre Franklin"/>
                <a:sym typeface="Libre Franklin"/>
              </a:defRPr>
            </a:lvl2pPr>
            <a:lvl3pPr indent="0" lvl="2" marL="0" algn="r">
              <a:spcBef>
                <a:spcPts val="0"/>
              </a:spcBef>
              <a:buNone/>
              <a:defRPr b="0" i="0" sz="1200" u="none" cap="none" strike="noStrike">
                <a:solidFill>
                  <a:schemeClr val="dk2"/>
                </a:solidFill>
                <a:latin typeface="Libre Franklin"/>
                <a:ea typeface="Libre Franklin"/>
                <a:cs typeface="Libre Franklin"/>
                <a:sym typeface="Libre Franklin"/>
              </a:defRPr>
            </a:lvl3pPr>
            <a:lvl4pPr indent="0" lvl="3" marL="0" algn="r">
              <a:spcBef>
                <a:spcPts val="0"/>
              </a:spcBef>
              <a:buNone/>
              <a:defRPr b="0" i="0" sz="1200" u="none" cap="none" strike="noStrike">
                <a:solidFill>
                  <a:schemeClr val="dk2"/>
                </a:solidFill>
                <a:latin typeface="Libre Franklin"/>
                <a:ea typeface="Libre Franklin"/>
                <a:cs typeface="Libre Franklin"/>
                <a:sym typeface="Libre Franklin"/>
              </a:defRPr>
            </a:lvl4pPr>
            <a:lvl5pPr indent="0" lvl="4" marL="0" algn="r">
              <a:spcBef>
                <a:spcPts val="0"/>
              </a:spcBef>
              <a:buNone/>
              <a:defRPr b="0" i="0" sz="1200" u="none" cap="none" strike="noStrike">
                <a:solidFill>
                  <a:schemeClr val="dk2"/>
                </a:solidFill>
                <a:latin typeface="Libre Franklin"/>
                <a:ea typeface="Libre Franklin"/>
                <a:cs typeface="Libre Franklin"/>
                <a:sym typeface="Libre Franklin"/>
              </a:defRPr>
            </a:lvl5pPr>
            <a:lvl6pPr indent="0" lvl="5" marL="0" algn="r">
              <a:spcBef>
                <a:spcPts val="0"/>
              </a:spcBef>
              <a:buNone/>
              <a:defRPr b="0" i="0" sz="1200" u="none" cap="none" strike="noStrike">
                <a:solidFill>
                  <a:schemeClr val="dk2"/>
                </a:solidFill>
                <a:latin typeface="Libre Franklin"/>
                <a:ea typeface="Libre Franklin"/>
                <a:cs typeface="Libre Franklin"/>
                <a:sym typeface="Libre Franklin"/>
              </a:defRPr>
            </a:lvl6pPr>
            <a:lvl7pPr indent="0" lvl="6" marL="0" algn="r">
              <a:spcBef>
                <a:spcPts val="0"/>
              </a:spcBef>
              <a:buNone/>
              <a:defRPr b="0" i="0" sz="1200" u="none" cap="none" strike="noStrike">
                <a:solidFill>
                  <a:schemeClr val="dk2"/>
                </a:solidFill>
                <a:latin typeface="Libre Franklin"/>
                <a:ea typeface="Libre Franklin"/>
                <a:cs typeface="Libre Franklin"/>
                <a:sym typeface="Libre Franklin"/>
              </a:defRPr>
            </a:lvl7pPr>
            <a:lvl8pPr indent="0" lvl="7" marL="0" algn="r">
              <a:spcBef>
                <a:spcPts val="0"/>
              </a:spcBef>
              <a:buNone/>
              <a:defRPr b="0" i="0" sz="1200" u="none" cap="none" strike="noStrike">
                <a:solidFill>
                  <a:schemeClr val="dk2"/>
                </a:solidFill>
                <a:latin typeface="Libre Franklin"/>
                <a:ea typeface="Libre Franklin"/>
                <a:cs typeface="Libre Franklin"/>
                <a:sym typeface="Libre Franklin"/>
              </a:defRPr>
            </a:lvl8pPr>
            <a:lvl9pPr indent="0" lvl="8" marL="0" algn="r">
              <a:spcBef>
                <a:spcPts val="0"/>
              </a:spcBef>
              <a:buNone/>
              <a:defRPr b="0" i="0" sz="1200" u="none" cap="none" strike="noStrike">
                <a:solidFill>
                  <a:schemeClr val="dk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s-ES"/>
              <a:t>‹#›</a:t>
            </a:fld>
            <a:endParaRPr/>
          </a:p>
        </p:txBody>
      </p:sp>
      <p:grpSp>
        <p:nvGrpSpPr>
          <p:cNvPr id="18" name="Google Shape;18;p2"/>
          <p:cNvGrpSpPr/>
          <p:nvPr/>
        </p:nvGrpSpPr>
        <p:grpSpPr>
          <a:xfrm>
            <a:off x="752858" y="744469"/>
            <a:ext cx="10674117" cy="5349671"/>
            <a:chOff x="752858" y="744469"/>
            <a:chExt cx="10674117" cy="5349671"/>
          </a:xfrm>
        </p:grpSpPr>
        <p:sp>
          <p:nvSpPr>
            <p:cNvPr id="19" name="Google Shape;19;p2"/>
            <p:cNvSpPr/>
            <p:nvPr/>
          </p:nvSpPr>
          <p:spPr>
            <a:xfrm>
              <a:off x="8151962" y="1685652"/>
              <a:ext cx="3275013" cy="4408488"/>
            </a:xfrm>
            <a:custGeom>
              <a:rect b="b" l="l" r="r" t="t"/>
              <a:pathLst>
                <a:path extrusionOk="0" h="10000" w="10000">
                  <a:moveTo>
                    <a:pt x="8761" y="0"/>
                  </a:moveTo>
                  <a:lnTo>
                    <a:pt x="10000" y="0"/>
                  </a:lnTo>
                  <a:lnTo>
                    <a:pt x="10000" y="10000"/>
                  </a:lnTo>
                  <a:lnTo>
                    <a:pt x="0" y="10000"/>
                  </a:lnTo>
                  <a:lnTo>
                    <a:pt x="0" y="9126"/>
                  </a:lnTo>
                  <a:lnTo>
                    <a:pt x="8761" y="9127"/>
                  </a:lnTo>
                  <a:lnTo>
                    <a:pt x="8761" y="0"/>
                  </a:lnTo>
                  <a:close/>
                </a:path>
              </a:pathLst>
            </a:custGeom>
            <a:solidFill>
              <a:schemeClr val="dk2"/>
            </a:solidFill>
            <a:ln>
              <a:noFill/>
            </a:ln>
          </p:spPr>
        </p:sp>
        <p:sp>
          <p:nvSpPr>
            <p:cNvPr id="20" name="Google Shape;20;p2"/>
            <p:cNvSpPr/>
            <p:nvPr/>
          </p:nvSpPr>
          <p:spPr>
            <a:xfrm rot="10800000">
              <a:off x="752858" y="744469"/>
              <a:ext cx="3275668" cy="4408488"/>
            </a:xfrm>
            <a:custGeom>
              <a:rect b="b" l="l" r="r" t="t"/>
              <a:pathLst>
                <a:path extrusionOk="0" h="10000" w="10002">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21" name="Shape 21"/>
        <p:cNvGrpSpPr/>
        <p:nvPr/>
      </p:nvGrpSpPr>
      <p:grpSpPr>
        <a:xfrm>
          <a:off x="0" y="0"/>
          <a:ext cx="0" cy="0"/>
          <a:chOff x="0" y="0"/>
          <a:chExt cx="0" cy="0"/>
        </a:xfrm>
      </p:grpSpPr>
      <p:sp>
        <p:nvSpPr>
          <p:cNvPr id="22" name="Google Shape;22;p3"/>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25" name="Shape 25"/>
        <p:cNvGrpSpPr/>
        <p:nvPr/>
      </p:nvGrpSpPr>
      <p:grpSpPr>
        <a:xfrm>
          <a:off x="0" y="0"/>
          <a:ext cx="0" cy="0"/>
          <a:chOff x="0" y="0"/>
          <a:chExt cx="0" cy="0"/>
        </a:xfrm>
      </p:grpSpPr>
      <p:sp>
        <p:nvSpPr>
          <p:cNvPr id="26" name="Google Shape;26;p4"/>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30" name="Shape 30"/>
        <p:cNvGrpSpPr/>
        <p:nvPr/>
      </p:nvGrpSpPr>
      <p:grpSpPr>
        <a:xfrm>
          <a:off x="0" y="0"/>
          <a:ext cx="0" cy="0"/>
          <a:chOff x="0" y="0"/>
          <a:chExt cx="0" cy="0"/>
        </a:xfrm>
      </p:grpSpPr>
      <p:sp>
        <p:nvSpPr>
          <p:cNvPr id="31" name="Google Shape;31;p5"/>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5"/>
          <p:cNvSpPr txBox="1"/>
          <p:nvPr>
            <p:ph idx="1" type="body"/>
          </p:nvPr>
        </p:nvSpPr>
        <p:spPr>
          <a:xfrm>
            <a:off x="1371600" y="2286000"/>
            <a:ext cx="9601200" cy="3581400"/>
          </a:xfrm>
          <a:prstGeom prst="rect">
            <a:avLst/>
          </a:prstGeom>
          <a:noFill/>
          <a:ln>
            <a:noFill/>
          </a:ln>
        </p:spPr>
        <p:txBody>
          <a:bodyPr anchorCtr="0" anchor="t" bIns="45700" lIns="91425" spcFirstLastPara="1" rIns="91425" wrap="square" tIns="45700">
            <a:normAutofit/>
          </a:bodyPr>
          <a:lstStyle>
            <a:lvl1pPr indent="-342900" lvl="0" marL="457200" algn="l">
              <a:lnSpc>
                <a:spcPct val="94000"/>
              </a:lnSpc>
              <a:spcBef>
                <a:spcPts val="1000"/>
              </a:spcBef>
              <a:spcAft>
                <a:spcPts val="0"/>
              </a:spcAft>
              <a:buClr>
                <a:schemeClr val="dk2"/>
              </a:buClr>
              <a:buSzPts val="1800"/>
              <a:buChar char="■"/>
              <a:defRPr/>
            </a:lvl1pPr>
            <a:lvl2pPr indent="-342900" lvl="1" marL="914400" algn="l">
              <a:lnSpc>
                <a:spcPct val="94000"/>
              </a:lnSpc>
              <a:spcBef>
                <a:spcPts val="500"/>
              </a:spcBef>
              <a:spcAft>
                <a:spcPts val="0"/>
              </a:spcAft>
              <a:buClr>
                <a:schemeClr val="dk2"/>
              </a:buClr>
              <a:buSzPts val="1800"/>
              <a:buChar char="–"/>
              <a:defRPr/>
            </a:lvl2pPr>
            <a:lvl3pPr indent="-342900" lvl="2" marL="1371600" algn="l">
              <a:lnSpc>
                <a:spcPct val="94000"/>
              </a:lnSpc>
              <a:spcBef>
                <a:spcPts val="500"/>
              </a:spcBef>
              <a:spcAft>
                <a:spcPts val="0"/>
              </a:spcAft>
              <a:buClr>
                <a:schemeClr val="dk2"/>
              </a:buClr>
              <a:buSzPts val="1800"/>
              <a:buChar char="■"/>
              <a:defRPr/>
            </a:lvl3pPr>
            <a:lvl4pPr indent="-342900" lvl="3" marL="1828800" algn="l">
              <a:lnSpc>
                <a:spcPct val="94000"/>
              </a:lnSpc>
              <a:spcBef>
                <a:spcPts val="500"/>
              </a:spcBef>
              <a:spcAft>
                <a:spcPts val="0"/>
              </a:spcAft>
              <a:buClr>
                <a:schemeClr val="dk2"/>
              </a:buClr>
              <a:buSzPts val="1800"/>
              <a:buChar char="–"/>
              <a:defRPr/>
            </a:lvl4pPr>
            <a:lvl5pPr indent="-342900" lvl="4" marL="2286000" algn="l">
              <a:lnSpc>
                <a:spcPct val="94000"/>
              </a:lnSpc>
              <a:spcBef>
                <a:spcPts val="500"/>
              </a:spcBef>
              <a:spcAft>
                <a:spcPts val="0"/>
              </a:spcAft>
              <a:buClr>
                <a:schemeClr val="dk2"/>
              </a:buClr>
              <a:buSzPts val="1800"/>
              <a:buChar char="■"/>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33" name="Google Shape;33;p5"/>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showMasterSp="0" type="secHead">
  <p:cSld name="SECTION_HEADER">
    <p:bg>
      <p:bgPr>
        <a:solidFill>
          <a:schemeClr val="dk2"/>
        </a:solidFill>
      </p:bgPr>
    </p:bg>
    <p:spTree>
      <p:nvGrpSpPr>
        <p:cNvPr id="36" name="Shape 36"/>
        <p:cNvGrpSpPr/>
        <p:nvPr/>
      </p:nvGrpSpPr>
      <p:grpSpPr>
        <a:xfrm>
          <a:off x="0" y="0"/>
          <a:ext cx="0" cy="0"/>
          <a:chOff x="0" y="0"/>
          <a:chExt cx="0" cy="0"/>
        </a:xfrm>
      </p:grpSpPr>
      <p:sp>
        <p:nvSpPr>
          <p:cNvPr id="37" name="Google Shape;37;p6"/>
          <p:cNvSpPr txBox="1"/>
          <p:nvPr>
            <p:ph type="title"/>
          </p:nvPr>
        </p:nvSpPr>
        <p:spPr>
          <a:xfrm>
            <a:off x="765025" y="1301360"/>
            <a:ext cx="9612971" cy="2852737"/>
          </a:xfrm>
          <a:prstGeom prst="rect">
            <a:avLst/>
          </a:prstGeom>
          <a:noFill/>
          <a:ln>
            <a:noFill/>
          </a:ln>
        </p:spPr>
        <p:txBody>
          <a:bodyPr anchorCtr="0" anchor="b" bIns="45700" lIns="91425" spcFirstLastPara="1" rIns="91425" wrap="square" tIns="45700">
            <a:normAutofit/>
          </a:bodyPr>
          <a:lstStyle>
            <a:lvl1pPr lvl="0" algn="r">
              <a:lnSpc>
                <a:spcPct val="89000"/>
              </a:lnSpc>
              <a:spcBef>
                <a:spcPts val="0"/>
              </a:spcBef>
              <a:spcAft>
                <a:spcPts val="0"/>
              </a:spcAft>
              <a:buClr>
                <a:schemeClr val="lt2"/>
              </a:buClr>
              <a:buSzPts val="7200"/>
              <a:buFont typeface="Libre Franklin"/>
              <a:buNone/>
              <a:defRPr sz="7200" cap="none">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765025" y="4216328"/>
            <a:ext cx="9612971" cy="1143324"/>
          </a:xfrm>
          <a:prstGeom prst="rect">
            <a:avLst/>
          </a:prstGeom>
          <a:noFill/>
          <a:ln>
            <a:noFill/>
          </a:ln>
        </p:spPr>
        <p:txBody>
          <a:bodyPr anchorCtr="0" anchor="t" bIns="45700" lIns="91425" spcFirstLastPara="1" rIns="91425" wrap="square" tIns="45700">
            <a:normAutofit/>
          </a:bodyPr>
          <a:lstStyle>
            <a:lvl1pPr indent="-228600" lvl="0" marL="457200" algn="r">
              <a:lnSpc>
                <a:spcPct val="112000"/>
              </a:lnSpc>
              <a:spcBef>
                <a:spcPts val="0"/>
              </a:spcBef>
              <a:spcAft>
                <a:spcPts val="0"/>
              </a:spcAft>
              <a:buClr>
                <a:schemeClr val="lt2"/>
              </a:buClr>
              <a:buSzPts val="2400"/>
              <a:buNone/>
              <a:defRPr sz="2400">
                <a:solidFill>
                  <a:schemeClr val="lt2"/>
                </a:solidFill>
              </a:defRPr>
            </a:lvl1pPr>
            <a:lvl2pPr indent="-228600" lvl="1" marL="914400" algn="l">
              <a:lnSpc>
                <a:spcPct val="94000"/>
              </a:lnSpc>
              <a:spcBef>
                <a:spcPts val="500"/>
              </a:spcBef>
              <a:spcAft>
                <a:spcPts val="0"/>
              </a:spcAft>
              <a:buClr>
                <a:schemeClr val="lt1"/>
              </a:buClr>
              <a:buSzPts val="2000"/>
              <a:buNone/>
              <a:defRPr sz="2000">
                <a:solidFill>
                  <a:schemeClr val="lt1"/>
                </a:solidFill>
              </a:defRPr>
            </a:lvl2pPr>
            <a:lvl3pPr indent="-228600" lvl="2" marL="1371600" algn="l">
              <a:lnSpc>
                <a:spcPct val="94000"/>
              </a:lnSpc>
              <a:spcBef>
                <a:spcPts val="500"/>
              </a:spcBef>
              <a:spcAft>
                <a:spcPts val="0"/>
              </a:spcAft>
              <a:buClr>
                <a:schemeClr val="lt1"/>
              </a:buClr>
              <a:buSzPts val="1800"/>
              <a:buNone/>
              <a:defRPr sz="1800">
                <a:solidFill>
                  <a:schemeClr val="lt1"/>
                </a:solidFill>
              </a:defRPr>
            </a:lvl3pPr>
            <a:lvl4pPr indent="-228600" lvl="3" marL="1828800" algn="l">
              <a:lnSpc>
                <a:spcPct val="94000"/>
              </a:lnSpc>
              <a:spcBef>
                <a:spcPts val="500"/>
              </a:spcBef>
              <a:spcAft>
                <a:spcPts val="0"/>
              </a:spcAft>
              <a:buClr>
                <a:schemeClr val="lt1"/>
              </a:buClr>
              <a:buSzPts val="1600"/>
              <a:buNone/>
              <a:defRPr sz="1600">
                <a:solidFill>
                  <a:schemeClr val="lt1"/>
                </a:solidFill>
              </a:defRPr>
            </a:lvl4pPr>
            <a:lvl5pPr indent="-228600" lvl="4" marL="2286000" algn="l">
              <a:lnSpc>
                <a:spcPct val="94000"/>
              </a:lnSpc>
              <a:spcBef>
                <a:spcPts val="500"/>
              </a:spcBef>
              <a:spcAft>
                <a:spcPts val="0"/>
              </a:spcAft>
              <a:buClr>
                <a:schemeClr val="lt1"/>
              </a:buClr>
              <a:buSzPts val="1600"/>
              <a:buNone/>
              <a:defRPr sz="1600">
                <a:solidFill>
                  <a:schemeClr val="lt1"/>
                </a:solidFill>
              </a:defRPr>
            </a:lvl5pPr>
            <a:lvl6pPr indent="-228600" lvl="5" marL="2743200" algn="l">
              <a:lnSpc>
                <a:spcPct val="94000"/>
              </a:lnSpc>
              <a:spcBef>
                <a:spcPts val="500"/>
              </a:spcBef>
              <a:spcAft>
                <a:spcPts val="0"/>
              </a:spcAft>
              <a:buClr>
                <a:schemeClr val="lt1"/>
              </a:buClr>
              <a:buSzPts val="1600"/>
              <a:buNone/>
              <a:defRPr sz="1600">
                <a:solidFill>
                  <a:schemeClr val="lt1"/>
                </a:solidFill>
              </a:defRPr>
            </a:lvl6pPr>
            <a:lvl7pPr indent="-228600" lvl="6" marL="3200400" algn="l">
              <a:lnSpc>
                <a:spcPct val="94000"/>
              </a:lnSpc>
              <a:spcBef>
                <a:spcPts val="500"/>
              </a:spcBef>
              <a:spcAft>
                <a:spcPts val="0"/>
              </a:spcAft>
              <a:buClr>
                <a:schemeClr val="lt1"/>
              </a:buClr>
              <a:buSzPts val="1600"/>
              <a:buNone/>
              <a:defRPr sz="1600">
                <a:solidFill>
                  <a:schemeClr val="lt1"/>
                </a:solidFill>
              </a:defRPr>
            </a:lvl7pPr>
            <a:lvl8pPr indent="-228600" lvl="7" marL="3657600" algn="l">
              <a:lnSpc>
                <a:spcPct val="94000"/>
              </a:lnSpc>
              <a:spcBef>
                <a:spcPts val="500"/>
              </a:spcBef>
              <a:spcAft>
                <a:spcPts val="0"/>
              </a:spcAft>
              <a:buClr>
                <a:schemeClr val="lt1"/>
              </a:buClr>
              <a:buSzPts val="1600"/>
              <a:buNone/>
              <a:defRPr sz="1600">
                <a:solidFill>
                  <a:schemeClr val="lt1"/>
                </a:solidFill>
              </a:defRPr>
            </a:lvl8pPr>
            <a:lvl9pPr indent="-228600" lvl="8" marL="4114800" algn="l">
              <a:lnSpc>
                <a:spcPct val="94000"/>
              </a:lnSpc>
              <a:spcBef>
                <a:spcPts val="500"/>
              </a:spcBef>
              <a:spcAft>
                <a:spcPts val="200"/>
              </a:spcAft>
              <a:buClr>
                <a:schemeClr val="lt1"/>
              </a:buClr>
              <a:buSzPts val="1600"/>
              <a:buNone/>
              <a:defRPr sz="1600">
                <a:solidFill>
                  <a:schemeClr val="lt1"/>
                </a:solidFill>
              </a:defRPr>
            </a:lvl9pPr>
          </a:lstStyle>
          <a:p/>
        </p:txBody>
      </p:sp>
      <p:sp>
        <p:nvSpPr>
          <p:cNvPr id="39" name="Google Shape;39;p6"/>
          <p:cNvSpPr txBox="1"/>
          <p:nvPr>
            <p:ph idx="10" type="dt"/>
          </p:nvPr>
        </p:nvSpPr>
        <p:spPr>
          <a:xfrm>
            <a:off x="738908" y="6453386"/>
            <a:ext cx="1622409"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p:nvPr>
            <p:ph idx="11" type="ftr"/>
          </p:nvPr>
        </p:nvSpPr>
        <p:spPr>
          <a:xfrm>
            <a:off x="2584312" y="6453386"/>
            <a:ext cx="7023377" cy="40461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
          <p:cNvSpPr txBox="1"/>
          <p:nvPr>
            <p:ph idx="12" type="sldNum"/>
          </p:nvPr>
        </p:nvSpPr>
        <p:spPr>
          <a:xfrm>
            <a:off x="9830683"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2"/>
                </a:solidFill>
                <a:latin typeface="Libre Franklin"/>
                <a:ea typeface="Libre Franklin"/>
                <a:cs typeface="Libre Franklin"/>
                <a:sym typeface="Libre Franklin"/>
              </a:defRPr>
            </a:lvl1pPr>
            <a:lvl2pPr indent="0" lvl="1" marL="0" algn="r">
              <a:spcBef>
                <a:spcPts val="0"/>
              </a:spcBef>
              <a:buNone/>
              <a:defRPr sz="1200">
                <a:solidFill>
                  <a:schemeClr val="lt2"/>
                </a:solidFill>
                <a:latin typeface="Libre Franklin"/>
                <a:ea typeface="Libre Franklin"/>
                <a:cs typeface="Libre Franklin"/>
                <a:sym typeface="Libre Franklin"/>
              </a:defRPr>
            </a:lvl2pPr>
            <a:lvl3pPr indent="0" lvl="2" marL="0" algn="r">
              <a:spcBef>
                <a:spcPts val="0"/>
              </a:spcBef>
              <a:buNone/>
              <a:defRPr sz="1200">
                <a:solidFill>
                  <a:schemeClr val="lt2"/>
                </a:solidFill>
                <a:latin typeface="Libre Franklin"/>
                <a:ea typeface="Libre Franklin"/>
                <a:cs typeface="Libre Franklin"/>
                <a:sym typeface="Libre Franklin"/>
              </a:defRPr>
            </a:lvl3pPr>
            <a:lvl4pPr indent="0" lvl="3" marL="0" algn="r">
              <a:spcBef>
                <a:spcPts val="0"/>
              </a:spcBef>
              <a:buNone/>
              <a:defRPr sz="1200">
                <a:solidFill>
                  <a:schemeClr val="lt2"/>
                </a:solidFill>
                <a:latin typeface="Libre Franklin"/>
                <a:ea typeface="Libre Franklin"/>
                <a:cs typeface="Libre Franklin"/>
                <a:sym typeface="Libre Franklin"/>
              </a:defRPr>
            </a:lvl4pPr>
            <a:lvl5pPr indent="0" lvl="4" marL="0" algn="r">
              <a:spcBef>
                <a:spcPts val="0"/>
              </a:spcBef>
              <a:buNone/>
              <a:defRPr sz="1200">
                <a:solidFill>
                  <a:schemeClr val="lt2"/>
                </a:solidFill>
                <a:latin typeface="Libre Franklin"/>
                <a:ea typeface="Libre Franklin"/>
                <a:cs typeface="Libre Franklin"/>
                <a:sym typeface="Libre Franklin"/>
              </a:defRPr>
            </a:lvl5pPr>
            <a:lvl6pPr indent="0" lvl="5" marL="0" algn="r">
              <a:spcBef>
                <a:spcPts val="0"/>
              </a:spcBef>
              <a:buNone/>
              <a:defRPr sz="1200">
                <a:solidFill>
                  <a:schemeClr val="lt2"/>
                </a:solidFill>
                <a:latin typeface="Libre Franklin"/>
                <a:ea typeface="Libre Franklin"/>
                <a:cs typeface="Libre Franklin"/>
                <a:sym typeface="Libre Franklin"/>
              </a:defRPr>
            </a:lvl6pPr>
            <a:lvl7pPr indent="0" lvl="6" marL="0" algn="r">
              <a:spcBef>
                <a:spcPts val="0"/>
              </a:spcBef>
              <a:buNone/>
              <a:defRPr sz="1200">
                <a:solidFill>
                  <a:schemeClr val="lt2"/>
                </a:solidFill>
                <a:latin typeface="Libre Franklin"/>
                <a:ea typeface="Libre Franklin"/>
                <a:cs typeface="Libre Franklin"/>
                <a:sym typeface="Libre Franklin"/>
              </a:defRPr>
            </a:lvl7pPr>
            <a:lvl8pPr indent="0" lvl="7" marL="0" algn="r">
              <a:spcBef>
                <a:spcPts val="0"/>
              </a:spcBef>
              <a:buNone/>
              <a:defRPr sz="1200">
                <a:solidFill>
                  <a:schemeClr val="lt2"/>
                </a:solidFill>
                <a:latin typeface="Libre Franklin"/>
                <a:ea typeface="Libre Franklin"/>
                <a:cs typeface="Libre Franklin"/>
                <a:sym typeface="Libre Franklin"/>
              </a:defRPr>
            </a:lvl8pPr>
            <a:lvl9pPr indent="0" lvl="8" marL="0" algn="r">
              <a:spcBef>
                <a:spcPts val="0"/>
              </a:spcBef>
              <a:buNone/>
              <a:defRPr sz="1200">
                <a:solidFill>
                  <a:schemeClr val="lt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s-ES"/>
              <a:t>‹#›</a:t>
            </a:fld>
            <a:endParaRPr/>
          </a:p>
        </p:txBody>
      </p:sp>
      <p:sp>
        <p:nvSpPr>
          <p:cNvPr id="42" name="Google Shape;42;p6" title="Crop Mark"/>
          <p:cNvSpPr/>
          <p:nvPr/>
        </p:nvSpPr>
        <p:spPr>
          <a:xfrm>
            <a:off x="8151962" y="1685652"/>
            <a:ext cx="3275013" cy="4408488"/>
          </a:xfrm>
          <a:custGeom>
            <a:rect b="b" l="l" r="r" t="t"/>
            <a:pathLst>
              <a:path extrusionOk="0" h="5554" w="4125">
                <a:moveTo>
                  <a:pt x="3614" y="0"/>
                </a:moveTo>
                <a:lnTo>
                  <a:pt x="4125" y="0"/>
                </a:lnTo>
                <a:lnTo>
                  <a:pt x="4125" y="5554"/>
                </a:lnTo>
                <a:lnTo>
                  <a:pt x="0" y="5554"/>
                </a:lnTo>
                <a:lnTo>
                  <a:pt x="0" y="5074"/>
                </a:lnTo>
                <a:lnTo>
                  <a:pt x="3614" y="5074"/>
                </a:lnTo>
                <a:lnTo>
                  <a:pt x="3614" y="0"/>
                </a:lnTo>
                <a:close/>
              </a:path>
            </a:pathLst>
          </a:custGeom>
          <a:solidFill>
            <a:schemeClr val="lt2"/>
          </a:solid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3" name="Shape 43"/>
        <p:cNvGrpSpPr/>
        <p:nvPr/>
      </p:nvGrpSpPr>
      <p:grpSpPr>
        <a:xfrm>
          <a:off x="0" y="0"/>
          <a:ext cx="0" cy="0"/>
          <a:chOff x="0" y="0"/>
          <a:chExt cx="0" cy="0"/>
        </a:xfrm>
      </p:grpSpPr>
      <p:sp>
        <p:nvSpPr>
          <p:cNvPr id="44" name="Google Shape;44;p7"/>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4400"/>
              <a:buFont typeface="Libre Franklin"/>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7"/>
          <p:cNvSpPr txBox="1"/>
          <p:nvPr>
            <p:ph idx="1" type="body"/>
          </p:nvPr>
        </p:nvSpPr>
        <p:spPr>
          <a:xfrm>
            <a:off x="1371600" y="2285999"/>
            <a:ext cx="4447786" cy="3581401"/>
          </a:xfrm>
          <a:prstGeom prst="rect">
            <a:avLst/>
          </a:prstGeom>
          <a:noFill/>
          <a:ln>
            <a:noFill/>
          </a:ln>
        </p:spPr>
        <p:txBody>
          <a:bodyPr anchorCtr="0" anchor="t" bIns="45700" lIns="91425" spcFirstLastPara="1" rIns="91425" wrap="square" tIns="45700">
            <a:normAutofit/>
          </a:bodyPr>
          <a:lstStyle>
            <a:lvl1pPr indent="-355600" lvl="0" marL="457200" algn="l">
              <a:lnSpc>
                <a:spcPct val="94000"/>
              </a:lnSpc>
              <a:spcBef>
                <a:spcPts val="1000"/>
              </a:spcBef>
              <a:spcAft>
                <a:spcPts val="0"/>
              </a:spcAft>
              <a:buClr>
                <a:schemeClr val="dk2"/>
              </a:buClr>
              <a:buSzPts val="2000"/>
              <a:buChar char="■"/>
              <a:defRPr>
                <a:solidFill>
                  <a:schemeClr val="dk2"/>
                </a:solidFill>
              </a:defRPr>
            </a:lvl1pPr>
            <a:lvl2pPr indent="-355600" lvl="1" marL="914400" algn="l">
              <a:lnSpc>
                <a:spcPct val="94000"/>
              </a:lnSpc>
              <a:spcBef>
                <a:spcPts val="500"/>
              </a:spcBef>
              <a:spcAft>
                <a:spcPts val="0"/>
              </a:spcAft>
              <a:buClr>
                <a:schemeClr val="dk2"/>
              </a:buClr>
              <a:buSzPts val="2000"/>
              <a:buChar char="–"/>
              <a:defRPr>
                <a:solidFill>
                  <a:schemeClr val="dk2"/>
                </a:solidFill>
              </a:defRPr>
            </a:lvl2pPr>
            <a:lvl3pPr indent="-342900" lvl="2" marL="1371600" algn="l">
              <a:lnSpc>
                <a:spcPct val="94000"/>
              </a:lnSpc>
              <a:spcBef>
                <a:spcPts val="500"/>
              </a:spcBef>
              <a:spcAft>
                <a:spcPts val="0"/>
              </a:spcAft>
              <a:buClr>
                <a:schemeClr val="dk2"/>
              </a:buClr>
              <a:buSzPts val="1800"/>
              <a:buChar char="■"/>
              <a:defRPr>
                <a:solidFill>
                  <a:schemeClr val="dk2"/>
                </a:solidFill>
              </a:defRPr>
            </a:lvl3pPr>
            <a:lvl4pPr indent="-342900" lvl="3" marL="1828800" algn="l">
              <a:lnSpc>
                <a:spcPct val="94000"/>
              </a:lnSpc>
              <a:spcBef>
                <a:spcPts val="500"/>
              </a:spcBef>
              <a:spcAft>
                <a:spcPts val="0"/>
              </a:spcAft>
              <a:buClr>
                <a:schemeClr val="dk2"/>
              </a:buClr>
              <a:buSzPts val="1800"/>
              <a:buChar char="–"/>
              <a:defRPr>
                <a:solidFill>
                  <a:schemeClr val="dk2"/>
                </a:solidFill>
              </a:defRPr>
            </a:lvl4pPr>
            <a:lvl5pPr indent="-330200" lvl="4" marL="2286000" algn="l">
              <a:lnSpc>
                <a:spcPct val="94000"/>
              </a:lnSpc>
              <a:spcBef>
                <a:spcPts val="500"/>
              </a:spcBef>
              <a:spcAft>
                <a:spcPts val="0"/>
              </a:spcAft>
              <a:buClr>
                <a:schemeClr val="dk2"/>
              </a:buClr>
              <a:buSzPts val="1600"/>
              <a:buChar char="■"/>
              <a:defRPr>
                <a:solidFill>
                  <a:schemeClr val="dk2"/>
                </a:solidFill>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46" name="Google Shape;46;p7"/>
          <p:cNvSpPr txBox="1"/>
          <p:nvPr>
            <p:ph idx="2" type="body"/>
          </p:nvPr>
        </p:nvSpPr>
        <p:spPr>
          <a:xfrm>
            <a:off x="6525403" y="2285999"/>
            <a:ext cx="4447786" cy="3581401"/>
          </a:xfrm>
          <a:prstGeom prst="rect">
            <a:avLst/>
          </a:prstGeom>
          <a:noFill/>
          <a:ln>
            <a:noFill/>
          </a:ln>
        </p:spPr>
        <p:txBody>
          <a:bodyPr anchorCtr="0" anchor="t" bIns="45700" lIns="91425" spcFirstLastPara="1" rIns="91425" wrap="square" tIns="45700">
            <a:normAutofit/>
          </a:bodyPr>
          <a:lstStyle>
            <a:lvl1pPr indent="-355600" lvl="0" marL="457200" algn="l">
              <a:lnSpc>
                <a:spcPct val="94000"/>
              </a:lnSpc>
              <a:spcBef>
                <a:spcPts val="1000"/>
              </a:spcBef>
              <a:spcAft>
                <a:spcPts val="0"/>
              </a:spcAft>
              <a:buClr>
                <a:schemeClr val="dk2"/>
              </a:buClr>
              <a:buSzPts val="2000"/>
              <a:buChar char="■"/>
              <a:defRPr>
                <a:solidFill>
                  <a:schemeClr val="dk2"/>
                </a:solidFill>
              </a:defRPr>
            </a:lvl1pPr>
            <a:lvl2pPr indent="-355600" lvl="1" marL="914400" algn="l">
              <a:lnSpc>
                <a:spcPct val="94000"/>
              </a:lnSpc>
              <a:spcBef>
                <a:spcPts val="500"/>
              </a:spcBef>
              <a:spcAft>
                <a:spcPts val="0"/>
              </a:spcAft>
              <a:buClr>
                <a:schemeClr val="dk2"/>
              </a:buClr>
              <a:buSzPts val="2000"/>
              <a:buChar char="–"/>
              <a:defRPr>
                <a:solidFill>
                  <a:schemeClr val="dk2"/>
                </a:solidFill>
              </a:defRPr>
            </a:lvl2pPr>
            <a:lvl3pPr indent="-342900" lvl="2" marL="1371600" algn="l">
              <a:lnSpc>
                <a:spcPct val="94000"/>
              </a:lnSpc>
              <a:spcBef>
                <a:spcPts val="500"/>
              </a:spcBef>
              <a:spcAft>
                <a:spcPts val="0"/>
              </a:spcAft>
              <a:buClr>
                <a:schemeClr val="dk2"/>
              </a:buClr>
              <a:buSzPts val="1800"/>
              <a:buChar char="■"/>
              <a:defRPr>
                <a:solidFill>
                  <a:schemeClr val="dk2"/>
                </a:solidFill>
              </a:defRPr>
            </a:lvl3pPr>
            <a:lvl4pPr indent="-342900" lvl="3" marL="1828800" algn="l">
              <a:lnSpc>
                <a:spcPct val="94000"/>
              </a:lnSpc>
              <a:spcBef>
                <a:spcPts val="500"/>
              </a:spcBef>
              <a:spcAft>
                <a:spcPts val="0"/>
              </a:spcAft>
              <a:buClr>
                <a:schemeClr val="dk2"/>
              </a:buClr>
              <a:buSzPts val="1800"/>
              <a:buChar char="–"/>
              <a:defRPr>
                <a:solidFill>
                  <a:schemeClr val="dk2"/>
                </a:solidFill>
              </a:defRPr>
            </a:lvl4pPr>
            <a:lvl5pPr indent="-330200" lvl="4" marL="2286000" algn="l">
              <a:lnSpc>
                <a:spcPct val="94000"/>
              </a:lnSpc>
              <a:spcBef>
                <a:spcPts val="500"/>
              </a:spcBef>
              <a:spcAft>
                <a:spcPts val="0"/>
              </a:spcAft>
              <a:buClr>
                <a:schemeClr val="dk2"/>
              </a:buClr>
              <a:buSzPts val="1600"/>
              <a:buChar char="■"/>
              <a:defRPr>
                <a:solidFill>
                  <a:schemeClr val="dk2"/>
                </a:solidFill>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47" name="Google Shape;47;p7"/>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50" name="Shape 50"/>
        <p:cNvGrpSpPr/>
        <p:nvPr/>
      </p:nvGrpSpPr>
      <p:grpSpPr>
        <a:xfrm>
          <a:off x="0" y="0"/>
          <a:ext cx="0" cy="0"/>
          <a:chOff x="0" y="0"/>
          <a:chExt cx="0" cy="0"/>
        </a:xfrm>
      </p:grpSpPr>
      <p:sp>
        <p:nvSpPr>
          <p:cNvPr id="51" name="Google Shape;51;p8"/>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4400"/>
              <a:buFont typeface="Libre Franklin"/>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8"/>
          <p:cNvSpPr txBox="1"/>
          <p:nvPr>
            <p:ph idx="1" type="body"/>
          </p:nvPr>
        </p:nvSpPr>
        <p:spPr>
          <a:xfrm>
            <a:off x="1371600" y="2340864"/>
            <a:ext cx="4443984" cy="823912"/>
          </a:xfrm>
          <a:prstGeom prst="rect">
            <a:avLst/>
          </a:prstGeom>
          <a:noFill/>
          <a:ln>
            <a:noFill/>
          </a:ln>
        </p:spPr>
        <p:txBody>
          <a:bodyPr anchorCtr="0" anchor="b" bIns="45700" lIns="91425" spcFirstLastPara="1" rIns="91425" wrap="square" tIns="45700">
            <a:noAutofit/>
          </a:bodyPr>
          <a:lstStyle>
            <a:lvl1pPr indent="-228600" lvl="0" marL="457200" algn="l">
              <a:lnSpc>
                <a:spcPct val="84000"/>
              </a:lnSpc>
              <a:spcBef>
                <a:spcPts val="0"/>
              </a:spcBef>
              <a:spcAft>
                <a:spcPts val="0"/>
              </a:spcAft>
              <a:buClr>
                <a:schemeClr val="dk2"/>
              </a:buClr>
              <a:buSzPts val="3000"/>
              <a:buNone/>
              <a:defRPr b="0" sz="3000">
                <a:solidFill>
                  <a:schemeClr val="dk2"/>
                </a:solidFill>
              </a:defRPr>
            </a:lvl1pPr>
            <a:lvl2pPr indent="-228600" lvl="1" marL="914400" algn="l">
              <a:lnSpc>
                <a:spcPct val="94000"/>
              </a:lnSpc>
              <a:spcBef>
                <a:spcPts val="500"/>
              </a:spcBef>
              <a:spcAft>
                <a:spcPts val="0"/>
              </a:spcAft>
              <a:buClr>
                <a:schemeClr val="dk2"/>
              </a:buClr>
              <a:buSzPts val="2000"/>
              <a:buNone/>
              <a:defRPr b="1" sz="2000"/>
            </a:lvl2pPr>
            <a:lvl3pPr indent="-228600" lvl="2" marL="1371600" algn="l">
              <a:lnSpc>
                <a:spcPct val="94000"/>
              </a:lnSpc>
              <a:spcBef>
                <a:spcPts val="500"/>
              </a:spcBef>
              <a:spcAft>
                <a:spcPts val="0"/>
              </a:spcAft>
              <a:buClr>
                <a:schemeClr val="dk2"/>
              </a:buClr>
              <a:buSzPts val="1800"/>
              <a:buNone/>
              <a:defRPr b="1" sz="1800"/>
            </a:lvl3pPr>
            <a:lvl4pPr indent="-228600" lvl="3" marL="1828800" algn="l">
              <a:lnSpc>
                <a:spcPct val="94000"/>
              </a:lnSpc>
              <a:spcBef>
                <a:spcPts val="500"/>
              </a:spcBef>
              <a:spcAft>
                <a:spcPts val="0"/>
              </a:spcAft>
              <a:buClr>
                <a:schemeClr val="dk2"/>
              </a:buClr>
              <a:buSzPts val="1600"/>
              <a:buNone/>
              <a:defRPr b="1" sz="1600"/>
            </a:lvl4pPr>
            <a:lvl5pPr indent="-228600" lvl="4" marL="2286000" algn="l">
              <a:lnSpc>
                <a:spcPct val="94000"/>
              </a:lnSpc>
              <a:spcBef>
                <a:spcPts val="500"/>
              </a:spcBef>
              <a:spcAft>
                <a:spcPts val="0"/>
              </a:spcAft>
              <a:buClr>
                <a:schemeClr val="dk2"/>
              </a:buClr>
              <a:buSzPts val="1600"/>
              <a:buNone/>
              <a:defRPr b="1" sz="1600"/>
            </a:lvl5pPr>
            <a:lvl6pPr indent="-228600" lvl="5" marL="2743200" algn="l">
              <a:lnSpc>
                <a:spcPct val="94000"/>
              </a:lnSpc>
              <a:spcBef>
                <a:spcPts val="500"/>
              </a:spcBef>
              <a:spcAft>
                <a:spcPts val="0"/>
              </a:spcAft>
              <a:buClr>
                <a:schemeClr val="dk2"/>
              </a:buClr>
              <a:buSzPts val="1600"/>
              <a:buNone/>
              <a:defRPr b="1" sz="1600"/>
            </a:lvl6pPr>
            <a:lvl7pPr indent="-228600" lvl="6" marL="3200400" algn="l">
              <a:lnSpc>
                <a:spcPct val="94000"/>
              </a:lnSpc>
              <a:spcBef>
                <a:spcPts val="500"/>
              </a:spcBef>
              <a:spcAft>
                <a:spcPts val="0"/>
              </a:spcAft>
              <a:buClr>
                <a:schemeClr val="dk2"/>
              </a:buClr>
              <a:buSzPts val="1600"/>
              <a:buNone/>
              <a:defRPr b="1" sz="1600"/>
            </a:lvl7pPr>
            <a:lvl8pPr indent="-228600" lvl="7" marL="3657600" algn="l">
              <a:lnSpc>
                <a:spcPct val="94000"/>
              </a:lnSpc>
              <a:spcBef>
                <a:spcPts val="500"/>
              </a:spcBef>
              <a:spcAft>
                <a:spcPts val="0"/>
              </a:spcAft>
              <a:buClr>
                <a:schemeClr val="dk2"/>
              </a:buClr>
              <a:buSzPts val="1600"/>
              <a:buNone/>
              <a:defRPr b="1" sz="1600"/>
            </a:lvl8pPr>
            <a:lvl9pPr indent="-228600" lvl="8" marL="4114800" algn="l">
              <a:lnSpc>
                <a:spcPct val="94000"/>
              </a:lnSpc>
              <a:spcBef>
                <a:spcPts val="500"/>
              </a:spcBef>
              <a:spcAft>
                <a:spcPts val="200"/>
              </a:spcAft>
              <a:buClr>
                <a:schemeClr val="dk2"/>
              </a:buClr>
              <a:buSzPts val="1600"/>
              <a:buNone/>
              <a:defRPr b="1" sz="1600"/>
            </a:lvl9pPr>
          </a:lstStyle>
          <a:p/>
        </p:txBody>
      </p:sp>
      <p:sp>
        <p:nvSpPr>
          <p:cNvPr id="53" name="Google Shape;53;p8"/>
          <p:cNvSpPr txBox="1"/>
          <p:nvPr>
            <p:ph idx="2" type="body"/>
          </p:nvPr>
        </p:nvSpPr>
        <p:spPr>
          <a:xfrm>
            <a:off x="1371600" y="3305207"/>
            <a:ext cx="4443984" cy="2562193"/>
          </a:xfrm>
          <a:prstGeom prst="rect">
            <a:avLst/>
          </a:prstGeom>
          <a:noFill/>
          <a:ln>
            <a:noFill/>
          </a:ln>
        </p:spPr>
        <p:txBody>
          <a:bodyPr anchorCtr="0" anchor="t" bIns="45700" lIns="91425" spcFirstLastPara="1" rIns="91425" wrap="square" tIns="45700">
            <a:normAutofit/>
          </a:bodyPr>
          <a:lstStyle>
            <a:lvl1pPr indent="-355600" lvl="0" marL="457200" algn="l">
              <a:lnSpc>
                <a:spcPct val="94000"/>
              </a:lnSpc>
              <a:spcBef>
                <a:spcPts val="1000"/>
              </a:spcBef>
              <a:spcAft>
                <a:spcPts val="0"/>
              </a:spcAft>
              <a:buClr>
                <a:schemeClr val="dk2"/>
              </a:buClr>
              <a:buSzPts val="2000"/>
              <a:buChar char="■"/>
              <a:defRPr>
                <a:solidFill>
                  <a:schemeClr val="dk2"/>
                </a:solidFill>
              </a:defRPr>
            </a:lvl1pPr>
            <a:lvl2pPr indent="-355600" lvl="1" marL="914400" algn="l">
              <a:lnSpc>
                <a:spcPct val="94000"/>
              </a:lnSpc>
              <a:spcBef>
                <a:spcPts val="500"/>
              </a:spcBef>
              <a:spcAft>
                <a:spcPts val="0"/>
              </a:spcAft>
              <a:buClr>
                <a:schemeClr val="dk2"/>
              </a:buClr>
              <a:buSzPts val="2000"/>
              <a:buChar char="–"/>
              <a:defRPr>
                <a:solidFill>
                  <a:schemeClr val="dk2"/>
                </a:solidFill>
              </a:defRPr>
            </a:lvl2pPr>
            <a:lvl3pPr indent="-342900" lvl="2" marL="1371600" algn="l">
              <a:lnSpc>
                <a:spcPct val="94000"/>
              </a:lnSpc>
              <a:spcBef>
                <a:spcPts val="500"/>
              </a:spcBef>
              <a:spcAft>
                <a:spcPts val="0"/>
              </a:spcAft>
              <a:buClr>
                <a:schemeClr val="dk2"/>
              </a:buClr>
              <a:buSzPts val="1800"/>
              <a:buChar char="■"/>
              <a:defRPr>
                <a:solidFill>
                  <a:schemeClr val="dk2"/>
                </a:solidFill>
              </a:defRPr>
            </a:lvl3pPr>
            <a:lvl4pPr indent="-342900" lvl="3" marL="1828800" algn="l">
              <a:lnSpc>
                <a:spcPct val="94000"/>
              </a:lnSpc>
              <a:spcBef>
                <a:spcPts val="500"/>
              </a:spcBef>
              <a:spcAft>
                <a:spcPts val="0"/>
              </a:spcAft>
              <a:buClr>
                <a:schemeClr val="dk2"/>
              </a:buClr>
              <a:buSzPts val="1800"/>
              <a:buChar char="–"/>
              <a:defRPr>
                <a:solidFill>
                  <a:schemeClr val="dk2"/>
                </a:solidFill>
              </a:defRPr>
            </a:lvl4pPr>
            <a:lvl5pPr indent="-330200" lvl="4" marL="2286000" algn="l">
              <a:lnSpc>
                <a:spcPct val="94000"/>
              </a:lnSpc>
              <a:spcBef>
                <a:spcPts val="500"/>
              </a:spcBef>
              <a:spcAft>
                <a:spcPts val="0"/>
              </a:spcAft>
              <a:buClr>
                <a:schemeClr val="dk2"/>
              </a:buClr>
              <a:buSzPts val="1600"/>
              <a:buChar char="■"/>
              <a:defRPr>
                <a:solidFill>
                  <a:schemeClr val="dk2"/>
                </a:solidFill>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54" name="Google Shape;54;p8"/>
          <p:cNvSpPr txBox="1"/>
          <p:nvPr>
            <p:ph idx="3" type="body"/>
          </p:nvPr>
        </p:nvSpPr>
        <p:spPr>
          <a:xfrm>
            <a:off x="6525014" y="2340864"/>
            <a:ext cx="4443984" cy="823912"/>
          </a:xfrm>
          <a:prstGeom prst="rect">
            <a:avLst/>
          </a:prstGeom>
          <a:noFill/>
          <a:ln>
            <a:noFill/>
          </a:ln>
        </p:spPr>
        <p:txBody>
          <a:bodyPr anchorCtr="0" anchor="b" bIns="45700" lIns="91425" spcFirstLastPara="1" rIns="91425" wrap="square" tIns="45700">
            <a:noAutofit/>
          </a:bodyPr>
          <a:lstStyle>
            <a:lvl1pPr indent="-228600" lvl="0" marL="457200" algn="l">
              <a:lnSpc>
                <a:spcPct val="84000"/>
              </a:lnSpc>
              <a:spcBef>
                <a:spcPts val="0"/>
              </a:spcBef>
              <a:spcAft>
                <a:spcPts val="0"/>
              </a:spcAft>
              <a:buClr>
                <a:schemeClr val="dk2"/>
              </a:buClr>
              <a:buSzPts val="3000"/>
              <a:buNone/>
              <a:defRPr b="0" sz="3000">
                <a:solidFill>
                  <a:schemeClr val="dk2"/>
                </a:solidFill>
              </a:defRPr>
            </a:lvl1pPr>
            <a:lvl2pPr indent="-228600" lvl="1" marL="914400" algn="l">
              <a:lnSpc>
                <a:spcPct val="94000"/>
              </a:lnSpc>
              <a:spcBef>
                <a:spcPts val="500"/>
              </a:spcBef>
              <a:spcAft>
                <a:spcPts val="0"/>
              </a:spcAft>
              <a:buClr>
                <a:schemeClr val="dk2"/>
              </a:buClr>
              <a:buSzPts val="2000"/>
              <a:buNone/>
              <a:defRPr b="1" sz="2000"/>
            </a:lvl2pPr>
            <a:lvl3pPr indent="-228600" lvl="2" marL="1371600" algn="l">
              <a:lnSpc>
                <a:spcPct val="94000"/>
              </a:lnSpc>
              <a:spcBef>
                <a:spcPts val="500"/>
              </a:spcBef>
              <a:spcAft>
                <a:spcPts val="0"/>
              </a:spcAft>
              <a:buClr>
                <a:schemeClr val="dk2"/>
              </a:buClr>
              <a:buSzPts val="1800"/>
              <a:buNone/>
              <a:defRPr b="1" sz="1800"/>
            </a:lvl3pPr>
            <a:lvl4pPr indent="-228600" lvl="3" marL="1828800" algn="l">
              <a:lnSpc>
                <a:spcPct val="94000"/>
              </a:lnSpc>
              <a:spcBef>
                <a:spcPts val="500"/>
              </a:spcBef>
              <a:spcAft>
                <a:spcPts val="0"/>
              </a:spcAft>
              <a:buClr>
                <a:schemeClr val="dk2"/>
              </a:buClr>
              <a:buSzPts val="1600"/>
              <a:buNone/>
              <a:defRPr b="1" sz="1600"/>
            </a:lvl4pPr>
            <a:lvl5pPr indent="-228600" lvl="4" marL="2286000" algn="l">
              <a:lnSpc>
                <a:spcPct val="94000"/>
              </a:lnSpc>
              <a:spcBef>
                <a:spcPts val="500"/>
              </a:spcBef>
              <a:spcAft>
                <a:spcPts val="0"/>
              </a:spcAft>
              <a:buClr>
                <a:schemeClr val="dk2"/>
              </a:buClr>
              <a:buSzPts val="1600"/>
              <a:buNone/>
              <a:defRPr b="1" sz="1600"/>
            </a:lvl5pPr>
            <a:lvl6pPr indent="-228600" lvl="5" marL="2743200" algn="l">
              <a:lnSpc>
                <a:spcPct val="94000"/>
              </a:lnSpc>
              <a:spcBef>
                <a:spcPts val="500"/>
              </a:spcBef>
              <a:spcAft>
                <a:spcPts val="0"/>
              </a:spcAft>
              <a:buClr>
                <a:schemeClr val="dk2"/>
              </a:buClr>
              <a:buSzPts val="1600"/>
              <a:buNone/>
              <a:defRPr b="1" sz="1600"/>
            </a:lvl6pPr>
            <a:lvl7pPr indent="-228600" lvl="6" marL="3200400" algn="l">
              <a:lnSpc>
                <a:spcPct val="94000"/>
              </a:lnSpc>
              <a:spcBef>
                <a:spcPts val="500"/>
              </a:spcBef>
              <a:spcAft>
                <a:spcPts val="0"/>
              </a:spcAft>
              <a:buClr>
                <a:schemeClr val="dk2"/>
              </a:buClr>
              <a:buSzPts val="1600"/>
              <a:buNone/>
              <a:defRPr b="1" sz="1600"/>
            </a:lvl7pPr>
            <a:lvl8pPr indent="-228600" lvl="7" marL="3657600" algn="l">
              <a:lnSpc>
                <a:spcPct val="94000"/>
              </a:lnSpc>
              <a:spcBef>
                <a:spcPts val="500"/>
              </a:spcBef>
              <a:spcAft>
                <a:spcPts val="0"/>
              </a:spcAft>
              <a:buClr>
                <a:schemeClr val="dk2"/>
              </a:buClr>
              <a:buSzPts val="1600"/>
              <a:buNone/>
              <a:defRPr b="1" sz="1600"/>
            </a:lvl8pPr>
            <a:lvl9pPr indent="-228600" lvl="8" marL="4114800" algn="l">
              <a:lnSpc>
                <a:spcPct val="94000"/>
              </a:lnSpc>
              <a:spcBef>
                <a:spcPts val="500"/>
              </a:spcBef>
              <a:spcAft>
                <a:spcPts val="200"/>
              </a:spcAft>
              <a:buClr>
                <a:schemeClr val="dk2"/>
              </a:buClr>
              <a:buSzPts val="1600"/>
              <a:buNone/>
              <a:defRPr b="1" sz="1600"/>
            </a:lvl9pPr>
          </a:lstStyle>
          <a:p/>
        </p:txBody>
      </p:sp>
      <p:sp>
        <p:nvSpPr>
          <p:cNvPr id="55" name="Google Shape;55;p8"/>
          <p:cNvSpPr txBox="1"/>
          <p:nvPr>
            <p:ph idx="4" type="body"/>
          </p:nvPr>
        </p:nvSpPr>
        <p:spPr>
          <a:xfrm>
            <a:off x="6525014" y="3305207"/>
            <a:ext cx="4443984" cy="2562193"/>
          </a:xfrm>
          <a:prstGeom prst="rect">
            <a:avLst/>
          </a:prstGeom>
          <a:noFill/>
          <a:ln>
            <a:noFill/>
          </a:ln>
        </p:spPr>
        <p:txBody>
          <a:bodyPr anchorCtr="0" anchor="t" bIns="45700" lIns="91425" spcFirstLastPara="1" rIns="91425" wrap="square" tIns="45700">
            <a:normAutofit/>
          </a:bodyPr>
          <a:lstStyle>
            <a:lvl1pPr indent="-355600" lvl="0" marL="457200" algn="l">
              <a:lnSpc>
                <a:spcPct val="94000"/>
              </a:lnSpc>
              <a:spcBef>
                <a:spcPts val="1000"/>
              </a:spcBef>
              <a:spcAft>
                <a:spcPts val="0"/>
              </a:spcAft>
              <a:buClr>
                <a:schemeClr val="dk2"/>
              </a:buClr>
              <a:buSzPts val="2000"/>
              <a:buChar char="■"/>
              <a:defRPr>
                <a:solidFill>
                  <a:schemeClr val="dk2"/>
                </a:solidFill>
              </a:defRPr>
            </a:lvl1pPr>
            <a:lvl2pPr indent="-355600" lvl="1" marL="914400" algn="l">
              <a:lnSpc>
                <a:spcPct val="94000"/>
              </a:lnSpc>
              <a:spcBef>
                <a:spcPts val="500"/>
              </a:spcBef>
              <a:spcAft>
                <a:spcPts val="0"/>
              </a:spcAft>
              <a:buClr>
                <a:schemeClr val="dk2"/>
              </a:buClr>
              <a:buSzPts val="2000"/>
              <a:buChar char="–"/>
              <a:defRPr>
                <a:solidFill>
                  <a:schemeClr val="dk2"/>
                </a:solidFill>
              </a:defRPr>
            </a:lvl2pPr>
            <a:lvl3pPr indent="-342900" lvl="2" marL="1371600" algn="l">
              <a:lnSpc>
                <a:spcPct val="94000"/>
              </a:lnSpc>
              <a:spcBef>
                <a:spcPts val="500"/>
              </a:spcBef>
              <a:spcAft>
                <a:spcPts val="0"/>
              </a:spcAft>
              <a:buClr>
                <a:schemeClr val="dk2"/>
              </a:buClr>
              <a:buSzPts val="1800"/>
              <a:buChar char="■"/>
              <a:defRPr>
                <a:solidFill>
                  <a:schemeClr val="dk2"/>
                </a:solidFill>
              </a:defRPr>
            </a:lvl3pPr>
            <a:lvl4pPr indent="-342900" lvl="3" marL="1828800" algn="l">
              <a:lnSpc>
                <a:spcPct val="94000"/>
              </a:lnSpc>
              <a:spcBef>
                <a:spcPts val="500"/>
              </a:spcBef>
              <a:spcAft>
                <a:spcPts val="0"/>
              </a:spcAft>
              <a:buClr>
                <a:schemeClr val="dk2"/>
              </a:buClr>
              <a:buSzPts val="1800"/>
              <a:buChar char="–"/>
              <a:defRPr>
                <a:solidFill>
                  <a:schemeClr val="dk2"/>
                </a:solidFill>
              </a:defRPr>
            </a:lvl4pPr>
            <a:lvl5pPr indent="-330200" lvl="4" marL="2286000" algn="l">
              <a:lnSpc>
                <a:spcPct val="94000"/>
              </a:lnSpc>
              <a:spcBef>
                <a:spcPts val="500"/>
              </a:spcBef>
              <a:spcAft>
                <a:spcPts val="0"/>
              </a:spcAft>
              <a:buClr>
                <a:schemeClr val="dk2"/>
              </a:buClr>
              <a:buSzPts val="1600"/>
              <a:buChar char="■"/>
              <a:defRPr>
                <a:solidFill>
                  <a:schemeClr val="dk2"/>
                </a:solidFill>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56" name="Google Shape;56;p8"/>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showMasterSp="0" type="objTx">
  <p:cSld name="OBJECT_WITH_CAPTION_TEXT">
    <p:spTree>
      <p:nvGrpSpPr>
        <p:cNvPr id="59" name="Shape 59"/>
        <p:cNvGrpSpPr/>
        <p:nvPr/>
      </p:nvGrpSpPr>
      <p:grpSpPr>
        <a:xfrm>
          <a:off x="0" y="0"/>
          <a:ext cx="0" cy="0"/>
          <a:chOff x="0" y="0"/>
          <a:chExt cx="0" cy="0"/>
        </a:xfrm>
      </p:grpSpPr>
      <p:sp>
        <p:nvSpPr>
          <p:cNvPr id="60" name="Google Shape;60;p9" title="Background Shape"/>
          <p:cNvSpPr/>
          <p:nvPr/>
        </p:nvSpPr>
        <p:spPr>
          <a:xfrm>
            <a:off x="0" y="376"/>
            <a:ext cx="5303520" cy="685762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9"/>
          <p:cNvSpPr txBox="1"/>
          <p:nvPr>
            <p:ph type="title"/>
          </p:nvPr>
        </p:nvSpPr>
        <p:spPr>
          <a:xfrm>
            <a:off x="723900" y="685800"/>
            <a:ext cx="3855720" cy="2157884"/>
          </a:xfrm>
          <a:prstGeom prst="rect">
            <a:avLst/>
          </a:prstGeom>
          <a:noFill/>
          <a:ln>
            <a:noFill/>
          </a:ln>
        </p:spPr>
        <p:txBody>
          <a:bodyPr anchorCtr="0" anchor="t" bIns="45700" lIns="91425" spcFirstLastPara="1" rIns="91425" wrap="square" tIns="45700">
            <a:noAutofit/>
          </a:bodyPr>
          <a:lstStyle>
            <a:lvl1pPr lvl="0" algn="l">
              <a:lnSpc>
                <a:spcPct val="84000"/>
              </a:lnSpc>
              <a:spcBef>
                <a:spcPts val="0"/>
              </a:spcBef>
              <a:spcAft>
                <a:spcPts val="0"/>
              </a:spcAft>
              <a:buClr>
                <a:schemeClr val="dk2"/>
              </a:buClr>
              <a:buSzPts val="4800"/>
              <a:buFont typeface="Libre Franklin"/>
              <a:buNone/>
              <a:defRPr sz="48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9"/>
          <p:cNvSpPr txBox="1"/>
          <p:nvPr>
            <p:ph idx="1" type="body"/>
          </p:nvPr>
        </p:nvSpPr>
        <p:spPr>
          <a:xfrm>
            <a:off x="6256020" y="685801"/>
            <a:ext cx="5212080" cy="5175250"/>
          </a:xfrm>
          <a:prstGeom prst="rect">
            <a:avLst/>
          </a:prstGeom>
          <a:noFill/>
          <a:ln>
            <a:noFill/>
          </a:ln>
        </p:spPr>
        <p:txBody>
          <a:bodyPr anchorCtr="0" anchor="t" bIns="45700" lIns="91425" spcFirstLastPara="1" rIns="91425" wrap="square" tIns="45700">
            <a:normAutofit/>
          </a:bodyPr>
          <a:lstStyle>
            <a:lvl1pPr indent="-355600" lvl="0" marL="457200" algn="l">
              <a:lnSpc>
                <a:spcPct val="94000"/>
              </a:lnSpc>
              <a:spcBef>
                <a:spcPts val="1000"/>
              </a:spcBef>
              <a:spcAft>
                <a:spcPts val="0"/>
              </a:spcAft>
              <a:buClr>
                <a:schemeClr val="dk2"/>
              </a:buClr>
              <a:buSzPts val="2000"/>
              <a:buChar char="■"/>
              <a:defRPr sz="2000"/>
            </a:lvl1pPr>
            <a:lvl2pPr indent="-355600" lvl="1" marL="914400" algn="l">
              <a:lnSpc>
                <a:spcPct val="94000"/>
              </a:lnSpc>
              <a:spcBef>
                <a:spcPts val="500"/>
              </a:spcBef>
              <a:spcAft>
                <a:spcPts val="0"/>
              </a:spcAft>
              <a:buClr>
                <a:schemeClr val="dk2"/>
              </a:buClr>
              <a:buSzPts val="2000"/>
              <a:buChar char="–"/>
              <a:defRPr sz="2000"/>
            </a:lvl2pPr>
            <a:lvl3pPr indent="-342900" lvl="2" marL="1371600" algn="l">
              <a:lnSpc>
                <a:spcPct val="94000"/>
              </a:lnSpc>
              <a:spcBef>
                <a:spcPts val="500"/>
              </a:spcBef>
              <a:spcAft>
                <a:spcPts val="0"/>
              </a:spcAft>
              <a:buClr>
                <a:schemeClr val="dk2"/>
              </a:buClr>
              <a:buSzPts val="1800"/>
              <a:buChar char="■"/>
              <a:defRPr sz="1800"/>
            </a:lvl3pPr>
            <a:lvl4pPr indent="-342900" lvl="3" marL="1828800" algn="l">
              <a:lnSpc>
                <a:spcPct val="94000"/>
              </a:lnSpc>
              <a:spcBef>
                <a:spcPts val="500"/>
              </a:spcBef>
              <a:spcAft>
                <a:spcPts val="0"/>
              </a:spcAft>
              <a:buClr>
                <a:schemeClr val="dk2"/>
              </a:buClr>
              <a:buSzPts val="1800"/>
              <a:buChar char="–"/>
              <a:defRPr sz="1800"/>
            </a:lvl4pPr>
            <a:lvl5pPr indent="-330200" lvl="4" marL="2286000" algn="l">
              <a:lnSpc>
                <a:spcPct val="94000"/>
              </a:lnSpc>
              <a:spcBef>
                <a:spcPts val="500"/>
              </a:spcBef>
              <a:spcAft>
                <a:spcPts val="0"/>
              </a:spcAft>
              <a:buClr>
                <a:schemeClr val="dk2"/>
              </a:buClr>
              <a:buSzPts val="1600"/>
              <a:buChar char="■"/>
              <a:defRPr sz="1600"/>
            </a:lvl5pPr>
            <a:lvl6pPr indent="-330200" lvl="5" marL="2743200" algn="l">
              <a:lnSpc>
                <a:spcPct val="94000"/>
              </a:lnSpc>
              <a:spcBef>
                <a:spcPts val="500"/>
              </a:spcBef>
              <a:spcAft>
                <a:spcPts val="0"/>
              </a:spcAft>
              <a:buClr>
                <a:schemeClr val="dk2"/>
              </a:buClr>
              <a:buSzPts val="1600"/>
              <a:buChar char="–"/>
              <a:defRPr sz="1600"/>
            </a:lvl6pPr>
            <a:lvl7pPr indent="-330200" lvl="6" marL="3200400" algn="l">
              <a:lnSpc>
                <a:spcPct val="94000"/>
              </a:lnSpc>
              <a:spcBef>
                <a:spcPts val="500"/>
              </a:spcBef>
              <a:spcAft>
                <a:spcPts val="0"/>
              </a:spcAft>
              <a:buClr>
                <a:schemeClr val="dk2"/>
              </a:buClr>
              <a:buSzPts val="1600"/>
              <a:buChar char="■"/>
              <a:defRPr sz="1600"/>
            </a:lvl7pPr>
            <a:lvl8pPr indent="-330200" lvl="7" marL="3657600" algn="l">
              <a:lnSpc>
                <a:spcPct val="94000"/>
              </a:lnSpc>
              <a:spcBef>
                <a:spcPts val="500"/>
              </a:spcBef>
              <a:spcAft>
                <a:spcPts val="0"/>
              </a:spcAft>
              <a:buClr>
                <a:schemeClr val="dk2"/>
              </a:buClr>
              <a:buSzPts val="1600"/>
              <a:buChar char="–"/>
              <a:defRPr sz="1600"/>
            </a:lvl8pPr>
            <a:lvl9pPr indent="-330200" lvl="8" marL="4114800" algn="l">
              <a:lnSpc>
                <a:spcPct val="94000"/>
              </a:lnSpc>
              <a:spcBef>
                <a:spcPts val="500"/>
              </a:spcBef>
              <a:spcAft>
                <a:spcPts val="200"/>
              </a:spcAft>
              <a:buClr>
                <a:schemeClr val="dk2"/>
              </a:buClr>
              <a:buSzPts val="1600"/>
              <a:buChar char="■"/>
              <a:defRPr sz="1600"/>
            </a:lvl9pPr>
          </a:lstStyle>
          <a:p/>
        </p:txBody>
      </p:sp>
      <p:sp>
        <p:nvSpPr>
          <p:cNvPr id="63" name="Google Shape;63;p9"/>
          <p:cNvSpPr txBox="1"/>
          <p:nvPr>
            <p:ph idx="2" type="body"/>
          </p:nvPr>
        </p:nvSpPr>
        <p:spPr>
          <a:xfrm>
            <a:off x="723900" y="2856344"/>
            <a:ext cx="3855720" cy="3011056"/>
          </a:xfrm>
          <a:prstGeom prst="rect">
            <a:avLst/>
          </a:prstGeom>
          <a:noFill/>
          <a:ln>
            <a:noFill/>
          </a:ln>
        </p:spPr>
        <p:txBody>
          <a:bodyPr anchorCtr="0" anchor="t" bIns="45700" lIns="91425" spcFirstLastPara="1" rIns="91425" wrap="square" tIns="45700">
            <a:normAutofit/>
          </a:bodyPr>
          <a:lstStyle>
            <a:lvl1pPr indent="-228600" lvl="0" marL="457200" algn="l">
              <a:lnSpc>
                <a:spcPct val="113000"/>
              </a:lnSpc>
              <a:spcBef>
                <a:spcPts val="0"/>
              </a:spcBef>
              <a:spcAft>
                <a:spcPts val="0"/>
              </a:spcAft>
              <a:buClr>
                <a:schemeClr val="dk2"/>
              </a:buClr>
              <a:buSzPts val="1600"/>
              <a:buNone/>
              <a:defRPr sz="1600"/>
            </a:lvl1pPr>
            <a:lvl2pPr indent="-228600" lvl="1" marL="914400" algn="l">
              <a:lnSpc>
                <a:spcPct val="94000"/>
              </a:lnSpc>
              <a:spcBef>
                <a:spcPts val="1500"/>
              </a:spcBef>
              <a:spcAft>
                <a:spcPts val="0"/>
              </a:spcAft>
              <a:buClr>
                <a:schemeClr val="dk2"/>
              </a:buClr>
              <a:buSzPts val="1400"/>
              <a:buNone/>
              <a:defRPr sz="1400"/>
            </a:lvl2pPr>
            <a:lvl3pPr indent="-228600" lvl="2" marL="1371600" algn="l">
              <a:lnSpc>
                <a:spcPct val="94000"/>
              </a:lnSpc>
              <a:spcBef>
                <a:spcPts val="500"/>
              </a:spcBef>
              <a:spcAft>
                <a:spcPts val="0"/>
              </a:spcAft>
              <a:buClr>
                <a:schemeClr val="dk2"/>
              </a:buClr>
              <a:buSzPts val="1200"/>
              <a:buNone/>
              <a:defRPr sz="1200"/>
            </a:lvl3pPr>
            <a:lvl4pPr indent="-228600" lvl="3" marL="1828800" algn="l">
              <a:lnSpc>
                <a:spcPct val="94000"/>
              </a:lnSpc>
              <a:spcBef>
                <a:spcPts val="500"/>
              </a:spcBef>
              <a:spcAft>
                <a:spcPts val="0"/>
              </a:spcAft>
              <a:buClr>
                <a:schemeClr val="dk2"/>
              </a:buClr>
              <a:buSzPts val="1000"/>
              <a:buNone/>
              <a:defRPr sz="1000"/>
            </a:lvl4pPr>
            <a:lvl5pPr indent="-228600" lvl="4" marL="2286000" algn="l">
              <a:lnSpc>
                <a:spcPct val="94000"/>
              </a:lnSpc>
              <a:spcBef>
                <a:spcPts val="500"/>
              </a:spcBef>
              <a:spcAft>
                <a:spcPts val="0"/>
              </a:spcAft>
              <a:buClr>
                <a:schemeClr val="dk2"/>
              </a:buClr>
              <a:buSzPts val="1000"/>
              <a:buNone/>
              <a:defRPr sz="1000"/>
            </a:lvl5pPr>
            <a:lvl6pPr indent="-228600" lvl="5" marL="2743200" algn="l">
              <a:lnSpc>
                <a:spcPct val="94000"/>
              </a:lnSpc>
              <a:spcBef>
                <a:spcPts val="500"/>
              </a:spcBef>
              <a:spcAft>
                <a:spcPts val="0"/>
              </a:spcAft>
              <a:buClr>
                <a:schemeClr val="dk2"/>
              </a:buClr>
              <a:buSzPts val="1000"/>
              <a:buNone/>
              <a:defRPr sz="1000"/>
            </a:lvl6pPr>
            <a:lvl7pPr indent="-228600" lvl="6" marL="3200400" algn="l">
              <a:lnSpc>
                <a:spcPct val="94000"/>
              </a:lnSpc>
              <a:spcBef>
                <a:spcPts val="500"/>
              </a:spcBef>
              <a:spcAft>
                <a:spcPts val="0"/>
              </a:spcAft>
              <a:buClr>
                <a:schemeClr val="dk2"/>
              </a:buClr>
              <a:buSzPts val="1000"/>
              <a:buNone/>
              <a:defRPr sz="1000"/>
            </a:lvl7pPr>
            <a:lvl8pPr indent="-228600" lvl="7" marL="3657600" algn="l">
              <a:lnSpc>
                <a:spcPct val="94000"/>
              </a:lnSpc>
              <a:spcBef>
                <a:spcPts val="500"/>
              </a:spcBef>
              <a:spcAft>
                <a:spcPts val="0"/>
              </a:spcAft>
              <a:buClr>
                <a:schemeClr val="dk2"/>
              </a:buClr>
              <a:buSzPts val="1000"/>
              <a:buNone/>
              <a:defRPr sz="1000"/>
            </a:lvl8pPr>
            <a:lvl9pPr indent="-228600" lvl="8" marL="4114800" algn="l">
              <a:lnSpc>
                <a:spcPct val="94000"/>
              </a:lnSpc>
              <a:spcBef>
                <a:spcPts val="500"/>
              </a:spcBef>
              <a:spcAft>
                <a:spcPts val="200"/>
              </a:spcAft>
              <a:buClr>
                <a:schemeClr val="dk2"/>
              </a:buClr>
              <a:buSzPts val="1000"/>
              <a:buNone/>
              <a:defRPr sz="1000"/>
            </a:lvl9pPr>
          </a:lstStyle>
          <a:p/>
        </p:txBody>
      </p:sp>
      <p:sp>
        <p:nvSpPr>
          <p:cNvPr id="64" name="Google Shape;64;p9"/>
          <p:cNvSpPr txBox="1"/>
          <p:nvPr>
            <p:ph idx="10" type="dt"/>
          </p:nvPr>
        </p:nvSpPr>
        <p:spPr>
          <a:xfrm>
            <a:off x="72390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9"/>
          <p:cNvSpPr txBox="1"/>
          <p:nvPr>
            <p:ph idx="11" type="ftr"/>
          </p:nvPr>
        </p:nvSpPr>
        <p:spPr>
          <a:xfrm>
            <a:off x="2205945" y="6453386"/>
            <a:ext cx="2373675"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9"/>
          <p:cNvSpPr txBox="1"/>
          <p:nvPr>
            <p:ph idx="12" type="sldNum"/>
          </p:nvPr>
        </p:nvSpPr>
        <p:spPr>
          <a:xfrm>
            <a:off x="9883140"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2"/>
                </a:solidFill>
                <a:latin typeface="Libre Franklin"/>
                <a:ea typeface="Libre Franklin"/>
                <a:cs typeface="Libre Franklin"/>
                <a:sym typeface="Libre Franklin"/>
              </a:defRPr>
            </a:lvl1pPr>
            <a:lvl2pPr indent="0" lvl="1" marL="0" algn="r">
              <a:spcBef>
                <a:spcPts val="0"/>
              </a:spcBef>
              <a:buNone/>
              <a:defRPr sz="1200">
                <a:solidFill>
                  <a:schemeClr val="dk2"/>
                </a:solidFill>
                <a:latin typeface="Libre Franklin"/>
                <a:ea typeface="Libre Franklin"/>
                <a:cs typeface="Libre Franklin"/>
                <a:sym typeface="Libre Franklin"/>
              </a:defRPr>
            </a:lvl2pPr>
            <a:lvl3pPr indent="0" lvl="2" marL="0" algn="r">
              <a:spcBef>
                <a:spcPts val="0"/>
              </a:spcBef>
              <a:buNone/>
              <a:defRPr sz="1200">
                <a:solidFill>
                  <a:schemeClr val="dk2"/>
                </a:solidFill>
                <a:latin typeface="Libre Franklin"/>
                <a:ea typeface="Libre Franklin"/>
                <a:cs typeface="Libre Franklin"/>
                <a:sym typeface="Libre Franklin"/>
              </a:defRPr>
            </a:lvl3pPr>
            <a:lvl4pPr indent="0" lvl="3" marL="0" algn="r">
              <a:spcBef>
                <a:spcPts val="0"/>
              </a:spcBef>
              <a:buNone/>
              <a:defRPr sz="1200">
                <a:solidFill>
                  <a:schemeClr val="dk2"/>
                </a:solidFill>
                <a:latin typeface="Libre Franklin"/>
                <a:ea typeface="Libre Franklin"/>
                <a:cs typeface="Libre Franklin"/>
                <a:sym typeface="Libre Franklin"/>
              </a:defRPr>
            </a:lvl4pPr>
            <a:lvl5pPr indent="0" lvl="4" marL="0" algn="r">
              <a:spcBef>
                <a:spcPts val="0"/>
              </a:spcBef>
              <a:buNone/>
              <a:defRPr sz="1200">
                <a:solidFill>
                  <a:schemeClr val="dk2"/>
                </a:solidFill>
                <a:latin typeface="Libre Franklin"/>
                <a:ea typeface="Libre Franklin"/>
                <a:cs typeface="Libre Franklin"/>
                <a:sym typeface="Libre Franklin"/>
              </a:defRPr>
            </a:lvl5pPr>
            <a:lvl6pPr indent="0" lvl="5" marL="0" algn="r">
              <a:spcBef>
                <a:spcPts val="0"/>
              </a:spcBef>
              <a:buNone/>
              <a:defRPr sz="1200">
                <a:solidFill>
                  <a:schemeClr val="dk2"/>
                </a:solidFill>
                <a:latin typeface="Libre Franklin"/>
                <a:ea typeface="Libre Franklin"/>
                <a:cs typeface="Libre Franklin"/>
                <a:sym typeface="Libre Franklin"/>
              </a:defRPr>
            </a:lvl6pPr>
            <a:lvl7pPr indent="0" lvl="6" marL="0" algn="r">
              <a:spcBef>
                <a:spcPts val="0"/>
              </a:spcBef>
              <a:buNone/>
              <a:defRPr sz="1200">
                <a:solidFill>
                  <a:schemeClr val="dk2"/>
                </a:solidFill>
                <a:latin typeface="Libre Franklin"/>
                <a:ea typeface="Libre Franklin"/>
                <a:cs typeface="Libre Franklin"/>
                <a:sym typeface="Libre Franklin"/>
              </a:defRPr>
            </a:lvl7pPr>
            <a:lvl8pPr indent="0" lvl="7" marL="0" algn="r">
              <a:spcBef>
                <a:spcPts val="0"/>
              </a:spcBef>
              <a:buNone/>
              <a:defRPr sz="1200">
                <a:solidFill>
                  <a:schemeClr val="dk2"/>
                </a:solidFill>
                <a:latin typeface="Libre Franklin"/>
                <a:ea typeface="Libre Franklin"/>
                <a:cs typeface="Libre Franklin"/>
                <a:sym typeface="Libre Franklin"/>
              </a:defRPr>
            </a:lvl8pPr>
            <a:lvl9pPr indent="0" lvl="8" marL="0" algn="r">
              <a:spcBef>
                <a:spcPts val="0"/>
              </a:spcBef>
              <a:buNone/>
              <a:defRPr sz="1200">
                <a:solidFill>
                  <a:schemeClr val="dk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s-ES"/>
              <a:t>‹#›</a:t>
            </a:fld>
            <a:endParaRPr/>
          </a:p>
        </p:txBody>
      </p:sp>
      <p:sp>
        <p:nvSpPr>
          <p:cNvPr id="67" name="Google Shape;67;p9" title="Divider Bar"/>
          <p:cNvSpPr/>
          <p:nvPr/>
        </p:nvSpPr>
        <p:spPr>
          <a:xfrm>
            <a:off x="5303520" y="376"/>
            <a:ext cx="22860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showMasterSp="0" type="picTx">
  <p:cSld name="PICTURE_WITH_CAPTION_TEXT">
    <p:spTree>
      <p:nvGrpSpPr>
        <p:cNvPr id="68" name="Shape 68"/>
        <p:cNvGrpSpPr/>
        <p:nvPr/>
      </p:nvGrpSpPr>
      <p:grpSpPr>
        <a:xfrm>
          <a:off x="0" y="0"/>
          <a:ext cx="0" cy="0"/>
          <a:chOff x="0" y="0"/>
          <a:chExt cx="0" cy="0"/>
        </a:xfrm>
      </p:grpSpPr>
      <p:sp>
        <p:nvSpPr>
          <p:cNvPr id="69" name="Google Shape;69;p10" title="Background Shape"/>
          <p:cNvSpPr/>
          <p:nvPr/>
        </p:nvSpPr>
        <p:spPr>
          <a:xfrm>
            <a:off x="0" y="376"/>
            <a:ext cx="5303520" cy="685762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0"/>
          <p:cNvSpPr txBox="1"/>
          <p:nvPr>
            <p:ph type="title"/>
          </p:nvPr>
        </p:nvSpPr>
        <p:spPr>
          <a:xfrm>
            <a:off x="723900" y="685800"/>
            <a:ext cx="3855720" cy="2157884"/>
          </a:xfrm>
          <a:prstGeom prst="rect">
            <a:avLst/>
          </a:prstGeom>
          <a:noFill/>
          <a:ln>
            <a:noFill/>
          </a:ln>
        </p:spPr>
        <p:txBody>
          <a:bodyPr anchorCtr="0" anchor="t" bIns="45700" lIns="91425" spcFirstLastPara="1" rIns="91425" wrap="square" tIns="45700">
            <a:normAutofit/>
          </a:bodyPr>
          <a:lstStyle>
            <a:lvl1pPr lvl="0" algn="l">
              <a:lnSpc>
                <a:spcPct val="84000"/>
              </a:lnSpc>
              <a:spcBef>
                <a:spcPts val="0"/>
              </a:spcBef>
              <a:spcAft>
                <a:spcPts val="0"/>
              </a:spcAft>
              <a:buClr>
                <a:schemeClr val="dk2"/>
              </a:buClr>
              <a:buSzPts val="4800"/>
              <a:buFont typeface="Libre Franklin"/>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0"/>
          <p:cNvSpPr/>
          <p:nvPr>
            <p:ph idx="2" type="pic"/>
          </p:nvPr>
        </p:nvSpPr>
        <p:spPr>
          <a:xfrm>
            <a:off x="5532120" y="0"/>
            <a:ext cx="6659880" cy="6857999"/>
          </a:xfrm>
          <a:prstGeom prst="rect">
            <a:avLst/>
          </a:prstGeom>
          <a:noFill/>
          <a:ln>
            <a:noFill/>
          </a:ln>
        </p:spPr>
      </p:sp>
      <p:sp>
        <p:nvSpPr>
          <p:cNvPr id="72" name="Google Shape;72;p10"/>
          <p:cNvSpPr txBox="1"/>
          <p:nvPr>
            <p:ph idx="1" type="body"/>
          </p:nvPr>
        </p:nvSpPr>
        <p:spPr>
          <a:xfrm>
            <a:off x="723900" y="2855968"/>
            <a:ext cx="3855720" cy="3011432"/>
          </a:xfrm>
          <a:prstGeom prst="rect">
            <a:avLst/>
          </a:prstGeom>
          <a:noFill/>
          <a:ln>
            <a:noFill/>
          </a:ln>
        </p:spPr>
        <p:txBody>
          <a:bodyPr anchorCtr="0" anchor="t" bIns="45700" lIns="91425" spcFirstLastPara="1" rIns="91425" wrap="square" tIns="45700">
            <a:normAutofit/>
          </a:bodyPr>
          <a:lstStyle>
            <a:lvl1pPr indent="-228600" lvl="0" marL="457200" algn="l">
              <a:lnSpc>
                <a:spcPct val="113000"/>
              </a:lnSpc>
              <a:spcBef>
                <a:spcPts val="0"/>
              </a:spcBef>
              <a:spcAft>
                <a:spcPts val="0"/>
              </a:spcAft>
              <a:buClr>
                <a:schemeClr val="dk2"/>
              </a:buClr>
              <a:buSzPts val="1600"/>
              <a:buNone/>
              <a:defRPr sz="1600"/>
            </a:lvl1pPr>
            <a:lvl2pPr indent="-228600" lvl="1" marL="914400" algn="l">
              <a:lnSpc>
                <a:spcPct val="94000"/>
              </a:lnSpc>
              <a:spcBef>
                <a:spcPts val="1500"/>
              </a:spcBef>
              <a:spcAft>
                <a:spcPts val="0"/>
              </a:spcAft>
              <a:buClr>
                <a:schemeClr val="dk2"/>
              </a:buClr>
              <a:buSzPts val="1400"/>
              <a:buNone/>
              <a:defRPr sz="1400"/>
            </a:lvl2pPr>
            <a:lvl3pPr indent="-228600" lvl="2" marL="1371600" algn="l">
              <a:lnSpc>
                <a:spcPct val="94000"/>
              </a:lnSpc>
              <a:spcBef>
                <a:spcPts val="500"/>
              </a:spcBef>
              <a:spcAft>
                <a:spcPts val="0"/>
              </a:spcAft>
              <a:buClr>
                <a:schemeClr val="dk2"/>
              </a:buClr>
              <a:buSzPts val="1200"/>
              <a:buNone/>
              <a:defRPr sz="1200"/>
            </a:lvl3pPr>
            <a:lvl4pPr indent="-228600" lvl="3" marL="1828800" algn="l">
              <a:lnSpc>
                <a:spcPct val="94000"/>
              </a:lnSpc>
              <a:spcBef>
                <a:spcPts val="500"/>
              </a:spcBef>
              <a:spcAft>
                <a:spcPts val="0"/>
              </a:spcAft>
              <a:buClr>
                <a:schemeClr val="dk2"/>
              </a:buClr>
              <a:buSzPts val="1000"/>
              <a:buNone/>
              <a:defRPr sz="1000"/>
            </a:lvl4pPr>
            <a:lvl5pPr indent="-228600" lvl="4" marL="2286000" algn="l">
              <a:lnSpc>
                <a:spcPct val="94000"/>
              </a:lnSpc>
              <a:spcBef>
                <a:spcPts val="500"/>
              </a:spcBef>
              <a:spcAft>
                <a:spcPts val="0"/>
              </a:spcAft>
              <a:buClr>
                <a:schemeClr val="dk2"/>
              </a:buClr>
              <a:buSzPts val="1000"/>
              <a:buNone/>
              <a:defRPr sz="1000"/>
            </a:lvl5pPr>
            <a:lvl6pPr indent="-228600" lvl="5" marL="2743200" algn="l">
              <a:lnSpc>
                <a:spcPct val="94000"/>
              </a:lnSpc>
              <a:spcBef>
                <a:spcPts val="500"/>
              </a:spcBef>
              <a:spcAft>
                <a:spcPts val="0"/>
              </a:spcAft>
              <a:buClr>
                <a:schemeClr val="dk2"/>
              </a:buClr>
              <a:buSzPts val="1000"/>
              <a:buNone/>
              <a:defRPr sz="1000"/>
            </a:lvl6pPr>
            <a:lvl7pPr indent="-228600" lvl="6" marL="3200400" algn="l">
              <a:lnSpc>
                <a:spcPct val="94000"/>
              </a:lnSpc>
              <a:spcBef>
                <a:spcPts val="500"/>
              </a:spcBef>
              <a:spcAft>
                <a:spcPts val="0"/>
              </a:spcAft>
              <a:buClr>
                <a:schemeClr val="dk2"/>
              </a:buClr>
              <a:buSzPts val="1000"/>
              <a:buNone/>
              <a:defRPr sz="1000"/>
            </a:lvl7pPr>
            <a:lvl8pPr indent="-228600" lvl="7" marL="3657600" algn="l">
              <a:lnSpc>
                <a:spcPct val="94000"/>
              </a:lnSpc>
              <a:spcBef>
                <a:spcPts val="500"/>
              </a:spcBef>
              <a:spcAft>
                <a:spcPts val="0"/>
              </a:spcAft>
              <a:buClr>
                <a:schemeClr val="dk2"/>
              </a:buClr>
              <a:buSzPts val="1000"/>
              <a:buNone/>
              <a:defRPr sz="1000"/>
            </a:lvl8pPr>
            <a:lvl9pPr indent="-228600" lvl="8" marL="4114800" algn="l">
              <a:lnSpc>
                <a:spcPct val="94000"/>
              </a:lnSpc>
              <a:spcBef>
                <a:spcPts val="500"/>
              </a:spcBef>
              <a:spcAft>
                <a:spcPts val="200"/>
              </a:spcAft>
              <a:buClr>
                <a:schemeClr val="dk2"/>
              </a:buClr>
              <a:buSzPts val="1000"/>
              <a:buNone/>
              <a:defRPr sz="1000"/>
            </a:lvl9pPr>
          </a:lstStyle>
          <a:p/>
        </p:txBody>
      </p:sp>
      <p:sp>
        <p:nvSpPr>
          <p:cNvPr id="73" name="Google Shape;73;p10"/>
          <p:cNvSpPr txBox="1"/>
          <p:nvPr>
            <p:ph idx="10" type="dt"/>
          </p:nvPr>
        </p:nvSpPr>
        <p:spPr>
          <a:xfrm>
            <a:off x="72390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0"/>
          <p:cNvSpPr txBox="1"/>
          <p:nvPr>
            <p:ph idx="11" type="ftr"/>
          </p:nvPr>
        </p:nvSpPr>
        <p:spPr>
          <a:xfrm>
            <a:off x="2205945" y="6453386"/>
            <a:ext cx="2373675"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0"/>
          <p:cNvSpPr txBox="1"/>
          <p:nvPr>
            <p:ph idx="12" type="sldNum"/>
          </p:nvPr>
        </p:nvSpPr>
        <p:spPr>
          <a:xfrm>
            <a:off x="9883140"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2"/>
                </a:solidFill>
                <a:latin typeface="Libre Franklin"/>
                <a:ea typeface="Libre Franklin"/>
                <a:cs typeface="Libre Franklin"/>
                <a:sym typeface="Libre Franklin"/>
              </a:defRPr>
            </a:lvl1pPr>
            <a:lvl2pPr indent="0" lvl="1" marL="0" algn="r">
              <a:spcBef>
                <a:spcPts val="0"/>
              </a:spcBef>
              <a:buNone/>
              <a:defRPr sz="1200">
                <a:solidFill>
                  <a:schemeClr val="dk2"/>
                </a:solidFill>
                <a:latin typeface="Libre Franklin"/>
                <a:ea typeface="Libre Franklin"/>
                <a:cs typeface="Libre Franklin"/>
                <a:sym typeface="Libre Franklin"/>
              </a:defRPr>
            </a:lvl2pPr>
            <a:lvl3pPr indent="0" lvl="2" marL="0" algn="r">
              <a:spcBef>
                <a:spcPts val="0"/>
              </a:spcBef>
              <a:buNone/>
              <a:defRPr sz="1200">
                <a:solidFill>
                  <a:schemeClr val="dk2"/>
                </a:solidFill>
                <a:latin typeface="Libre Franklin"/>
                <a:ea typeface="Libre Franklin"/>
                <a:cs typeface="Libre Franklin"/>
                <a:sym typeface="Libre Franklin"/>
              </a:defRPr>
            </a:lvl3pPr>
            <a:lvl4pPr indent="0" lvl="3" marL="0" algn="r">
              <a:spcBef>
                <a:spcPts val="0"/>
              </a:spcBef>
              <a:buNone/>
              <a:defRPr sz="1200">
                <a:solidFill>
                  <a:schemeClr val="dk2"/>
                </a:solidFill>
                <a:latin typeface="Libre Franklin"/>
                <a:ea typeface="Libre Franklin"/>
                <a:cs typeface="Libre Franklin"/>
                <a:sym typeface="Libre Franklin"/>
              </a:defRPr>
            </a:lvl4pPr>
            <a:lvl5pPr indent="0" lvl="4" marL="0" algn="r">
              <a:spcBef>
                <a:spcPts val="0"/>
              </a:spcBef>
              <a:buNone/>
              <a:defRPr sz="1200">
                <a:solidFill>
                  <a:schemeClr val="dk2"/>
                </a:solidFill>
                <a:latin typeface="Libre Franklin"/>
                <a:ea typeface="Libre Franklin"/>
                <a:cs typeface="Libre Franklin"/>
                <a:sym typeface="Libre Franklin"/>
              </a:defRPr>
            </a:lvl5pPr>
            <a:lvl6pPr indent="0" lvl="5" marL="0" algn="r">
              <a:spcBef>
                <a:spcPts val="0"/>
              </a:spcBef>
              <a:buNone/>
              <a:defRPr sz="1200">
                <a:solidFill>
                  <a:schemeClr val="dk2"/>
                </a:solidFill>
                <a:latin typeface="Libre Franklin"/>
                <a:ea typeface="Libre Franklin"/>
                <a:cs typeface="Libre Franklin"/>
                <a:sym typeface="Libre Franklin"/>
              </a:defRPr>
            </a:lvl6pPr>
            <a:lvl7pPr indent="0" lvl="6" marL="0" algn="r">
              <a:spcBef>
                <a:spcPts val="0"/>
              </a:spcBef>
              <a:buNone/>
              <a:defRPr sz="1200">
                <a:solidFill>
                  <a:schemeClr val="dk2"/>
                </a:solidFill>
                <a:latin typeface="Libre Franklin"/>
                <a:ea typeface="Libre Franklin"/>
                <a:cs typeface="Libre Franklin"/>
                <a:sym typeface="Libre Franklin"/>
              </a:defRPr>
            </a:lvl7pPr>
            <a:lvl8pPr indent="0" lvl="7" marL="0" algn="r">
              <a:spcBef>
                <a:spcPts val="0"/>
              </a:spcBef>
              <a:buNone/>
              <a:defRPr sz="1200">
                <a:solidFill>
                  <a:schemeClr val="dk2"/>
                </a:solidFill>
                <a:latin typeface="Libre Franklin"/>
                <a:ea typeface="Libre Franklin"/>
                <a:cs typeface="Libre Franklin"/>
                <a:sym typeface="Libre Franklin"/>
              </a:defRPr>
            </a:lvl8pPr>
            <a:lvl9pPr indent="0" lvl="8" marL="0" algn="r">
              <a:spcBef>
                <a:spcPts val="0"/>
              </a:spcBef>
              <a:buNone/>
              <a:defRPr sz="1200">
                <a:solidFill>
                  <a:schemeClr val="dk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s-ES"/>
              <a:t>‹#›</a:t>
            </a:fld>
            <a:endParaRPr/>
          </a:p>
        </p:txBody>
      </p:sp>
      <p:sp>
        <p:nvSpPr>
          <p:cNvPr id="76" name="Google Shape;76;p10" title="Divider Bar"/>
          <p:cNvSpPr/>
          <p:nvPr/>
        </p:nvSpPr>
        <p:spPr>
          <a:xfrm>
            <a:off x="5303520" y="376"/>
            <a:ext cx="22860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7" name="Shape 77"/>
        <p:cNvGrpSpPr/>
        <p:nvPr/>
      </p:nvGrpSpPr>
      <p:grpSpPr>
        <a:xfrm>
          <a:off x="0" y="0"/>
          <a:ext cx="0" cy="0"/>
          <a:chOff x="0" y="0"/>
          <a:chExt cx="0" cy="0"/>
        </a:xfrm>
      </p:grpSpPr>
      <p:sp>
        <p:nvSpPr>
          <p:cNvPr id="78" name="Google Shape;78;p11"/>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1"/>
          <p:cNvSpPr txBox="1"/>
          <p:nvPr>
            <p:ph idx="1" type="body"/>
          </p:nvPr>
        </p:nvSpPr>
        <p:spPr>
          <a:xfrm rot="5400000">
            <a:off x="4386263" y="-719137"/>
            <a:ext cx="3571875" cy="9601200"/>
          </a:xfrm>
          <a:prstGeom prst="rect">
            <a:avLst/>
          </a:prstGeom>
          <a:noFill/>
          <a:ln>
            <a:noFill/>
          </a:ln>
        </p:spPr>
        <p:txBody>
          <a:bodyPr anchorCtr="0" anchor="t" bIns="45700" lIns="91425" spcFirstLastPara="1" rIns="91425" wrap="square" tIns="45700">
            <a:normAutofit/>
          </a:bodyPr>
          <a:lstStyle>
            <a:lvl1pPr indent="-342900" lvl="0" marL="457200" algn="l">
              <a:lnSpc>
                <a:spcPct val="94000"/>
              </a:lnSpc>
              <a:spcBef>
                <a:spcPts val="1000"/>
              </a:spcBef>
              <a:spcAft>
                <a:spcPts val="0"/>
              </a:spcAft>
              <a:buClr>
                <a:schemeClr val="dk2"/>
              </a:buClr>
              <a:buSzPts val="1800"/>
              <a:buChar char="■"/>
              <a:defRPr/>
            </a:lvl1pPr>
            <a:lvl2pPr indent="-342900" lvl="1" marL="914400" algn="l">
              <a:lnSpc>
                <a:spcPct val="94000"/>
              </a:lnSpc>
              <a:spcBef>
                <a:spcPts val="500"/>
              </a:spcBef>
              <a:spcAft>
                <a:spcPts val="0"/>
              </a:spcAft>
              <a:buClr>
                <a:schemeClr val="dk2"/>
              </a:buClr>
              <a:buSzPts val="1800"/>
              <a:buChar char="–"/>
              <a:defRPr/>
            </a:lvl2pPr>
            <a:lvl3pPr indent="-342900" lvl="2" marL="1371600" algn="l">
              <a:lnSpc>
                <a:spcPct val="94000"/>
              </a:lnSpc>
              <a:spcBef>
                <a:spcPts val="500"/>
              </a:spcBef>
              <a:spcAft>
                <a:spcPts val="0"/>
              </a:spcAft>
              <a:buClr>
                <a:schemeClr val="dk2"/>
              </a:buClr>
              <a:buSzPts val="1800"/>
              <a:buChar char="■"/>
              <a:defRPr/>
            </a:lvl3pPr>
            <a:lvl4pPr indent="-342900" lvl="3" marL="1828800" algn="l">
              <a:lnSpc>
                <a:spcPct val="94000"/>
              </a:lnSpc>
              <a:spcBef>
                <a:spcPts val="500"/>
              </a:spcBef>
              <a:spcAft>
                <a:spcPts val="0"/>
              </a:spcAft>
              <a:buClr>
                <a:schemeClr val="dk2"/>
              </a:buClr>
              <a:buSzPts val="1800"/>
              <a:buChar char="–"/>
              <a:defRPr/>
            </a:lvl4pPr>
            <a:lvl5pPr indent="-342900" lvl="4" marL="2286000" algn="l">
              <a:lnSpc>
                <a:spcPct val="94000"/>
              </a:lnSpc>
              <a:spcBef>
                <a:spcPts val="500"/>
              </a:spcBef>
              <a:spcAft>
                <a:spcPts val="0"/>
              </a:spcAft>
              <a:buClr>
                <a:schemeClr val="dk2"/>
              </a:buClr>
              <a:buSzPts val="1800"/>
              <a:buChar char="■"/>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80" name="Google Shape;80;p11"/>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1"/>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1"/>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3" name="Shape 83"/>
        <p:cNvGrpSpPr/>
        <p:nvPr/>
      </p:nvGrpSpPr>
      <p:grpSpPr>
        <a:xfrm>
          <a:off x="0" y="0"/>
          <a:ext cx="0" cy="0"/>
          <a:chOff x="0" y="0"/>
          <a:chExt cx="0" cy="0"/>
        </a:xfrm>
      </p:grpSpPr>
      <p:sp>
        <p:nvSpPr>
          <p:cNvPr id="84" name="Google Shape;84;p12"/>
          <p:cNvSpPr txBox="1"/>
          <p:nvPr>
            <p:ph type="title"/>
          </p:nvPr>
        </p:nvSpPr>
        <p:spPr>
          <a:xfrm rot="5400000">
            <a:off x="7757822" y="2462895"/>
            <a:ext cx="5243244" cy="1565766"/>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2"/>
          <p:cNvSpPr txBox="1"/>
          <p:nvPr>
            <p:ph idx="1" type="body"/>
          </p:nvPr>
        </p:nvSpPr>
        <p:spPr>
          <a:xfrm rot="5400000">
            <a:off x="2839799" y="-844042"/>
            <a:ext cx="5243244" cy="8179641"/>
          </a:xfrm>
          <a:prstGeom prst="rect">
            <a:avLst/>
          </a:prstGeom>
          <a:noFill/>
          <a:ln>
            <a:noFill/>
          </a:ln>
        </p:spPr>
        <p:txBody>
          <a:bodyPr anchorCtr="0" anchor="t" bIns="45700" lIns="91425" spcFirstLastPara="1" rIns="91425" wrap="square" tIns="45700">
            <a:normAutofit/>
          </a:bodyPr>
          <a:lstStyle>
            <a:lvl1pPr indent="-342900" lvl="0" marL="457200" algn="l">
              <a:lnSpc>
                <a:spcPct val="94000"/>
              </a:lnSpc>
              <a:spcBef>
                <a:spcPts val="1000"/>
              </a:spcBef>
              <a:spcAft>
                <a:spcPts val="0"/>
              </a:spcAft>
              <a:buClr>
                <a:schemeClr val="dk2"/>
              </a:buClr>
              <a:buSzPts val="1800"/>
              <a:buChar char="■"/>
              <a:defRPr/>
            </a:lvl1pPr>
            <a:lvl2pPr indent="-342900" lvl="1" marL="914400" algn="l">
              <a:lnSpc>
                <a:spcPct val="94000"/>
              </a:lnSpc>
              <a:spcBef>
                <a:spcPts val="500"/>
              </a:spcBef>
              <a:spcAft>
                <a:spcPts val="0"/>
              </a:spcAft>
              <a:buClr>
                <a:schemeClr val="dk2"/>
              </a:buClr>
              <a:buSzPts val="1800"/>
              <a:buChar char="–"/>
              <a:defRPr/>
            </a:lvl2pPr>
            <a:lvl3pPr indent="-342900" lvl="2" marL="1371600" algn="l">
              <a:lnSpc>
                <a:spcPct val="94000"/>
              </a:lnSpc>
              <a:spcBef>
                <a:spcPts val="500"/>
              </a:spcBef>
              <a:spcAft>
                <a:spcPts val="0"/>
              </a:spcAft>
              <a:buClr>
                <a:schemeClr val="dk2"/>
              </a:buClr>
              <a:buSzPts val="1800"/>
              <a:buChar char="■"/>
              <a:defRPr/>
            </a:lvl3pPr>
            <a:lvl4pPr indent="-342900" lvl="3" marL="1828800" algn="l">
              <a:lnSpc>
                <a:spcPct val="94000"/>
              </a:lnSpc>
              <a:spcBef>
                <a:spcPts val="500"/>
              </a:spcBef>
              <a:spcAft>
                <a:spcPts val="0"/>
              </a:spcAft>
              <a:buClr>
                <a:schemeClr val="dk2"/>
              </a:buClr>
              <a:buSzPts val="1800"/>
              <a:buChar char="–"/>
              <a:defRPr/>
            </a:lvl4pPr>
            <a:lvl5pPr indent="-342900" lvl="4" marL="2286000" algn="l">
              <a:lnSpc>
                <a:spcPct val="94000"/>
              </a:lnSpc>
              <a:spcBef>
                <a:spcPts val="500"/>
              </a:spcBef>
              <a:spcAft>
                <a:spcPts val="0"/>
              </a:spcAft>
              <a:buClr>
                <a:schemeClr val="dk2"/>
              </a:buClr>
              <a:buSzPts val="1800"/>
              <a:buChar char="■"/>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86" name="Google Shape;86;p12"/>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2"/>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2"/>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marR="0" rtl="0" algn="l">
              <a:lnSpc>
                <a:spcPct val="89000"/>
              </a:lnSpc>
              <a:spcBef>
                <a:spcPts val="0"/>
              </a:spcBef>
              <a:spcAft>
                <a:spcPts val="0"/>
              </a:spcAft>
              <a:buClr>
                <a:schemeClr val="dk2"/>
              </a:buClr>
              <a:buSzPts val="4400"/>
              <a:buFont typeface="Libre Franklin"/>
              <a:buNone/>
              <a:defRPr b="0" i="0" sz="4400" u="none" cap="none" strike="noStrike">
                <a:solidFill>
                  <a:schemeClr val="dk2"/>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1371600" y="2286000"/>
            <a:ext cx="9601200" cy="3581400"/>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4000"/>
              </a:lnSpc>
              <a:spcBef>
                <a:spcPts val="1000"/>
              </a:spcBef>
              <a:spcAft>
                <a:spcPts val="0"/>
              </a:spcAft>
              <a:buClr>
                <a:schemeClr val="dk2"/>
              </a:buClr>
              <a:buSzPts val="2000"/>
              <a:buFont typeface="Libre Franklin"/>
              <a:buChar char="■"/>
              <a:defRPr b="0" i="0" sz="2000" u="none" cap="none" strike="noStrike">
                <a:solidFill>
                  <a:schemeClr val="dk2"/>
                </a:solidFill>
                <a:latin typeface="Libre Franklin"/>
                <a:ea typeface="Libre Franklin"/>
                <a:cs typeface="Libre Franklin"/>
                <a:sym typeface="Libre Franklin"/>
              </a:defRPr>
            </a:lvl1pPr>
            <a:lvl2pPr indent="-355600" lvl="1" marL="914400" marR="0" rtl="0" algn="l">
              <a:lnSpc>
                <a:spcPct val="94000"/>
              </a:lnSpc>
              <a:spcBef>
                <a:spcPts val="500"/>
              </a:spcBef>
              <a:spcAft>
                <a:spcPts val="0"/>
              </a:spcAft>
              <a:buClr>
                <a:schemeClr val="dk2"/>
              </a:buClr>
              <a:buSzPts val="2000"/>
              <a:buFont typeface="Libre Franklin"/>
              <a:buChar char="–"/>
              <a:defRPr b="0" i="1" sz="2000" u="none" cap="none" strike="noStrike">
                <a:solidFill>
                  <a:schemeClr val="dk2"/>
                </a:solidFill>
                <a:latin typeface="Libre Franklin"/>
                <a:ea typeface="Libre Franklin"/>
                <a:cs typeface="Libre Franklin"/>
                <a:sym typeface="Libre Franklin"/>
              </a:defRPr>
            </a:lvl2pPr>
            <a:lvl3pPr indent="-342900" lvl="2" marL="1371600" marR="0" rtl="0" algn="l">
              <a:lnSpc>
                <a:spcPct val="94000"/>
              </a:lnSpc>
              <a:spcBef>
                <a:spcPts val="500"/>
              </a:spcBef>
              <a:spcAft>
                <a:spcPts val="0"/>
              </a:spcAft>
              <a:buClr>
                <a:schemeClr val="dk2"/>
              </a:buClr>
              <a:buSzPts val="1800"/>
              <a:buFont typeface="Libre Franklin"/>
              <a:buChar char="■"/>
              <a:defRPr b="0" i="0" sz="1800" u="none" cap="none" strike="noStrike">
                <a:solidFill>
                  <a:schemeClr val="dk2"/>
                </a:solidFill>
                <a:latin typeface="Libre Franklin"/>
                <a:ea typeface="Libre Franklin"/>
                <a:cs typeface="Libre Franklin"/>
                <a:sym typeface="Libre Franklin"/>
              </a:defRPr>
            </a:lvl3pPr>
            <a:lvl4pPr indent="-342900" lvl="3" marL="1828800" marR="0" rtl="0" algn="l">
              <a:lnSpc>
                <a:spcPct val="94000"/>
              </a:lnSpc>
              <a:spcBef>
                <a:spcPts val="500"/>
              </a:spcBef>
              <a:spcAft>
                <a:spcPts val="0"/>
              </a:spcAft>
              <a:buClr>
                <a:schemeClr val="dk2"/>
              </a:buClr>
              <a:buSzPts val="1800"/>
              <a:buFont typeface="Libre Franklin"/>
              <a:buChar char="–"/>
              <a:defRPr b="0" i="1" sz="1800" u="none" cap="none" strike="noStrike">
                <a:solidFill>
                  <a:schemeClr val="dk2"/>
                </a:solidFill>
                <a:latin typeface="Libre Franklin"/>
                <a:ea typeface="Libre Franklin"/>
                <a:cs typeface="Libre Franklin"/>
                <a:sym typeface="Libre Franklin"/>
              </a:defRPr>
            </a:lvl4pPr>
            <a:lvl5pPr indent="-330200" lvl="4" marL="2286000" marR="0" rtl="0" algn="l">
              <a:lnSpc>
                <a:spcPct val="94000"/>
              </a:lnSpc>
              <a:spcBef>
                <a:spcPts val="500"/>
              </a:spcBef>
              <a:spcAft>
                <a:spcPts val="0"/>
              </a:spcAft>
              <a:buClr>
                <a:schemeClr val="dk2"/>
              </a:buClr>
              <a:buSzPts val="1600"/>
              <a:buFont typeface="Libre Franklin"/>
              <a:buChar char="■"/>
              <a:defRPr b="0" i="0" sz="1600" u="none" cap="none" strike="noStrike">
                <a:solidFill>
                  <a:schemeClr val="dk2"/>
                </a:solidFill>
                <a:latin typeface="Libre Franklin"/>
                <a:ea typeface="Libre Franklin"/>
                <a:cs typeface="Libre Franklin"/>
                <a:sym typeface="Libre Franklin"/>
              </a:defRPr>
            </a:lvl5pPr>
            <a:lvl6pPr indent="-330200" lvl="5" marL="2743200" marR="0" rtl="0" algn="l">
              <a:lnSpc>
                <a:spcPct val="94000"/>
              </a:lnSpc>
              <a:spcBef>
                <a:spcPts val="500"/>
              </a:spcBef>
              <a:spcAft>
                <a:spcPts val="0"/>
              </a:spcAft>
              <a:buClr>
                <a:schemeClr val="dk2"/>
              </a:buClr>
              <a:buSzPts val="1600"/>
              <a:buFont typeface="Libre Franklin"/>
              <a:buChar char="–"/>
              <a:defRPr b="0" i="1" sz="1600" u="none" cap="none" strike="noStrike">
                <a:solidFill>
                  <a:schemeClr val="dk2"/>
                </a:solidFill>
                <a:latin typeface="Libre Franklin"/>
                <a:ea typeface="Libre Franklin"/>
                <a:cs typeface="Libre Franklin"/>
                <a:sym typeface="Libre Franklin"/>
              </a:defRPr>
            </a:lvl6pPr>
            <a:lvl7pPr indent="-317500" lvl="6" marL="3200400" marR="0" rtl="0" algn="l">
              <a:lnSpc>
                <a:spcPct val="94000"/>
              </a:lnSpc>
              <a:spcBef>
                <a:spcPts val="500"/>
              </a:spcBef>
              <a:spcAft>
                <a:spcPts val="0"/>
              </a:spcAft>
              <a:buClr>
                <a:schemeClr val="dk2"/>
              </a:buClr>
              <a:buSzPts val="1400"/>
              <a:buFont typeface="Libre Franklin"/>
              <a:buChar char="■"/>
              <a:defRPr b="0" i="0" sz="1400" u="none" cap="none" strike="noStrike">
                <a:solidFill>
                  <a:schemeClr val="dk2"/>
                </a:solidFill>
                <a:latin typeface="Libre Franklin"/>
                <a:ea typeface="Libre Franklin"/>
                <a:cs typeface="Libre Franklin"/>
                <a:sym typeface="Libre Franklin"/>
              </a:defRPr>
            </a:lvl7pPr>
            <a:lvl8pPr indent="-317500" lvl="7" marL="3657600" marR="0" rtl="0" algn="l">
              <a:lnSpc>
                <a:spcPct val="94000"/>
              </a:lnSpc>
              <a:spcBef>
                <a:spcPts val="500"/>
              </a:spcBef>
              <a:spcAft>
                <a:spcPts val="0"/>
              </a:spcAft>
              <a:buClr>
                <a:schemeClr val="dk2"/>
              </a:buClr>
              <a:buSzPts val="1400"/>
              <a:buFont typeface="Libre Franklin"/>
              <a:buChar char="–"/>
              <a:defRPr b="0" i="1" sz="1400" u="none" cap="none" strike="noStrike">
                <a:solidFill>
                  <a:schemeClr val="dk2"/>
                </a:solidFill>
                <a:latin typeface="Libre Franklin"/>
                <a:ea typeface="Libre Franklin"/>
                <a:cs typeface="Libre Franklin"/>
                <a:sym typeface="Libre Franklin"/>
              </a:defRPr>
            </a:lvl8pPr>
            <a:lvl9pPr indent="-317500" lvl="8" marL="4114800" marR="0" rtl="0" algn="l">
              <a:lnSpc>
                <a:spcPct val="94000"/>
              </a:lnSpc>
              <a:spcBef>
                <a:spcPts val="500"/>
              </a:spcBef>
              <a:spcAft>
                <a:spcPts val="200"/>
              </a:spcAft>
              <a:buClr>
                <a:schemeClr val="dk2"/>
              </a:buClr>
              <a:buSzPts val="1400"/>
              <a:buFont typeface="Libre Franklin"/>
              <a:buChar char="■"/>
              <a:defRPr b="0" i="0" sz="1400" u="none" cap="none" strike="noStrike">
                <a:solidFill>
                  <a:schemeClr val="dk2"/>
                </a:solidFill>
                <a:latin typeface="Libre Franklin"/>
                <a:ea typeface="Libre Franklin"/>
                <a:cs typeface="Libre Franklin"/>
                <a:sym typeface="Libre Franklin"/>
              </a:defRPr>
            </a:lvl9pPr>
          </a:lstStyle>
          <a:p/>
        </p:txBody>
      </p:sp>
      <p:sp>
        <p:nvSpPr>
          <p:cNvPr id="8" name="Google Shape;8;p1"/>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9" name="Google Shape;9;p1"/>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0" name="Google Shape;10;p1"/>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dk2"/>
                </a:solidFill>
                <a:latin typeface="Libre Franklin"/>
                <a:ea typeface="Libre Franklin"/>
                <a:cs typeface="Libre Franklin"/>
                <a:sym typeface="Libre Franklin"/>
              </a:defRPr>
            </a:lvl1pPr>
            <a:lvl2pPr indent="0" lvl="1" marL="0" marR="0" rtl="0" algn="r">
              <a:spcBef>
                <a:spcPts val="0"/>
              </a:spcBef>
              <a:buNone/>
              <a:defRPr b="0" i="0" sz="1200" u="none" cap="none" strike="noStrike">
                <a:solidFill>
                  <a:schemeClr val="dk2"/>
                </a:solidFill>
                <a:latin typeface="Libre Franklin"/>
                <a:ea typeface="Libre Franklin"/>
                <a:cs typeface="Libre Franklin"/>
                <a:sym typeface="Libre Franklin"/>
              </a:defRPr>
            </a:lvl2pPr>
            <a:lvl3pPr indent="0" lvl="2" marL="0" marR="0" rtl="0" algn="r">
              <a:spcBef>
                <a:spcPts val="0"/>
              </a:spcBef>
              <a:buNone/>
              <a:defRPr b="0" i="0" sz="1200" u="none" cap="none" strike="noStrike">
                <a:solidFill>
                  <a:schemeClr val="dk2"/>
                </a:solidFill>
                <a:latin typeface="Libre Franklin"/>
                <a:ea typeface="Libre Franklin"/>
                <a:cs typeface="Libre Franklin"/>
                <a:sym typeface="Libre Franklin"/>
              </a:defRPr>
            </a:lvl3pPr>
            <a:lvl4pPr indent="0" lvl="3" marL="0" marR="0" rtl="0" algn="r">
              <a:spcBef>
                <a:spcPts val="0"/>
              </a:spcBef>
              <a:buNone/>
              <a:defRPr b="0" i="0" sz="1200" u="none" cap="none" strike="noStrike">
                <a:solidFill>
                  <a:schemeClr val="dk2"/>
                </a:solidFill>
                <a:latin typeface="Libre Franklin"/>
                <a:ea typeface="Libre Franklin"/>
                <a:cs typeface="Libre Franklin"/>
                <a:sym typeface="Libre Franklin"/>
              </a:defRPr>
            </a:lvl4pPr>
            <a:lvl5pPr indent="0" lvl="4" marL="0" marR="0" rtl="0" algn="r">
              <a:spcBef>
                <a:spcPts val="0"/>
              </a:spcBef>
              <a:buNone/>
              <a:defRPr b="0" i="0" sz="1200" u="none" cap="none" strike="noStrike">
                <a:solidFill>
                  <a:schemeClr val="dk2"/>
                </a:solidFill>
                <a:latin typeface="Libre Franklin"/>
                <a:ea typeface="Libre Franklin"/>
                <a:cs typeface="Libre Franklin"/>
                <a:sym typeface="Libre Franklin"/>
              </a:defRPr>
            </a:lvl5pPr>
            <a:lvl6pPr indent="0" lvl="5" marL="0" marR="0" rtl="0" algn="r">
              <a:spcBef>
                <a:spcPts val="0"/>
              </a:spcBef>
              <a:buNone/>
              <a:defRPr b="0" i="0" sz="1200" u="none" cap="none" strike="noStrike">
                <a:solidFill>
                  <a:schemeClr val="dk2"/>
                </a:solidFill>
                <a:latin typeface="Libre Franklin"/>
                <a:ea typeface="Libre Franklin"/>
                <a:cs typeface="Libre Franklin"/>
                <a:sym typeface="Libre Franklin"/>
              </a:defRPr>
            </a:lvl6pPr>
            <a:lvl7pPr indent="0" lvl="6" marL="0" marR="0" rtl="0" algn="r">
              <a:spcBef>
                <a:spcPts val="0"/>
              </a:spcBef>
              <a:buNone/>
              <a:defRPr b="0" i="0" sz="1200" u="none" cap="none" strike="noStrike">
                <a:solidFill>
                  <a:schemeClr val="dk2"/>
                </a:solidFill>
                <a:latin typeface="Libre Franklin"/>
                <a:ea typeface="Libre Franklin"/>
                <a:cs typeface="Libre Franklin"/>
                <a:sym typeface="Libre Franklin"/>
              </a:defRPr>
            </a:lvl7pPr>
            <a:lvl8pPr indent="0" lvl="7" marL="0" marR="0" rtl="0" algn="r">
              <a:spcBef>
                <a:spcPts val="0"/>
              </a:spcBef>
              <a:buNone/>
              <a:defRPr b="0" i="0" sz="1200" u="none" cap="none" strike="noStrike">
                <a:solidFill>
                  <a:schemeClr val="dk2"/>
                </a:solidFill>
                <a:latin typeface="Libre Franklin"/>
                <a:ea typeface="Libre Franklin"/>
                <a:cs typeface="Libre Franklin"/>
                <a:sym typeface="Libre Franklin"/>
              </a:defRPr>
            </a:lvl8pPr>
            <a:lvl9pPr indent="0" lvl="8" marL="0" marR="0" rtl="0" algn="r">
              <a:spcBef>
                <a:spcPts val="0"/>
              </a:spcBef>
              <a:buNone/>
              <a:defRPr b="0" i="0" sz="1200" u="none" cap="none" strike="noStrike">
                <a:solidFill>
                  <a:schemeClr val="dk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s-ES"/>
              <a:t>‹#›</a:t>
            </a:fld>
            <a:endParaRPr/>
          </a:p>
        </p:txBody>
      </p:sp>
      <p:sp>
        <p:nvSpPr>
          <p:cNvPr id="11" name="Google Shape;11;p1" title="Side bar"/>
          <p:cNvSpPr/>
          <p:nvPr/>
        </p:nvSpPr>
        <p:spPr>
          <a:xfrm>
            <a:off x="478095" y="376"/>
            <a:ext cx="22860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368">
          <p15:clr>
            <a:srgbClr val="F26B43"/>
          </p15:clr>
        </p15:guide>
        <p15:guide id="2" orient="horz" pos="1440">
          <p15:clr>
            <a:srgbClr val="F26B43"/>
          </p15:clr>
        </p15:guide>
        <p15:guide id="3" orient="horz" pos="3696">
          <p15:clr>
            <a:srgbClr val="F26B43"/>
          </p15:clr>
        </p15:guide>
        <p15:guide id="4" orient="horz" pos="432">
          <p15:clr>
            <a:srgbClr val="F26B43"/>
          </p15:clr>
        </p15:guide>
        <p15:guide id="5" orient="horz" pos="1512">
          <p15:clr>
            <a:srgbClr val="F26B43"/>
          </p15:clr>
        </p15:guide>
        <p15:guide id="6" pos="6912">
          <p15:clr>
            <a:srgbClr val="F26B43"/>
          </p15:clr>
        </p15:guide>
        <p15:guide id="7" pos="936">
          <p15:clr>
            <a:srgbClr val="F26B43"/>
          </p15:clr>
        </p15:guide>
        <p15:guide id="8"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iis.net/" TargetMode="External"/><Relationship Id="rId4" Type="http://schemas.openxmlformats.org/officeDocument/2006/relationships/hyperlink" Target="https://w3techs.com/technologies/overview/web_server"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www.profesionalreview.com/2018/12/13/mysql-windows-10/" TargetMode="External"/><Relationship Id="rId4" Type="http://schemas.openxmlformats.org/officeDocument/2006/relationships/hyperlink" Target="https://www.solvetic.com/tutoriales/article/12734-como-instalar-mysql-en-ubuntu/"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3"/>
          <p:cNvSpPr txBox="1"/>
          <p:nvPr>
            <p:ph type="ctrTitle"/>
          </p:nvPr>
        </p:nvSpPr>
        <p:spPr>
          <a:xfrm>
            <a:off x="1915125" y="1261052"/>
            <a:ext cx="8361300" cy="2522100"/>
          </a:xfrm>
          <a:prstGeom prst="rect">
            <a:avLst/>
          </a:prstGeom>
          <a:noFill/>
          <a:ln>
            <a:noFill/>
          </a:ln>
        </p:spPr>
        <p:txBody>
          <a:bodyPr anchorCtr="0" anchor="b" bIns="45700" lIns="91425" spcFirstLastPara="1" rIns="91425" wrap="square" tIns="45700">
            <a:noAutofit/>
          </a:bodyPr>
          <a:lstStyle/>
          <a:p>
            <a:pPr indent="0" lvl="0" marL="0" rtl="0" algn="ctr">
              <a:lnSpc>
                <a:spcPct val="89000"/>
              </a:lnSpc>
              <a:spcBef>
                <a:spcPts val="0"/>
              </a:spcBef>
              <a:spcAft>
                <a:spcPts val="0"/>
              </a:spcAft>
              <a:buClr>
                <a:schemeClr val="dk2"/>
              </a:buClr>
              <a:buSzPts val="6480"/>
              <a:buFont typeface="Libre Franklin"/>
              <a:buNone/>
            </a:pPr>
            <a:r>
              <a:rPr lang="es-ES" sz="4900"/>
              <a:t>UD02 - PREPARACI</a:t>
            </a:r>
            <a:r>
              <a:rPr lang="es-ES" sz="4900"/>
              <a:t>ÓN DEL ENTORNO DE TRABAJO PARA APLICACIONES WEB</a:t>
            </a:r>
            <a:endParaRPr sz="4900"/>
          </a:p>
        </p:txBody>
      </p:sp>
      <p:sp>
        <p:nvSpPr>
          <p:cNvPr id="94" name="Google Shape;94;p13"/>
          <p:cNvSpPr txBox="1"/>
          <p:nvPr>
            <p:ph idx="1" type="subTitle"/>
          </p:nvPr>
        </p:nvSpPr>
        <p:spPr>
          <a:xfrm>
            <a:off x="2679906" y="3956279"/>
            <a:ext cx="6831673" cy="1086237"/>
          </a:xfrm>
          <a:prstGeom prst="rect">
            <a:avLst/>
          </a:prstGeom>
          <a:noFill/>
          <a:ln>
            <a:noFill/>
          </a:ln>
        </p:spPr>
        <p:txBody>
          <a:bodyPr anchorCtr="0" anchor="t" bIns="45700" lIns="91425" spcFirstLastPara="1" rIns="91425" wrap="square" tIns="45700">
            <a:normAutofit lnSpcReduction="20000"/>
          </a:bodyPr>
          <a:lstStyle/>
          <a:p>
            <a:pPr indent="0" lvl="0" marL="0" rtl="0" algn="ctr">
              <a:lnSpc>
                <a:spcPct val="112000"/>
              </a:lnSpc>
              <a:spcBef>
                <a:spcPts val="0"/>
              </a:spcBef>
              <a:spcAft>
                <a:spcPts val="0"/>
              </a:spcAft>
              <a:buClr>
                <a:schemeClr val="dk2"/>
              </a:buClr>
              <a:buSzPts val="2400"/>
              <a:buNone/>
            </a:pPr>
            <a:r>
              <a:rPr b="1" lang="es-ES" sz="2400"/>
              <a:t>Preparación del entorno de trabajo</a:t>
            </a:r>
            <a:endParaRPr b="1"/>
          </a:p>
          <a:p>
            <a:pPr indent="0" lvl="0" marL="0" rtl="0" algn="ctr">
              <a:lnSpc>
                <a:spcPct val="112000"/>
              </a:lnSpc>
              <a:spcBef>
                <a:spcPts val="0"/>
              </a:spcBef>
              <a:spcAft>
                <a:spcPts val="0"/>
              </a:spcAft>
              <a:buClr>
                <a:schemeClr val="dk2"/>
              </a:buClr>
              <a:buSzPts val="2400"/>
              <a:buNone/>
            </a:pPr>
            <a:r>
              <a:t/>
            </a:r>
            <a:endParaRPr/>
          </a:p>
          <a:p>
            <a:pPr indent="0" lvl="0" marL="0" rtl="0" algn="ctr">
              <a:lnSpc>
                <a:spcPct val="112000"/>
              </a:lnSpc>
              <a:spcBef>
                <a:spcPts val="0"/>
              </a:spcBef>
              <a:spcAft>
                <a:spcPts val="0"/>
              </a:spcAft>
              <a:buClr>
                <a:schemeClr val="dk2"/>
              </a:buClr>
              <a:buSzPts val="2400"/>
              <a:buNone/>
            </a:pPr>
            <a:r>
              <a:rPr lang="es-ES"/>
              <a:t>2º ASIR - Implantación de Aplicaciones Web</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4"/>
          <p:cNvSpPr txBox="1"/>
          <p:nvPr/>
        </p:nvSpPr>
        <p:spPr>
          <a:xfrm>
            <a:off x="2257168" y="2075934"/>
            <a:ext cx="8896800" cy="310920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800"/>
              <a:buFont typeface="Libre Franklin"/>
              <a:buAutoNum type="arabicPeriod"/>
            </a:pPr>
            <a:r>
              <a:rPr b="0" i="0" lang="es-ES" sz="2800" u="none" cap="none" strike="noStrike">
                <a:solidFill>
                  <a:schemeClr val="dk1"/>
                </a:solidFill>
                <a:latin typeface="Libre Franklin"/>
                <a:ea typeface="Libre Franklin"/>
                <a:cs typeface="Libre Franklin"/>
                <a:sym typeface="Libre Franklin"/>
              </a:rPr>
              <a:t>Preparación del entorno de trabajo.</a:t>
            </a:r>
            <a:endParaRPr/>
          </a:p>
          <a:p>
            <a:pPr indent="-342900" lvl="0" marL="342900" marR="0" rtl="0" algn="l">
              <a:spcBef>
                <a:spcPts val="0"/>
              </a:spcBef>
              <a:spcAft>
                <a:spcPts val="0"/>
              </a:spcAft>
              <a:buClr>
                <a:schemeClr val="dk1"/>
              </a:buClr>
              <a:buSzPts val="2800"/>
              <a:buFont typeface="Libre Franklin"/>
              <a:buAutoNum type="arabicPeriod"/>
            </a:pPr>
            <a:r>
              <a:rPr b="0" i="0" lang="es-ES" sz="2800" u="none" cap="none" strike="noStrike">
                <a:solidFill>
                  <a:schemeClr val="dk1"/>
                </a:solidFill>
                <a:latin typeface="Libre Franklin"/>
                <a:ea typeface="Libre Franklin"/>
                <a:cs typeface="Libre Franklin"/>
                <a:sym typeface="Libre Franklin"/>
              </a:rPr>
              <a:t>Servidor Web.</a:t>
            </a:r>
            <a:endParaRPr/>
          </a:p>
          <a:p>
            <a:pPr indent="-342900" lvl="0" marL="342900" marR="0" rtl="0" algn="l">
              <a:spcBef>
                <a:spcPts val="0"/>
              </a:spcBef>
              <a:spcAft>
                <a:spcPts val="0"/>
              </a:spcAft>
              <a:buClr>
                <a:schemeClr val="dk1"/>
              </a:buClr>
              <a:buSzPts val="2800"/>
              <a:buFont typeface="Libre Franklin"/>
              <a:buAutoNum type="arabicPeriod"/>
            </a:pPr>
            <a:r>
              <a:rPr b="0" i="0" lang="es-ES" sz="2800" u="none" cap="none" strike="noStrike">
                <a:solidFill>
                  <a:schemeClr val="dk1"/>
                </a:solidFill>
                <a:latin typeface="Libre Franklin"/>
                <a:ea typeface="Libre Franklin"/>
                <a:cs typeface="Libre Franklin"/>
                <a:sym typeface="Libre Franklin"/>
              </a:rPr>
              <a:t>Instalación de un servidor web. Estructura.</a:t>
            </a:r>
            <a:endParaRPr/>
          </a:p>
          <a:p>
            <a:pPr indent="-342900" lvl="0" marL="342900" marR="0" rtl="0" algn="l">
              <a:spcBef>
                <a:spcPts val="0"/>
              </a:spcBef>
              <a:spcAft>
                <a:spcPts val="0"/>
              </a:spcAft>
              <a:buClr>
                <a:schemeClr val="dk1"/>
              </a:buClr>
              <a:buSzPts val="2800"/>
              <a:buFont typeface="Libre Franklin"/>
              <a:buAutoNum type="arabicPeriod"/>
            </a:pPr>
            <a:r>
              <a:rPr b="0" i="0" lang="es-ES" sz="2800" u="none" cap="none" strike="noStrike">
                <a:solidFill>
                  <a:schemeClr val="dk1"/>
                </a:solidFill>
                <a:latin typeface="Libre Franklin"/>
                <a:ea typeface="Libre Franklin"/>
                <a:cs typeface="Libre Franklin"/>
                <a:sym typeface="Libre Franklin"/>
              </a:rPr>
              <a:t>Configuración básica de Apache. Sitios virtuales.</a:t>
            </a:r>
            <a:endParaRPr/>
          </a:p>
          <a:p>
            <a:pPr indent="-342900" lvl="0" marL="342900" marR="0" rtl="0" algn="l">
              <a:spcBef>
                <a:spcPts val="0"/>
              </a:spcBef>
              <a:spcAft>
                <a:spcPts val="0"/>
              </a:spcAft>
              <a:buClr>
                <a:schemeClr val="dk1"/>
              </a:buClr>
              <a:buSzPts val="2800"/>
              <a:buFont typeface="Libre Franklin"/>
              <a:buAutoNum type="arabicPeriod"/>
            </a:pPr>
            <a:r>
              <a:rPr b="0" i="0" lang="es-ES" sz="2800" u="none" cap="none" strike="noStrike">
                <a:solidFill>
                  <a:schemeClr val="dk1"/>
                </a:solidFill>
                <a:latin typeface="Libre Franklin"/>
                <a:ea typeface="Libre Franklin"/>
                <a:cs typeface="Libre Franklin"/>
                <a:sym typeface="Libre Franklin"/>
              </a:rPr>
              <a:t>Directivas de acceso al contenido. Autentificación.</a:t>
            </a:r>
            <a:endParaRPr b="0" i="0" sz="2800" u="none" cap="none" strike="noStrike">
              <a:solidFill>
                <a:schemeClr val="dk1"/>
              </a:solidFill>
              <a:latin typeface="Libre Franklin"/>
              <a:ea typeface="Libre Franklin"/>
              <a:cs typeface="Libre Franklin"/>
              <a:sym typeface="Libre Franklin"/>
            </a:endParaRPr>
          </a:p>
          <a:p>
            <a:pPr indent="-342900" lvl="0" marL="342900" marR="0" rtl="0" algn="l">
              <a:spcBef>
                <a:spcPts val="0"/>
              </a:spcBef>
              <a:spcAft>
                <a:spcPts val="0"/>
              </a:spcAft>
              <a:buClr>
                <a:schemeClr val="dk1"/>
              </a:buClr>
              <a:buSzPts val="2800"/>
              <a:buFont typeface="Libre Franklin"/>
              <a:buAutoNum type="arabicPeriod"/>
            </a:pPr>
            <a:r>
              <a:rPr lang="es-ES" sz="2800">
                <a:solidFill>
                  <a:schemeClr val="dk1"/>
                </a:solidFill>
                <a:latin typeface="Libre Franklin"/>
                <a:ea typeface="Libre Franklin"/>
                <a:cs typeface="Libre Franklin"/>
                <a:sym typeface="Libre Franklin"/>
              </a:rPr>
              <a:t>Instalación de un servidor de base de datos.</a:t>
            </a:r>
            <a:endParaRPr sz="2800">
              <a:solidFill>
                <a:schemeClr val="dk1"/>
              </a:solidFill>
              <a:latin typeface="Libre Franklin"/>
              <a:ea typeface="Libre Franklin"/>
              <a:cs typeface="Libre Franklin"/>
              <a:sym typeface="Libre Franklin"/>
            </a:endParaRPr>
          </a:p>
          <a:p>
            <a:pPr indent="-342900" lvl="0" marL="342900" marR="0" rtl="0" algn="l">
              <a:spcBef>
                <a:spcPts val="0"/>
              </a:spcBef>
              <a:spcAft>
                <a:spcPts val="0"/>
              </a:spcAft>
              <a:buClr>
                <a:schemeClr val="dk1"/>
              </a:buClr>
              <a:buSzPts val="2800"/>
              <a:buFont typeface="Libre Franklin"/>
              <a:buAutoNum type="arabicPeriod"/>
            </a:pPr>
            <a:r>
              <a:rPr lang="es-ES" sz="2800">
                <a:solidFill>
                  <a:schemeClr val="dk1"/>
                </a:solidFill>
                <a:latin typeface="Libre Franklin"/>
                <a:ea typeface="Libre Franklin"/>
                <a:cs typeface="Libre Franklin"/>
                <a:sym typeface="Libre Franklin"/>
              </a:rPr>
              <a:t>Instalación módulos PHP en servidor web</a:t>
            </a:r>
            <a:endParaRPr sz="2800">
              <a:solidFill>
                <a:schemeClr val="dk1"/>
              </a:solidFill>
              <a:latin typeface="Libre Franklin"/>
              <a:ea typeface="Libre Franklin"/>
              <a:cs typeface="Libre Franklin"/>
              <a:sym typeface="Libre Frankli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ph type="title"/>
          </p:nvPr>
        </p:nvSpPr>
        <p:spPr>
          <a:xfrm>
            <a:off x="1371600" y="685800"/>
            <a:ext cx="9601200" cy="772297"/>
          </a:xfrm>
          <a:prstGeom prst="rect">
            <a:avLst/>
          </a:prstGeom>
          <a:solidFill>
            <a:schemeClr val="accent4"/>
          </a:solidFill>
          <a:ln cap="flat" cmpd="sng" w="34925">
            <a:solidFill>
              <a:srgbClr val="667C67"/>
            </a:solidFill>
            <a:prstDash val="solid"/>
            <a:round/>
            <a:headEnd len="sm" w="sm" type="none"/>
            <a:tailEnd len="sm" w="sm" type="none"/>
          </a:ln>
        </p:spPr>
        <p:txBody>
          <a:bodyPr anchorCtr="0" anchor="ctr" bIns="45700" lIns="91425" spcFirstLastPara="1" rIns="91425" wrap="square" tIns="45700">
            <a:normAutofit/>
          </a:bodyPr>
          <a:lstStyle/>
          <a:p>
            <a:pPr indent="0" lvl="0" marL="0" rtl="0" algn="l">
              <a:lnSpc>
                <a:spcPct val="89000"/>
              </a:lnSpc>
              <a:spcBef>
                <a:spcPts val="0"/>
              </a:spcBef>
              <a:spcAft>
                <a:spcPts val="0"/>
              </a:spcAft>
              <a:buClr>
                <a:schemeClr val="lt1"/>
              </a:buClr>
              <a:buSzPts val="4400"/>
              <a:buFont typeface="Libre Franklin"/>
              <a:buNone/>
            </a:pPr>
            <a:r>
              <a:rPr lang="es-ES" sz="4000">
                <a:solidFill>
                  <a:schemeClr val="lt1"/>
                </a:solidFill>
                <a:latin typeface="Libre Franklin"/>
                <a:ea typeface="Libre Franklin"/>
                <a:cs typeface="Libre Franklin"/>
                <a:sym typeface="Libre Franklin"/>
              </a:rPr>
              <a:t>1- Preparación del entorno de trabajo</a:t>
            </a:r>
            <a:endParaRPr sz="4000"/>
          </a:p>
        </p:txBody>
      </p:sp>
      <p:sp>
        <p:nvSpPr>
          <p:cNvPr id="105" name="Google Shape;105;p15"/>
          <p:cNvSpPr txBox="1"/>
          <p:nvPr/>
        </p:nvSpPr>
        <p:spPr>
          <a:xfrm>
            <a:off x="1371600" y="1667647"/>
            <a:ext cx="8896865" cy="4703852"/>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Noto Sans Symbols"/>
              <a:buChar char="✔"/>
            </a:pPr>
            <a:r>
              <a:rPr b="0" i="0" lang="es-ES" sz="2000" u="sng" cap="none" strike="noStrike">
                <a:solidFill>
                  <a:schemeClr val="dk1"/>
                </a:solidFill>
                <a:latin typeface="Libre Franklin"/>
                <a:ea typeface="Libre Franklin"/>
                <a:cs typeface="Libre Franklin"/>
                <a:sym typeface="Libre Franklin"/>
              </a:rPr>
              <a:t>Servidor web</a:t>
            </a:r>
            <a:r>
              <a:rPr b="0" i="0" lang="es-ES" sz="2000" u="none" cap="none" strike="noStrike">
                <a:solidFill>
                  <a:schemeClr val="dk1"/>
                </a:solidFill>
                <a:latin typeface="Libre Franklin"/>
                <a:ea typeface="Libre Franklin"/>
                <a:cs typeface="Libre Franklin"/>
                <a:sym typeface="Libre Franklin"/>
              </a:rPr>
              <a:t>. Es el encargado de recibir las peticiones http de nuestra aplicación. Debemos elegir la solución que mejor se adopte a nuestras necesidades. (SO, nº de peticiones, libre o no, soporte…etc).</a:t>
            </a:r>
            <a:endParaRPr/>
          </a:p>
          <a:p>
            <a:pPr indent="-342900" lvl="0" marL="342900" marR="0" rtl="0" algn="l">
              <a:spcBef>
                <a:spcPts val="400"/>
              </a:spcBef>
              <a:spcAft>
                <a:spcPts val="0"/>
              </a:spcAft>
              <a:buClr>
                <a:schemeClr val="dk1"/>
              </a:buClr>
              <a:buSzPts val="2000"/>
              <a:buFont typeface="Noto Sans Symbols"/>
              <a:buChar char="✔"/>
            </a:pPr>
            <a:r>
              <a:rPr b="0" i="0" lang="es-ES" sz="2000" u="sng" cap="none" strike="noStrike">
                <a:solidFill>
                  <a:schemeClr val="dk1"/>
                </a:solidFill>
                <a:latin typeface="Libre Franklin"/>
                <a:ea typeface="Libre Franklin"/>
                <a:cs typeface="Libre Franklin"/>
                <a:sym typeface="Libre Franklin"/>
              </a:rPr>
              <a:t>Servidor de aplicaciones web</a:t>
            </a:r>
            <a:r>
              <a:rPr b="0" i="0" lang="es-ES" sz="2000" u="none" cap="none" strike="noStrike">
                <a:solidFill>
                  <a:schemeClr val="dk1"/>
                </a:solidFill>
                <a:latin typeface="Libre Franklin"/>
                <a:ea typeface="Libre Franklin"/>
                <a:cs typeface="Libre Franklin"/>
                <a:sym typeface="Libre Franklin"/>
              </a:rPr>
              <a:t>. Actualmente bastará con añadir un módulo a nuestro servidor web, como por ejemplo en nuestro caso de PHP. Pero también podemos encontrar soluciones compactas como apache tomcat u otro tipo de servidores de aplicaciones.</a:t>
            </a:r>
            <a:endParaRPr/>
          </a:p>
          <a:p>
            <a:pPr indent="-342900" lvl="0" marL="342900" marR="0" rtl="0" algn="l">
              <a:spcBef>
                <a:spcPts val="400"/>
              </a:spcBef>
              <a:spcAft>
                <a:spcPts val="0"/>
              </a:spcAft>
              <a:buClr>
                <a:schemeClr val="dk1"/>
              </a:buClr>
              <a:buSzPts val="2000"/>
              <a:buFont typeface="Noto Sans Symbols"/>
              <a:buChar char="✔"/>
            </a:pPr>
            <a:r>
              <a:rPr b="0" i="0" lang="es-ES" sz="2000" u="sng" cap="none" strike="noStrike">
                <a:solidFill>
                  <a:schemeClr val="dk1"/>
                </a:solidFill>
                <a:latin typeface="Libre Franklin"/>
                <a:ea typeface="Libre Franklin"/>
                <a:cs typeface="Libre Franklin"/>
                <a:sym typeface="Libre Franklin"/>
              </a:rPr>
              <a:t>Servidor de base de datos</a:t>
            </a:r>
            <a:r>
              <a:rPr b="0" i="0" lang="es-ES" sz="2000" u="none" cap="none" strike="noStrike">
                <a:solidFill>
                  <a:schemeClr val="dk1"/>
                </a:solidFill>
                <a:latin typeface="Libre Franklin"/>
                <a:ea typeface="Libre Franklin"/>
                <a:cs typeface="Libre Franklin"/>
                <a:sym typeface="Libre Franklin"/>
              </a:rPr>
              <a:t>. Si queremos crear una aplicación web dinámica o donde se muestre información, lo normal es que necesitemos instalar un servidor de base de datos.</a:t>
            </a:r>
            <a:endParaRPr/>
          </a:p>
          <a:p>
            <a:pPr indent="-342900" lvl="0" marL="342900" marR="0" rtl="0" algn="l">
              <a:spcBef>
                <a:spcPts val="400"/>
              </a:spcBef>
              <a:spcAft>
                <a:spcPts val="0"/>
              </a:spcAft>
              <a:buClr>
                <a:schemeClr val="dk1"/>
              </a:buClr>
              <a:buSzPts val="2000"/>
              <a:buFont typeface="Noto Sans Symbols"/>
              <a:buChar char="✔"/>
            </a:pPr>
            <a:r>
              <a:rPr b="0" i="0" lang="es-ES" sz="2000" u="sng" cap="none" strike="noStrike">
                <a:solidFill>
                  <a:schemeClr val="dk1"/>
                </a:solidFill>
                <a:latin typeface="Libre Franklin"/>
                <a:ea typeface="Libre Franklin"/>
                <a:cs typeface="Libre Franklin"/>
                <a:sym typeface="Libre Franklin"/>
              </a:rPr>
              <a:t>Instalar configurar conectores de base de datos</a:t>
            </a:r>
            <a:r>
              <a:rPr b="0" i="0" lang="es-ES" sz="2000" u="none" cap="none" strike="noStrike">
                <a:solidFill>
                  <a:schemeClr val="dk1"/>
                </a:solidFill>
                <a:latin typeface="Libre Franklin"/>
                <a:ea typeface="Libre Franklin"/>
                <a:cs typeface="Libre Franklin"/>
                <a:sym typeface="Libre Franklin"/>
              </a:rPr>
              <a:t>. Estos conectores son utilizados para el acceso a la información de la misma desde nuestro servidor de aplicaciones y por ende desde nuestra aplicación web.</a:t>
            </a:r>
            <a:endParaRPr/>
          </a:p>
          <a:p>
            <a:pPr indent="0" lvl="0" marL="0" marR="0" rtl="0" algn="l">
              <a:spcBef>
                <a:spcPts val="200"/>
              </a:spcBef>
              <a:spcAft>
                <a:spcPts val="0"/>
              </a:spcAft>
              <a:buNone/>
            </a:pPr>
            <a:r>
              <a:t/>
            </a:r>
            <a:endParaRPr sz="2800">
              <a:solidFill>
                <a:schemeClr val="dk1"/>
              </a:solidFill>
              <a:latin typeface="Libre Franklin"/>
              <a:ea typeface="Libre Franklin"/>
              <a:cs typeface="Libre Franklin"/>
              <a:sym typeface="Libre Frankli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type="title"/>
          </p:nvPr>
        </p:nvSpPr>
        <p:spPr>
          <a:xfrm>
            <a:off x="1371600" y="685800"/>
            <a:ext cx="9601200" cy="772297"/>
          </a:xfrm>
          <a:prstGeom prst="rect">
            <a:avLst/>
          </a:prstGeom>
          <a:gradFill>
            <a:gsLst>
              <a:gs pos="0">
                <a:srgbClr val="CAD9E1"/>
              </a:gs>
              <a:gs pos="50000">
                <a:srgbClr val="B4C9D6"/>
              </a:gs>
              <a:gs pos="100000">
                <a:srgbClr val="A4C0D1"/>
              </a:gs>
            </a:gsLst>
            <a:lin ang="5400000" scaled="0"/>
          </a:gradFill>
          <a:ln cap="flat" cmpd="sng" w="9525">
            <a:solidFill>
              <a:schemeClr val="accent5"/>
            </a:solidFill>
            <a:prstDash val="solid"/>
            <a:round/>
            <a:headEnd len="sm" w="sm" type="none"/>
            <a:tailEnd len="sm" w="sm" type="none"/>
          </a:ln>
        </p:spPr>
        <p:txBody>
          <a:bodyPr anchorCtr="0" anchor="ctr" bIns="45700" lIns="91425" spcFirstLastPara="1" rIns="91425" wrap="square" tIns="45700">
            <a:normAutofit/>
          </a:bodyPr>
          <a:lstStyle/>
          <a:p>
            <a:pPr indent="0" lvl="0" marL="0" rtl="0" algn="l">
              <a:lnSpc>
                <a:spcPct val="89000"/>
              </a:lnSpc>
              <a:spcBef>
                <a:spcPts val="0"/>
              </a:spcBef>
              <a:spcAft>
                <a:spcPts val="0"/>
              </a:spcAft>
              <a:buClr>
                <a:schemeClr val="dk1"/>
              </a:buClr>
              <a:buSzPts val="4400"/>
              <a:buFont typeface="Libre Franklin"/>
              <a:buNone/>
            </a:pPr>
            <a:r>
              <a:rPr lang="es-ES" sz="4000">
                <a:solidFill>
                  <a:schemeClr val="dk1"/>
                </a:solidFill>
                <a:latin typeface="Libre Franklin"/>
                <a:ea typeface="Libre Franklin"/>
                <a:cs typeface="Libre Franklin"/>
                <a:sym typeface="Libre Franklin"/>
              </a:rPr>
              <a:t>Preparación del entorno de trabajo</a:t>
            </a:r>
            <a:endParaRPr sz="4000"/>
          </a:p>
        </p:txBody>
      </p:sp>
      <p:sp>
        <p:nvSpPr>
          <p:cNvPr id="111" name="Google Shape;111;p16"/>
          <p:cNvSpPr txBox="1"/>
          <p:nvPr/>
        </p:nvSpPr>
        <p:spPr>
          <a:xfrm>
            <a:off x="1371600" y="1667647"/>
            <a:ext cx="8896865" cy="413959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000"/>
              <a:buFont typeface="Noto Sans Symbols"/>
              <a:buChar char="✔"/>
            </a:pPr>
            <a:r>
              <a:rPr lang="es-ES" sz="2000" u="sng">
                <a:solidFill>
                  <a:schemeClr val="dk1"/>
                </a:solidFill>
                <a:latin typeface="Libre Franklin"/>
                <a:ea typeface="Libre Franklin"/>
                <a:cs typeface="Libre Franklin"/>
                <a:sym typeface="Libre Franklin"/>
              </a:rPr>
              <a:t>Entorno de desarrollo</a:t>
            </a:r>
            <a:r>
              <a:rPr lang="es-ES" sz="2000">
                <a:solidFill>
                  <a:schemeClr val="dk1"/>
                </a:solidFill>
                <a:latin typeface="Libre Franklin"/>
                <a:ea typeface="Libre Franklin"/>
                <a:cs typeface="Libre Franklin"/>
                <a:sym typeface="Libre Franklin"/>
              </a:rPr>
              <a:t>. Nos facilitará la programación de nuestra aplicación coloreando la sintaxis, autocorrecciones, depuración de código, facilidades de navegación…etc.</a:t>
            </a:r>
            <a:endParaRPr sz="2000" u="sng">
              <a:solidFill>
                <a:schemeClr val="dk1"/>
              </a:solidFill>
              <a:latin typeface="Libre Franklin"/>
              <a:ea typeface="Libre Franklin"/>
              <a:cs typeface="Libre Franklin"/>
              <a:sym typeface="Libre Franklin"/>
            </a:endParaRPr>
          </a:p>
          <a:p>
            <a:pPr indent="-342900" lvl="0" marL="342900" marR="0" rtl="0" algn="l">
              <a:spcBef>
                <a:spcPts val="400"/>
              </a:spcBef>
              <a:spcAft>
                <a:spcPts val="0"/>
              </a:spcAft>
              <a:buClr>
                <a:schemeClr val="dk1"/>
              </a:buClr>
              <a:buSzPts val="2000"/>
              <a:buFont typeface="Noto Sans Symbols"/>
              <a:buChar char="✔"/>
            </a:pPr>
            <a:r>
              <a:rPr lang="es-ES" sz="2000" u="sng">
                <a:solidFill>
                  <a:schemeClr val="dk1"/>
                </a:solidFill>
                <a:latin typeface="Libre Franklin"/>
                <a:ea typeface="Libre Franklin"/>
                <a:cs typeface="Libre Franklin"/>
                <a:sym typeface="Libre Franklin"/>
              </a:rPr>
              <a:t>Depurador de código</a:t>
            </a:r>
            <a:r>
              <a:rPr lang="es-ES" sz="2000">
                <a:solidFill>
                  <a:schemeClr val="dk1"/>
                </a:solidFill>
                <a:latin typeface="Libre Franklin"/>
                <a:ea typeface="Libre Franklin"/>
                <a:cs typeface="Libre Franklin"/>
                <a:sym typeface="Libre Franklin"/>
              </a:rPr>
              <a:t>. Permiten detectar errores, cálculo de rendimiento, ver estado o valores de las variables, estado del servidor…etc. Por ejemplo  plugin XDebug Client en Sublime Text, FirePHP en mozilla o PHP console en el chrome.</a:t>
            </a:r>
            <a:endParaRPr sz="2000">
              <a:solidFill>
                <a:schemeClr val="dk1"/>
              </a:solidFill>
              <a:latin typeface="Libre Franklin"/>
              <a:ea typeface="Libre Franklin"/>
              <a:cs typeface="Libre Franklin"/>
              <a:sym typeface="Libre Franklin"/>
            </a:endParaRPr>
          </a:p>
          <a:p>
            <a:pPr indent="-342900" lvl="0" marL="342900" marR="0" rtl="0" algn="l">
              <a:spcBef>
                <a:spcPts val="400"/>
              </a:spcBef>
              <a:spcAft>
                <a:spcPts val="0"/>
              </a:spcAft>
              <a:buClr>
                <a:schemeClr val="dk1"/>
              </a:buClr>
              <a:buSzPts val="2000"/>
              <a:buFont typeface="Noto Sans Symbols"/>
              <a:buChar char="✔"/>
            </a:pPr>
            <a:r>
              <a:rPr lang="es-ES" sz="2000" u="sng">
                <a:solidFill>
                  <a:schemeClr val="dk1"/>
                </a:solidFill>
                <a:latin typeface="Libre Franklin"/>
                <a:ea typeface="Libre Franklin"/>
                <a:cs typeface="Libre Franklin"/>
                <a:sym typeface="Libre Franklin"/>
              </a:rPr>
              <a:t>Software de máquina virtual. VPS (Servidor privado virtual) </a:t>
            </a:r>
            <a:r>
              <a:rPr lang="es-ES" sz="2000">
                <a:solidFill>
                  <a:schemeClr val="dk1"/>
                </a:solidFill>
                <a:latin typeface="Libre Franklin"/>
                <a:ea typeface="Libre Franklin"/>
                <a:cs typeface="Libre Franklin"/>
                <a:sym typeface="Libre Franklin"/>
              </a:rPr>
              <a:t>. </a:t>
            </a:r>
            <a:endParaRPr/>
          </a:p>
          <a:p>
            <a:pPr indent="-342900" lvl="0" marL="342900" marR="0" rtl="0" algn="l">
              <a:spcBef>
                <a:spcPts val="400"/>
              </a:spcBef>
              <a:spcAft>
                <a:spcPts val="0"/>
              </a:spcAft>
              <a:buClr>
                <a:schemeClr val="dk1"/>
              </a:buClr>
              <a:buSzPts val="2000"/>
              <a:buFont typeface="Noto Sans Symbols"/>
              <a:buChar char="✔"/>
            </a:pPr>
            <a:r>
              <a:rPr lang="es-ES" sz="2000" u="sng">
                <a:solidFill>
                  <a:schemeClr val="dk1"/>
                </a:solidFill>
                <a:latin typeface="Libre Franklin"/>
                <a:ea typeface="Libre Franklin"/>
                <a:cs typeface="Libre Franklin"/>
                <a:sym typeface="Libre Franklin"/>
              </a:rPr>
              <a:t>Sistema de control de versiones</a:t>
            </a:r>
            <a:r>
              <a:rPr lang="es-ES" sz="2000">
                <a:solidFill>
                  <a:schemeClr val="dk1"/>
                </a:solidFill>
                <a:latin typeface="Libre Franklin"/>
                <a:ea typeface="Libre Franklin"/>
                <a:cs typeface="Libre Franklin"/>
                <a:sym typeface="Libre Franklin"/>
              </a:rPr>
              <a:t>. Locales como GIT, Mercurial, subversial o en la nube como Github y BitBucket.</a:t>
            </a:r>
            <a:endParaRPr/>
          </a:p>
          <a:p>
            <a:pPr indent="-342900" lvl="0" marL="342900" marR="0" rtl="0" algn="l">
              <a:spcBef>
                <a:spcPts val="400"/>
              </a:spcBef>
              <a:spcAft>
                <a:spcPts val="0"/>
              </a:spcAft>
              <a:buClr>
                <a:schemeClr val="dk1"/>
              </a:buClr>
              <a:buSzPts val="2000"/>
              <a:buFont typeface="Noto Sans Symbols"/>
              <a:buChar char="✔"/>
            </a:pPr>
            <a:r>
              <a:rPr lang="es-ES" sz="2000" u="sng">
                <a:solidFill>
                  <a:schemeClr val="dk1"/>
                </a:solidFill>
                <a:latin typeface="Libre Franklin"/>
                <a:ea typeface="Libre Franklin"/>
                <a:cs typeface="Libre Franklin"/>
                <a:sym typeface="Libre Franklin"/>
              </a:rPr>
              <a:t>Software de testeo</a:t>
            </a:r>
            <a:r>
              <a:rPr lang="es-ES" sz="2000">
                <a:solidFill>
                  <a:schemeClr val="dk1"/>
                </a:solidFill>
                <a:latin typeface="Libre Franklin"/>
                <a:ea typeface="Libre Franklin"/>
                <a:cs typeface="Libre Franklin"/>
                <a:sym typeface="Libre Franklin"/>
              </a:rPr>
              <a:t>. PHPUnit, story player, selenium HQ, Codeexception…etc.</a:t>
            </a:r>
            <a:endParaRPr/>
          </a:p>
          <a:p>
            <a:pPr indent="0" lvl="0" marL="0" marR="0" rtl="0" algn="l">
              <a:spcBef>
                <a:spcPts val="200"/>
              </a:spcBef>
              <a:spcAft>
                <a:spcPts val="0"/>
              </a:spcAft>
              <a:buNone/>
            </a:pPr>
            <a:r>
              <a:t/>
            </a:r>
            <a:endParaRPr sz="2800">
              <a:solidFill>
                <a:schemeClr val="dk1"/>
              </a:solidFill>
              <a:latin typeface="Libre Franklin"/>
              <a:ea typeface="Libre Franklin"/>
              <a:cs typeface="Libre Franklin"/>
              <a:sym typeface="Libre Frankli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type="title"/>
          </p:nvPr>
        </p:nvSpPr>
        <p:spPr>
          <a:xfrm>
            <a:off x="1371600" y="685800"/>
            <a:ext cx="9601200" cy="772297"/>
          </a:xfrm>
          <a:prstGeom prst="rect">
            <a:avLst/>
          </a:prstGeom>
          <a:solidFill>
            <a:schemeClr val="accent4"/>
          </a:solidFill>
          <a:ln cap="flat" cmpd="sng" w="34925">
            <a:solidFill>
              <a:srgbClr val="667C67"/>
            </a:solidFill>
            <a:prstDash val="solid"/>
            <a:round/>
            <a:headEnd len="sm" w="sm" type="none"/>
            <a:tailEnd len="sm" w="sm" type="none"/>
          </a:ln>
        </p:spPr>
        <p:txBody>
          <a:bodyPr anchorCtr="0" anchor="ctr" bIns="45700" lIns="91425" spcFirstLastPara="1" rIns="91425" wrap="square" tIns="45700">
            <a:normAutofit/>
          </a:bodyPr>
          <a:lstStyle/>
          <a:p>
            <a:pPr indent="0" lvl="0" marL="0" rtl="0" algn="l">
              <a:lnSpc>
                <a:spcPct val="89000"/>
              </a:lnSpc>
              <a:spcBef>
                <a:spcPts val="0"/>
              </a:spcBef>
              <a:spcAft>
                <a:spcPts val="0"/>
              </a:spcAft>
              <a:buClr>
                <a:schemeClr val="lt1"/>
              </a:buClr>
              <a:buSzPts val="4400"/>
              <a:buFont typeface="Libre Franklin"/>
              <a:buNone/>
            </a:pPr>
            <a:r>
              <a:rPr lang="es-ES" sz="4000">
                <a:solidFill>
                  <a:schemeClr val="lt1"/>
                </a:solidFill>
                <a:latin typeface="Libre Franklin"/>
                <a:ea typeface="Libre Franklin"/>
                <a:cs typeface="Libre Franklin"/>
                <a:sym typeface="Libre Franklin"/>
              </a:rPr>
              <a:t>2- Servidor web</a:t>
            </a:r>
            <a:endParaRPr sz="4000"/>
          </a:p>
        </p:txBody>
      </p:sp>
      <p:sp>
        <p:nvSpPr>
          <p:cNvPr id="117" name="Google Shape;117;p17"/>
          <p:cNvSpPr txBox="1"/>
          <p:nvPr/>
        </p:nvSpPr>
        <p:spPr>
          <a:xfrm>
            <a:off x="1371600" y="1667647"/>
            <a:ext cx="8896800" cy="4915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000">
                <a:solidFill>
                  <a:schemeClr val="dk1"/>
                </a:solidFill>
                <a:latin typeface="Libre Franklin"/>
                <a:ea typeface="Libre Franklin"/>
                <a:cs typeface="Libre Franklin"/>
                <a:sym typeface="Libre Franklin"/>
              </a:rPr>
              <a:t>Un servidor web es una m</a:t>
            </a:r>
            <a:r>
              <a:rPr lang="es-ES" sz="2000">
                <a:solidFill>
                  <a:schemeClr val="dk1"/>
                </a:solidFill>
                <a:latin typeface="Libre Franklin"/>
                <a:ea typeface="Libre Franklin"/>
                <a:cs typeface="Libre Franklin"/>
                <a:sym typeface="Libre Franklin"/>
              </a:rPr>
              <a:t>áquina</a:t>
            </a:r>
            <a:r>
              <a:rPr lang="es-ES" sz="2000">
                <a:solidFill>
                  <a:schemeClr val="dk1"/>
                </a:solidFill>
                <a:latin typeface="Libre Franklin"/>
                <a:ea typeface="Libre Franklin"/>
                <a:cs typeface="Libre Franklin"/>
                <a:sym typeface="Libre Franklin"/>
              </a:rPr>
              <a:t> que almacena, procesa y entrega archivos de sitios web a los usuarios desde un navegador.</a:t>
            </a:r>
            <a:endParaRPr/>
          </a:p>
          <a:p>
            <a:pPr indent="0" lvl="0" marL="0" marR="0" rtl="0" algn="l">
              <a:spcBef>
                <a:spcPts val="0"/>
              </a:spcBef>
              <a:spcAft>
                <a:spcPts val="0"/>
              </a:spcAft>
              <a:buNone/>
            </a:pPr>
            <a:r>
              <a:t/>
            </a:r>
            <a:endParaRPr sz="2000">
              <a:solidFill>
                <a:schemeClr val="dk1"/>
              </a:solidFill>
              <a:latin typeface="Libre Franklin"/>
              <a:ea typeface="Libre Franklin"/>
              <a:cs typeface="Libre Franklin"/>
              <a:sym typeface="Libre Franklin"/>
            </a:endParaRPr>
          </a:p>
          <a:p>
            <a:pPr indent="-342900" lvl="0" marL="342900" marR="0" rtl="0" algn="l">
              <a:spcBef>
                <a:spcPts val="200"/>
              </a:spcBef>
              <a:spcAft>
                <a:spcPts val="0"/>
              </a:spcAft>
              <a:buClr>
                <a:schemeClr val="dk1"/>
              </a:buClr>
              <a:buSzPts val="2000"/>
              <a:buFont typeface="Noto Sans Symbols"/>
              <a:buChar char="▪"/>
            </a:pPr>
            <a:r>
              <a:rPr lang="es-ES" sz="2000">
                <a:solidFill>
                  <a:schemeClr val="dk1"/>
                </a:solidFill>
                <a:latin typeface="Libre Franklin"/>
                <a:ea typeface="Libre Franklin"/>
                <a:cs typeface="Libre Franklin"/>
                <a:sym typeface="Libre Franklin"/>
              </a:rPr>
              <a:t>Un servidor funciona como un </a:t>
            </a:r>
            <a:r>
              <a:rPr b="1" lang="es-ES" sz="2000">
                <a:solidFill>
                  <a:schemeClr val="dk1"/>
                </a:solidFill>
                <a:latin typeface="Libre Franklin"/>
                <a:ea typeface="Libre Franklin"/>
                <a:cs typeface="Libre Franklin"/>
                <a:sym typeface="Libre Franklin"/>
              </a:rPr>
              <a:t>lugar de almacenamiento </a:t>
            </a:r>
            <a:r>
              <a:rPr lang="es-ES" sz="2000">
                <a:solidFill>
                  <a:schemeClr val="dk1"/>
                </a:solidFill>
                <a:latin typeface="Libre Franklin"/>
                <a:ea typeface="Libre Franklin"/>
                <a:cs typeface="Libre Franklin"/>
                <a:sym typeface="Libre Franklin"/>
              </a:rPr>
              <a:t>de diversos tipos de información, la cual puede constituirse por archivos HTML, CSS, JavaScript (incluidos imágenes, textos, videos o audios). </a:t>
            </a:r>
            <a:endParaRPr/>
          </a:p>
          <a:p>
            <a:pPr indent="-342900" lvl="0" marL="342900" marR="0" rtl="0" algn="l">
              <a:spcBef>
                <a:spcPts val="400"/>
              </a:spcBef>
              <a:spcAft>
                <a:spcPts val="0"/>
              </a:spcAft>
              <a:buClr>
                <a:schemeClr val="dk1"/>
              </a:buClr>
              <a:buSzPts val="2000"/>
              <a:buFont typeface="Noto Sans Symbols"/>
              <a:buChar char="▪"/>
            </a:pPr>
            <a:r>
              <a:rPr lang="es-ES" sz="2000">
                <a:solidFill>
                  <a:schemeClr val="dk1"/>
                </a:solidFill>
                <a:latin typeface="Libre Franklin"/>
                <a:ea typeface="Libre Franklin"/>
                <a:cs typeface="Libre Franklin"/>
                <a:sym typeface="Libre Franklin"/>
              </a:rPr>
              <a:t>Incorpora una serie de programas que permiten </a:t>
            </a:r>
            <a:r>
              <a:rPr b="1" lang="es-ES" sz="2000">
                <a:solidFill>
                  <a:schemeClr val="dk1"/>
                </a:solidFill>
                <a:latin typeface="Libre Franklin"/>
                <a:ea typeface="Libre Franklin"/>
                <a:cs typeface="Libre Franklin"/>
                <a:sym typeface="Libre Franklin"/>
              </a:rPr>
              <a:t>servir dicho contenido </a:t>
            </a:r>
            <a:r>
              <a:rPr lang="es-ES" sz="2000">
                <a:solidFill>
                  <a:schemeClr val="dk1"/>
                </a:solidFill>
                <a:latin typeface="Libre Franklin"/>
                <a:ea typeface="Libre Franklin"/>
                <a:cs typeface="Libre Franklin"/>
                <a:sym typeface="Libre Franklin"/>
              </a:rPr>
              <a:t>a los usuarios que lo soliciten.</a:t>
            </a:r>
            <a:endParaRPr/>
          </a:p>
          <a:p>
            <a:pPr indent="-342900" lvl="0" marL="342900" marR="0" rtl="0" algn="l">
              <a:spcBef>
                <a:spcPts val="400"/>
              </a:spcBef>
              <a:spcAft>
                <a:spcPts val="0"/>
              </a:spcAft>
              <a:buClr>
                <a:schemeClr val="dk1"/>
              </a:buClr>
              <a:buSzPts val="2000"/>
              <a:buFont typeface="Noto Sans Symbols"/>
              <a:buChar char="▪"/>
            </a:pPr>
            <a:r>
              <a:rPr b="1" lang="es-ES" sz="2000">
                <a:solidFill>
                  <a:schemeClr val="dk1"/>
                </a:solidFill>
                <a:latin typeface="Libre Franklin"/>
                <a:ea typeface="Libre Franklin"/>
                <a:cs typeface="Libre Franklin"/>
                <a:sym typeface="Libre Franklin"/>
              </a:rPr>
              <a:t>¿Cómo funciona?</a:t>
            </a:r>
            <a:r>
              <a:rPr lang="es-ES" sz="2000">
                <a:solidFill>
                  <a:schemeClr val="dk1"/>
                </a:solidFill>
                <a:latin typeface="Libre Franklin"/>
                <a:ea typeface="Libre Franklin"/>
                <a:cs typeface="Libre Franklin"/>
                <a:sym typeface="Libre Franklin"/>
              </a:rPr>
              <a:t> El usuario realiza una consulta en los motores de búsqueda, o bien cuando escribe directamente una dirección web (URL) o un dominio. Posteriormente el servidor web se encarga de localizar el contenido y enviarlo para que el usuario pueda verlo en su dispositivo.</a:t>
            </a:r>
            <a:endParaRPr/>
          </a:p>
          <a:p>
            <a:pPr indent="-342900" lvl="0" marL="342900" marR="0" rtl="0" algn="l">
              <a:spcBef>
                <a:spcPts val="400"/>
              </a:spcBef>
              <a:spcAft>
                <a:spcPts val="0"/>
              </a:spcAft>
              <a:buClr>
                <a:schemeClr val="dk1"/>
              </a:buClr>
              <a:buSzPts val="2000"/>
              <a:buFont typeface="Noto Sans Symbols"/>
              <a:buChar char="▪"/>
            </a:pPr>
            <a:r>
              <a:rPr lang="es-ES" sz="2000">
                <a:solidFill>
                  <a:schemeClr val="dk1"/>
                </a:solidFill>
                <a:latin typeface="Libre Franklin"/>
                <a:ea typeface="Libre Franklin"/>
                <a:cs typeface="Libre Franklin"/>
                <a:sym typeface="Libre Franklin"/>
              </a:rPr>
              <a:t>Los podemos encontrar </a:t>
            </a:r>
            <a:r>
              <a:rPr b="1" lang="es-ES" sz="2000">
                <a:solidFill>
                  <a:schemeClr val="dk1"/>
                </a:solidFill>
                <a:latin typeface="Libre Franklin"/>
                <a:ea typeface="Libre Franklin"/>
                <a:cs typeface="Libre Franklin"/>
                <a:sym typeface="Libre Franklin"/>
              </a:rPr>
              <a:t>compartidos, dedicados y VPS</a:t>
            </a:r>
            <a:r>
              <a:rPr lang="es-ES" sz="2000">
                <a:solidFill>
                  <a:schemeClr val="dk1"/>
                </a:solidFill>
                <a:latin typeface="Libre Franklin"/>
                <a:ea typeface="Libre Franklin"/>
                <a:cs typeface="Libre Franklin"/>
                <a:sym typeface="Libre Franklin"/>
              </a:rPr>
              <a:t>.</a:t>
            </a:r>
            <a:endParaRPr/>
          </a:p>
          <a:p>
            <a:pPr indent="0" lvl="0" marL="0" marR="0" rtl="0" algn="l">
              <a:spcBef>
                <a:spcPts val="200"/>
              </a:spcBef>
              <a:spcAft>
                <a:spcPts val="0"/>
              </a:spcAft>
              <a:buNone/>
            </a:pPr>
            <a:r>
              <a:t/>
            </a:r>
            <a:endParaRPr sz="2000">
              <a:solidFill>
                <a:schemeClr val="dk1"/>
              </a:solidFill>
              <a:latin typeface="Libre Franklin"/>
              <a:ea typeface="Libre Franklin"/>
              <a:cs typeface="Libre Franklin"/>
              <a:sym typeface="Libre Frankli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1371600" y="685800"/>
            <a:ext cx="9601200" cy="772297"/>
          </a:xfrm>
          <a:prstGeom prst="rect">
            <a:avLst/>
          </a:prstGeom>
          <a:gradFill>
            <a:gsLst>
              <a:gs pos="0">
                <a:srgbClr val="CAD9E1"/>
              </a:gs>
              <a:gs pos="50000">
                <a:srgbClr val="B4C9D6"/>
              </a:gs>
              <a:gs pos="100000">
                <a:srgbClr val="A4C0D1"/>
              </a:gs>
            </a:gsLst>
            <a:lin ang="5400000" scaled="0"/>
          </a:gradFill>
          <a:ln cap="flat" cmpd="sng" w="9525">
            <a:solidFill>
              <a:schemeClr val="accent5"/>
            </a:solidFill>
            <a:prstDash val="solid"/>
            <a:round/>
            <a:headEnd len="sm" w="sm" type="none"/>
            <a:tailEnd len="sm" w="sm" type="none"/>
          </a:ln>
        </p:spPr>
        <p:txBody>
          <a:bodyPr anchorCtr="0" anchor="ctr" bIns="45700" lIns="91425" spcFirstLastPara="1" rIns="91425" wrap="square" tIns="45700">
            <a:normAutofit/>
          </a:bodyPr>
          <a:lstStyle/>
          <a:p>
            <a:pPr indent="0" lvl="0" marL="0" rtl="0" algn="l">
              <a:lnSpc>
                <a:spcPct val="89000"/>
              </a:lnSpc>
              <a:spcBef>
                <a:spcPts val="0"/>
              </a:spcBef>
              <a:spcAft>
                <a:spcPts val="0"/>
              </a:spcAft>
              <a:buClr>
                <a:schemeClr val="dk1"/>
              </a:buClr>
              <a:buSzPts val="4400"/>
              <a:buFont typeface="Libre Franklin"/>
              <a:buNone/>
            </a:pPr>
            <a:r>
              <a:rPr lang="es-ES" sz="4000">
                <a:solidFill>
                  <a:schemeClr val="dk1"/>
                </a:solidFill>
                <a:latin typeface="Libre Franklin"/>
                <a:ea typeface="Libre Franklin"/>
                <a:cs typeface="Libre Franklin"/>
                <a:sym typeface="Libre Franklin"/>
              </a:rPr>
              <a:t>Servidores web más populares.</a:t>
            </a:r>
            <a:endParaRPr sz="4000"/>
          </a:p>
        </p:txBody>
      </p:sp>
      <p:sp>
        <p:nvSpPr>
          <p:cNvPr id="123" name="Google Shape;123;p18"/>
          <p:cNvSpPr/>
          <p:nvPr/>
        </p:nvSpPr>
        <p:spPr>
          <a:xfrm>
            <a:off x="1371600" y="1640352"/>
            <a:ext cx="3702908" cy="1754326"/>
          </a:xfrm>
          <a:prstGeom prst="rect">
            <a:avLst/>
          </a:prstGeom>
          <a:solidFill>
            <a:schemeClr val="lt1"/>
          </a:solidFill>
          <a:ln cap="flat" cmpd="sng" w="34925">
            <a:solidFill>
              <a:schemeClr val="accent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s-ES" sz="1800">
                <a:solidFill>
                  <a:srgbClr val="2F1C6A"/>
                </a:solidFill>
                <a:latin typeface="Arial"/>
                <a:ea typeface="Arial"/>
                <a:cs typeface="Arial"/>
                <a:sym typeface="Arial"/>
              </a:rPr>
              <a:t>Servidor HTTP Apache</a:t>
            </a:r>
            <a:endParaRPr/>
          </a:p>
          <a:p>
            <a:pPr indent="0" lvl="0" marL="0" marR="0" rtl="0" algn="l">
              <a:spcBef>
                <a:spcPts val="0"/>
              </a:spcBef>
              <a:spcAft>
                <a:spcPts val="0"/>
              </a:spcAft>
              <a:buNone/>
            </a:pPr>
            <a:r>
              <a:rPr lang="es-ES" sz="1800">
                <a:solidFill>
                  <a:srgbClr val="36344D"/>
                </a:solidFill>
                <a:latin typeface="Arial"/>
                <a:ea typeface="Arial"/>
                <a:cs typeface="Arial"/>
                <a:sym typeface="Arial"/>
              </a:rPr>
              <a:t>Es un servidor web gratuito y de código abierto que se utiliza en muchos sistemas operativos, como Windows, Linux y Mac OS X. </a:t>
            </a:r>
            <a:endParaRPr b="0" i="0" sz="1800">
              <a:solidFill>
                <a:srgbClr val="36344D"/>
              </a:solidFill>
              <a:latin typeface="Arial"/>
              <a:ea typeface="Arial"/>
              <a:cs typeface="Arial"/>
              <a:sym typeface="Arial"/>
            </a:endParaRPr>
          </a:p>
        </p:txBody>
      </p:sp>
      <p:sp>
        <p:nvSpPr>
          <p:cNvPr id="124" name="Google Shape;124;p18"/>
          <p:cNvSpPr/>
          <p:nvPr/>
        </p:nvSpPr>
        <p:spPr>
          <a:xfrm>
            <a:off x="5395783" y="1533336"/>
            <a:ext cx="6096000" cy="2308324"/>
          </a:xfrm>
          <a:prstGeom prst="rect">
            <a:avLst/>
          </a:prstGeom>
          <a:solidFill>
            <a:schemeClr val="lt1"/>
          </a:solidFill>
          <a:ln cap="flat" cmpd="sng" w="34925">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s-ES" sz="1800">
                <a:solidFill>
                  <a:srgbClr val="2F1C6A"/>
                </a:solidFill>
                <a:latin typeface="Arial"/>
                <a:ea typeface="Arial"/>
                <a:cs typeface="Arial"/>
                <a:sym typeface="Arial"/>
              </a:rPr>
              <a:t>NGINX</a:t>
            </a:r>
            <a:endParaRPr/>
          </a:p>
          <a:p>
            <a:pPr indent="0" lvl="0" marL="0" marR="0" rtl="0" algn="l">
              <a:spcBef>
                <a:spcPts val="0"/>
              </a:spcBef>
              <a:spcAft>
                <a:spcPts val="0"/>
              </a:spcAft>
              <a:buNone/>
            </a:pPr>
            <a:r>
              <a:rPr lang="es-ES" sz="1800">
                <a:solidFill>
                  <a:srgbClr val="36344D"/>
                </a:solidFill>
                <a:latin typeface="Arial"/>
                <a:ea typeface="Arial"/>
                <a:cs typeface="Arial"/>
                <a:sym typeface="Arial"/>
              </a:rPr>
              <a:t>Es un famoso software de servidor web de código abierto que inicialmente sólo funcionaba para el servicio web HTTP. Ahora también se utiliza como proxy inverso, balanceador de carga HTTP y proxy de correo electrónico. NGINX es conocido por su velocidad y su capacidad para manejar múltiples conexiones, por lo que muchos sitios web de alto tráfico utilizan sus servicios.</a:t>
            </a:r>
            <a:endParaRPr b="0" i="0" sz="1800">
              <a:solidFill>
                <a:srgbClr val="36344D"/>
              </a:solidFill>
              <a:latin typeface="Arial"/>
              <a:ea typeface="Arial"/>
              <a:cs typeface="Arial"/>
              <a:sym typeface="Arial"/>
            </a:endParaRPr>
          </a:p>
        </p:txBody>
      </p:sp>
      <p:sp>
        <p:nvSpPr>
          <p:cNvPr id="125" name="Google Shape;125;p18"/>
          <p:cNvSpPr/>
          <p:nvPr/>
        </p:nvSpPr>
        <p:spPr>
          <a:xfrm>
            <a:off x="1371600" y="5191887"/>
            <a:ext cx="7009002" cy="1200329"/>
          </a:xfrm>
          <a:prstGeom prst="rect">
            <a:avLst/>
          </a:prstGeom>
          <a:solidFill>
            <a:schemeClr val="lt1"/>
          </a:solidFill>
          <a:ln cap="flat" cmpd="sng" w="349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s-ES" sz="1800">
                <a:solidFill>
                  <a:srgbClr val="2F1C6A"/>
                </a:solidFill>
                <a:latin typeface="Arial"/>
                <a:ea typeface="Arial"/>
                <a:cs typeface="Arial"/>
                <a:sym typeface="Arial"/>
              </a:rPr>
              <a:t>Internet Information Services (IIS) de Microsoft</a:t>
            </a:r>
            <a:endParaRPr/>
          </a:p>
          <a:p>
            <a:pPr indent="0" lvl="0" marL="0" marR="0" rtl="0" algn="l">
              <a:spcBef>
                <a:spcPts val="0"/>
              </a:spcBef>
              <a:spcAft>
                <a:spcPts val="0"/>
              </a:spcAft>
              <a:buNone/>
            </a:pPr>
            <a:r>
              <a:rPr b="1" lang="es-ES" sz="1800" u="sng">
                <a:solidFill>
                  <a:srgbClr val="6747C7"/>
                </a:solidFill>
                <a:latin typeface="Arial"/>
                <a:ea typeface="Arial"/>
                <a:cs typeface="Arial"/>
                <a:sym typeface="Arial"/>
                <a:hlinkClick r:id="rId3">
                  <a:extLst>
                    <a:ext uri="{A12FA001-AC4F-418D-AE19-62706E023703}">
                      <ahyp:hlinkClr val="tx"/>
                    </a:ext>
                  </a:extLst>
                </a:hlinkClick>
              </a:rPr>
              <a:t>IIS</a:t>
            </a:r>
            <a:r>
              <a:rPr lang="es-ES" sz="1800">
                <a:solidFill>
                  <a:srgbClr val="36344D"/>
                </a:solidFill>
                <a:latin typeface="Arial"/>
                <a:ea typeface="Arial"/>
                <a:cs typeface="Arial"/>
                <a:sym typeface="Arial"/>
              </a:rPr>
              <a:t> es un software de servidor web cerrado desarrollado por Microsoft y ampliamente utilizado en los sistemas operativos Windows.</a:t>
            </a:r>
            <a:endParaRPr b="0" i="0" sz="1800">
              <a:solidFill>
                <a:srgbClr val="36344D"/>
              </a:solidFill>
              <a:latin typeface="Arial"/>
              <a:ea typeface="Arial"/>
              <a:cs typeface="Arial"/>
              <a:sym typeface="Arial"/>
            </a:endParaRPr>
          </a:p>
        </p:txBody>
      </p:sp>
      <p:sp>
        <p:nvSpPr>
          <p:cNvPr id="126" name="Google Shape;126;p18"/>
          <p:cNvSpPr/>
          <p:nvPr/>
        </p:nvSpPr>
        <p:spPr>
          <a:xfrm>
            <a:off x="1371600" y="3941065"/>
            <a:ext cx="7352950" cy="923330"/>
          </a:xfrm>
          <a:prstGeom prst="rect">
            <a:avLst/>
          </a:prstGeom>
          <a:solidFill>
            <a:schemeClr val="lt1"/>
          </a:solidFill>
          <a:ln cap="flat" cmpd="sng" w="34925">
            <a:solidFill>
              <a:schemeClr val="accent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s-ES" sz="1800">
                <a:solidFill>
                  <a:srgbClr val="2F1C6A"/>
                </a:solidFill>
                <a:latin typeface="Arial"/>
                <a:ea typeface="Arial"/>
                <a:cs typeface="Arial"/>
                <a:sym typeface="Arial"/>
              </a:rPr>
              <a:t>Lighttpd</a:t>
            </a:r>
            <a:endParaRPr b="1" sz="1800">
              <a:solidFill>
                <a:srgbClr val="2F1C6A"/>
              </a:solidFill>
              <a:latin typeface="Arial"/>
              <a:ea typeface="Arial"/>
              <a:cs typeface="Arial"/>
              <a:sym typeface="Arial"/>
            </a:endParaRPr>
          </a:p>
          <a:p>
            <a:pPr indent="0" lvl="0" marL="0" marR="0" rtl="0" algn="l">
              <a:spcBef>
                <a:spcPts val="0"/>
              </a:spcBef>
              <a:spcAft>
                <a:spcPts val="0"/>
              </a:spcAft>
              <a:buNone/>
            </a:pPr>
            <a:r>
              <a:rPr lang="es-ES" sz="1800">
                <a:solidFill>
                  <a:srgbClr val="36344D"/>
                </a:solidFill>
                <a:latin typeface="Arial"/>
                <a:ea typeface="Arial"/>
                <a:cs typeface="Arial"/>
                <a:sym typeface="Arial"/>
              </a:rPr>
              <a:t>Es un software de servidor web gratuito y de código abierto que es conocido por su velocidad y por requerir menos potencia de la CPU. </a:t>
            </a:r>
            <a:endParaRPr b="0" i="0" sz="1800">
              <a:solidFill>
                <a:srgbClr val="36344D"/>
              </a:solidFill>
              <a:latin typeface="Arial"/>
              <a:ea typeface="Arial"/>
              <a:cs typeface="Arial"/>
              <a:sym typeface="Arial"/>
            </a:endParaRPr>
          </a:p>
        </p:txBody>
      </p:sp>
      <p:sp>
        <p:nvSpPr>
          <p:cNvPr id="127" name="Google Shape;127;p18"/>
          <p:cNvSpPr/>
          <p:nvPr/>
        </p:nvSpPr>
        <p:spPr>
          <a:xfrm>
            <a:off x="1639328" y="6488668"/>
            <a:ext cx="11335265"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s-ES" sz="1800" u="sng">
                <a:solidFill>
                  <a:schemeClr val="dk1"/>
                </a:solidFill>
                <a:latin typeface="Libre Franklin"/>
                <a:ea typeface="Libre Franklin"/>
                <a:cs typeface="Libre Franklin"/>
                <a:sym typeface="Libre Franklin"/>
                <a:hlinkClick r:id="rId4">
                  <a:extLst>
                    <a:ext uri="{A12FA001-AC4F-418D-AE19-62706E023703}">
                      <ahyp:hlinkClr val="tx"/>
                    </a:ext>
                  </a:extLst>
                </a:hlinkClick>
              </a:rPr>
              <a:t>Usage Statistics and Market Share of Web Servers, September 2023 (w3techs.com)</a:t>
            </a:r>
            <a:endParaRPr sz="1800">
              <a:solidFill>
                <a:schemeClr val="dk1"/>
              </a:solidFill>
              <a:latin typeface="Libre Franklin"/>
              <a:ea typeface="Libre Franklin"/>
              <a:cs typeface="Libre Franklin"/>
              <a:sym typeface="Libre Franklin"/>
            </a:endParaRPr>
          </a:p>
        </p:txBody>
      </p:sp>
      <p:sp>
        <p:nvSpPr>
          <p:cNvPr id="128" name="Google Shape;128;p18"/>
          <p:cNvSpPr/>
          <p:nvPr/>
        </p:nvSpPr>
        <p:spPr>
          <a:xfrm>
            <a:off x="8897675" y="4532800"/>
            <a:ext cx="2594100" cy="1754400"/>
          </a:xfrm>
          <a:prstGeom prst="rect">
            <a:avLst/>
          </a:prstGeom>
          <a:solidFill>
            <a:schemeClr val="lt1"/>
          </a:solidFill>
          <a:ln cap="flat" cmpd="sng" w="349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b="1" lang="es-ES" sz="1800">
                <a:solidFill>
                  <a:schemeClr val="dk1"/>
                </a:solidFill>
                <a:latin typeface="Libre Franklin"/>
                <a:ea typeface="Libre Franklin"/>
                <a:cs typeface="Libre Franklin"/>
                <a:sym typeface="Libre Franklin"/>
              </a:rPr>
              <a:t>Cloudflare</a:t>
            </a:r>
            <a:r>
              <a:rPr lang="es-ES" sz="1800">
                <a:solidFill>
                  <a:schemeClr val="dk1"/>
                </a:solidFill>
                <a:latin typeface="Libre Franklin"/>
                <a:ea typeface="Libre Franklin"/>
                <a:cs typeface="Libre Franklin"/>
                <a:sym typeface="Libre Franklin"/>
              </a:rPr>
              <a:t> es una empresa que ofrece servicios de alojamiento, rendimiento web y seguridad. </a:t>
            </a:r>
            <a:endParaRPr b="0" i="0" sz="1800">
              <a:solidFill>
                <a:srgbClr val="36344D"/>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9"/>
          <p:cNvSpPr txBox="1"/>
          <p:nvPr>
            <p:ph type="title"/>
          </p:nvPr>
        </p:nvSpPr>
        <p:spPr>
          <a:xfrm>
            <a:off x="1371600" y="685800"/>
            <a:ext cx="9601200" cy="772297"/>
          </a:xfrm>
          <a:prstGeom prst="rect">
            <a:avLst/>
          </a:prstGeom>
          <a:solidFill>
            <a:schemeClr val="accent4"/>
          </a:solidFill>
          <a:ln cap="flat" cmpd="sng" w="34925">
            <a:solidFill>
              <a:srgbClr val="667C67"/>
            </a:solidFill>
            <a:prstDash val="solid"/>
            <a:round/>
            <a:headEnd len="sm" w="sm" type="none"/>
            <a:tailEnd len="sm" w="sm" type="none"/>
          </a:ln>
        </p:spPr>
        <p:txBody>
          <a:bodyPr anchorCtr="0" anchor="ctr" bIns="45700" lIns="91425" spcFirstLastPara="1" rIns="91425" wrap="square" tIns="45700">
            <a:normAutofit/>
          </a:bodyPr>
          <a:lstStyle/>
          <a:p>
            <a:pPr indent="0" lvl="0" marL="0" rtl="0" algn="l">
              <a:lnSpc>
                <a:spcPct val="89000"/>
              </a:lnSpc>
              <a:spcBef>
                <a:spcPts val="0"/>
              </a:spcBef>
              <a:spcAft>
                <a:spcPts val="0"/>
              </a:spcAft>
              <a:buClr>
                <a:schemeClr val="lt1"/>
              </a:buClr>
              <a:buSzPts val="4400"/>
              <a:buFont typeface="Libre Franklin"/>
              <a:buNone/>
            </a:pPr>
            <a:r>
              <a:rPr lang="es-ES" sz="4000">
                <a:solidFill>
                  <a:schemeClr val="lt1"/>
                </a:solidFill>
                <a:latin typeface="Libre Franklin"/>
                <a:ea typeface="Libre Franklin"/>
                <a:cs typeface="Libre Franklin"/>
                <a:sym typeface="Libre Franklin"/>
              </a:rPr>
              <a:t>3- Instalación de un servidor web</a:t>
            </a:r>
            <a:endParaRPr sz="4000"/>
          </a:p>
        </p:txBody>
      </p:sp>
      <p:sp>
        <p:nvSpPr>
          <p:cNvPr id="134" name="Google Shape;134;p19"/>
          <p:cNvSpPr txBox="1"/>
          <p:nvPr/>
        </p:nvSpPr>
        <p:spPr>
          <a:xfrm>
            <a:off x="1371600" y="1667647"/>
            <a:ext cx="8896800" cy="4756200"/>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Clr>
                <a:schemeClr val="dk1"/>
              </a:buClr>
              <a:buSzPts val="2000"/>
              <a:buFont typeface="Noto Sans Symbols"/>
              <a:buChar char="❑"/>
            </a:pPr>
            <a:r>
              <a:rPr lang="es-ES" sz="2000">
                <a:solidFill>
                  <a:schemeClr val="dk1"/>
                </a:solidFill>
                <a:latin typeface="Libre Franklin"/>
                <a:ea typeface="Libre Franklin"/>
                <a:cs typeface="Libre Franklin"/>
                <a:sym typeface="Libre Franklin"/>
              </a:rPr>
              <a:t>Antes de la instalación de nuestro servidor web debemos seleccionar el SO donde se desplegará. En nuestro caso vamos a utilizar un contenedor de Linux para descargar los recursos hardware de nuestro PC y permite su acceso tanto desde el aula como en casa.</a:t>
            </a:r>
            <a:endParaRPr/>
          </a:p>
          <a:p>
            <a:pPr indent="-457200" lvl="0" marL="457200" marR="0" rtl="0" algn="l">
              <a:spcBef>
                <a:spcPts val="400"/>
              </a:spcBef>
              <a:spcAft>
                <a:spcPts val="0"/>
              </a:spcAft>
              <a:buClr>
                <a:schemeClr val="dk1"/>
              </a:buClr>
              <a:buSzPts val="2000"/>
              <a:buFont typeface="Noto Sans Symbols"/>
              <a:buChar char="❑"/>
            </a:pPr>
            <a:r>
              <a:rPr lang="es-ES" sz="2000">
                <a:solidFill>
                  <a:schemeClr val="dk1"/>
                </a:solidFill>
                <a:latin typeface="Libre Franklin"/>
                <a:ea typeface="Libre Franklin"/>
                <a:cs typeface="Libre Franklin"/>
                <a:sym typeface="Libre Franklin"/>
              </a:rPr>
              <a:t>Con respecto al servidor vamos a utilizar apache, un servidor gratuito, estable y con una gran comunidad de colaboradores, así como su documentación.</a:t>
            </a:r>
            <a:endParaRPr/>
          </a:p>
          <a:p>
            <a:pPr indent="-457200" lvl="0" marL="457200" marR="0" rtl="0" algn="l">
              <a:spcBef>
                <a:spcPts val="400"/>
              </a:spcBef>
              <a:spcAft>
                <a:spcPts val="0"/>
              </a:spcAft>
              <a:buClr>
                <a:schemeClr val="dk1"/>
              </a:buClr>
              <a:buSzPts val="2000"/>
              <a:buFont typeface="Noto Sans Symbols"/>
              <a:buChar char="❑"/>
            </a:pPr>
            <a:r>
              <a:rPr lang="es-ES" sz="2000">
                <a:solidFill>
                  <a:schemeClr val="dk1"/>
                </a:solidFill>
                <a:latin typeface="Libre Franklin"/>
                <a:ea typeface="Libre Franklin"/>
                <a:cs typeface="Libre Franklin"/>
                <a:sym typeface="Libre Franklin"/>
              </a:rPr>
              <a:t>Para la programación en PHP es uno de los servidores que mejor soporte nos ofrece, desde el punto de vista de módulos, librerías y documentación.</a:t>
            </a:r>
            <a:endParaRPr/>
          </a:p>
          <a:p>
            <a:pPr indent="-457200" lvl="0" marL="457200" marR="0" rtl="0" algn="l">
              <a:spcBef>
                <a:spcPts val="400"/>
              </a:spcBef>
              <a:spcAft>
                <a:spcPts val="0"/>
              </a:spcAft>
              <a:buClr>
                <a:schemeClr val="dk1"/>
              </a:buClr>
              <a:buSzPts val="2000"/>
              <a:buFont typeface="Noto Sans Symbols"/>
              <a:buChar char="❑"/>
            </a:pPr>
            <a:r>
              <a:rPr lang="es-ES" sz="2000">
                <a:solidFill>
                  <a:schemeClr val="dk1"/>
                </a:solidFill>
                <a:latin typeface="Libre Franklin"/>
                <a:ea typeface="Libre Franklin"/>
                <a:cs typeface="Libre Franklin"/>
                <a:sym typeface="Libre Franklin"/>
              </a:rPr>
              <a:t>Para su instalación podemos seguir las guías, tutoriales o videos disponibles en internet.</a:t>
            </a:r>
            <a:endParaRPr/>
          </a:p>
          <a:p>
            <a:pPr indent="-330200" lvl="0" marL="457200" marR="0" rtl="0" algn="l">
              <a:spcBef>
                <a:spcPts val="400"/>
              </a:spcBef>
              <a:spcAft>
                <a:spcPts val="0"/>
              </a:spcAft>
              <a:buClr>
                <a:schemeClr val="dk1"/>
              </a:buClr>
              <a:buSzPts val="2000"/>
              <a:buFont typeface="Noto Sans Symbols"/>
              <a:buNone/>
            </a:pPr>
            <a:r>
              <a:t/>
            </a:r>
            <a:endParaRPr sz="2000">
              <a:solidFill>
                <a:schemeClr val="dk1"/>
              </a:solidFill>
              <a:latin typeface="Libre Franklin"/>
              <a:ea typeface="Libre Franklin"/>
              <a:cs typeface="Libre Franklin"/>
              <a:sym typeface="Libre Franklin"/>
            </a:endParaRPr>
          </a:p>
          <a:p>
            <a:pPr indent="0" lvl="0" marL="0" marR="0" rtl="0" algn="l">
              <a:spcBef>
                <a:spcPts val="200"/>
              </a:spcBef>
              <a:spcAft>
                <a:spcPts val="0"/>
              </a:spcAft>
              <a:buNone/>
            </a:pPr>
            <a:r>
              <a:t/>
            </a:r>
            <a:endParaRPr sz="2800">
              <a:solidFill>
                <a:schemeClr val="dk1"/>
              </a:solidFill>
              <a:latin typeface="Libre Franklin"/>
              <a:ea typeface="Libre Franklin"/>
              <a:cs typeface="Libre Franklin"/>
              <a:sym typeface="Libre Frankli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0"/>
          <p:cNvSpPr txBox="1"/>
          <p:nvPr>
            <p:ph type="title"/>
          </p:nvPr>
        </p:nvSpPr>
        <p:spPr>
          <a:xfrm>
            <a:off x="1371600" y="685800"/>
            <a:ext cx="9601200" cy="772297"/>
          </a:xfrm>
          <a:prstGeom prst="rect">
            <a:avLst/>
          </a:prstGeom>
          <a:gradFill>
            <a:gsLst>
              <a:gs pos="0">
                <a:srgbClr val="CAD9E1"/>
              </a:gs>
              <a:gs pos="50000">
                <a:srgbClr val="B4C9D6"/>
              </a:gs>
              <a:gs pos="100000">
                <a:srgbClr val="A4C0D1"/>
              </a:gs>
            </a:gsLst>
            <a:lin ang="5400000" scaled="0"/>
          </a:gradFill>
          <a:ln cap="flat" cmpd="sng" w="9525">
            <a:solidFill>
              <a:schemeClr val="accent5"/>
            </a:solidFill>
            <a:prstDash val="solid"/>
            <a:round/>
            <a:headEnd len="sm" w="sm" type="none"/>
            <a:tailEnd len="sm" w="sm" type="none"/>
          </a:ln>
        </p:spPr>
        <p:txBody>
          <a:bodyPr anchorCtr="0" anchor="ctr" bIns="45700" lIns="91425" spcFirstLastPara="1" rIns="91425" wrap="square" tIns="45700">
            <a:normAutofit/>
          </a:bodyPr>
          <a:lstStyle/>
          <a:p>
            <a:pPr indent="0" lvl="0" marL="0" rtl="0" algn="l">
              <a:lnSpc>
                <a:spcPct val="89000"/>
              </a:lnSpc>
              <a:spcBef>
                <a:spcPts val="0"/>
              </a:spcBef>
              <a:spcAft>
                <a:spcPts val="0"/>
              </a:spcAft>
              <a:buClr>
                <a:schemeClr val="dk1"/>
              </a:buClr>
              <a:buSzPts val="4400"/>
              <a:buFont typeface="Libre Franklin"/>
              <a:buNone/>
            </a:pPr>
            <a:r>
              <a:rPr lang="es-ES" sz="4000">
                <a:solidFill>
                  <a:schemeClr val="dk1"/>
                </a:solidFill>
                <a:latin typeface="Libre Franklin"/>
                <a:ea typeface="Libre Franklin"/>
                <a:cs typeface="Libre Franklin"/>
                <a:sym typeface="Libre Franklin"/>
              </a:rPr>
              <a:t>Estructura servidor web Apache</a:t>
            </a:r>
            <a:endParaRPr sz="4000"/>
          </a:p>
        </p:txBody>
      </p:sp>
      <p:graphicFrame>
        <p:nvGraphicFramePr>
          <p:cNvPr id="140" name="Google Shape;140;p20"/>
          <p:cNvGraphicFramePr/>
          <p:nvPr/>
        </p:nvGraphicFramePr>
        <p:xfrm>
          <a:off x="1371600" y="1709771"/>
          <a:ext cx="3000000" cy="3000000"/>
        </p:xfrm>
        <a:graphic>
          <a:graphicData uri="http://schemas.openxmlformats.org/drawingml/2006/table">
            <a:tbl>
              <a:tblPr bandRow="1" firstRow="1">
                <a:noFill/>
                <a:tableStyleId>{EB05F827-B55A-49E3-83DE-228989FFD578}</a:tableStyleId>
              </a:tblPr>
              <a:tblGrid>
                <a:gridCol w="3394275"/>
                <a:gridCol w="6890650"/>
              </a:tblGrid>
              <a:tr h="370850">
                <a:tc>
                  <a:txBody>
                    <a:bodyPr/>
                    <a:lstStyle/>
                    <a:p>
                      <a:pPr indent="0" lvl="0" marL="0" marR="0" rtl="0" algn="l">
                        <a:spcBef>
                          <a:spcPts val="0"/>
                        </a:spcBef>
                        <a:spcAft>
                          <a:spcPts val="0"/>
                        </a:spcAft>
                        <a:buNone/>
                      </a:pPr>
                      <a:r>
                        <a:rPr lang="es-ES" sz="1800" u="none" cap="none" strike="noStrike"/>
                        <a:t>Directorio</a:t>
                      </a:r>
                      <a:endParaRPr/>
                    </a:p>
                  </a:txBody>
                  <a:tcPr marT="45725" marB="45725" marR="91450" marL="91450"/>
                </a:tc>
                <a:tc>
                  <a:txBody>
                    <a:bodyPr/>
                    <a:lstStyle/>
                    <a:p>
                      <a:pPr indent="0" lvl="0" marL="0" marR="0" rtl="0" algn="l">
                        <a:spcBef>
                          <a:spcPts val="0"/>
                        </a:spcBef>
                        <a:spcAft>
                          <a:spcPts val="0"/>
                        </a:spcAft>
                        <a:buNone/>
                      </a:pPr>
                      <a:r>
                        <a:rPr lang="es-ES" sz="1800"/>
                        <a:t>Uso</a:t>
                      </a:r>
                      <a:endParaRPr/>
                    </a:p>
                  </a:txBody>
                  <a:tcPr marT="45725" marB="45725" marR="91450" marL="91450"/>
                </a:tc>
              </a:tr>
              <a:tr h="370850">
                <a:tc>
                  <a:txBody>
                    <a:bodyPr/>
                    <a:lstStyle/>
                    <a:p>
                      <a:pPr indent="0" lvl="0" marL="0" marR="0" rtl="0" algn="l">
                        <a:spcBef>
                          <a:spcPts val="0"/>
                        </a:spcBef>
                        <a:spcAft>
                          <a:spcPts val="0"/>
                        </a:spcAft>
                        <a:buNone/>
                      </a:pPr>
                      <a:r>
                        <a:rPr b="0" i="0" lang="es-ES" sz="1800">
                          <a:solidFill>
                            <a:schemeClr val="dk1"/>
                          </a:solidFill>
                          <a:latin typeface="Libre Franklin"/>
                          <a:ea typeface="Libre Franklin"/>
                          <a:cs typeface="Libre Franklin"/>
                          <a:sym typeface="Libre Franklin"/>
                        </a:rPr>
                        <a:t>/var/www/html</a:t>
                      </a:r>
                      <a:endParaRPr sz="1800"/>
                    </a:p>
                  </a:txBody>
                  <a:tcPr marT="45725" marB="45725" marR="91450" marL="91450"/>
                </a:tc>
                <a:tc>
                  <a:txBody>
                    <a:bodyPr/>
                    <a:lstStyle/>
                    <a:p>
                      <a:pPr indent="0" lvl="0" marL="0" marR="0" rtl="0" algn="l">
                        <a:spcBef>
                          <a:spcPts val="0"/>
                        </a:spcBef>
                        <a:spcAft>
                          <a:spcPts val="0"/>
                        </a:spcAft>
                        <a:buNone/>
                      </a:pPr>
                      <a:r>
                        <a:rPr lang="es-ES" sz="1800"/>
                        <a:t>En </a:t>
                      </a:r>
                      <a:r>
                        <a:rPr lang="es-ES" sz="1800"/>
                        <a:t>él</a:t>
                      </a:r>
                      <a:r>
                        <a:rPr lang="es-ES" sz="1800"/>
                        <a:t> se ubica</a:t>
                      </a:r>
                      <a:r>
                        <a:rPr lang="es-ES" sz="1800"/>
                        <a:t> el contenido real de nuestra</a:t>
                      </a:r>
                      <a:r>
                        <a:rPr lang="es-ES" sz="1800"/>
                        <a:t> </a:t>
                      </a:r>
                      <a:r>
                        <a:rPr lang="es-ES" sz="1800"/>
                        <a:t>web.</a:t>
                      </a:r>
                      <a:endParaRPr/>
                    </a:p>
                  </a:txBody>
                  <a:tcPr marT="45725" marB="45725" marR="91450" marL="91450"/>
                </a:tc>
              </a:tr>
              <a:tr h="370850">
                <a:tc>
                  <a:txBody>
                    <a:bodyPr/>
                    <a:lstStyle/>
                    <a:p>
                      <a:pPr indent="0" lvl="0" marL="0" marR="0" rtl="0" algn="l">
                        <a:spcBef>
                          <a:spcPts val="0"/>
                        </a:spcBef>
                        <a:spcAft>
                          <a:spcPts val="0"/>
                        </a:spcAft>
                        <a:buNone/>
                      </a:pPr>
                      <a:r>
                        <a:rPr b="0" i="0" lang="es-ES" sz="1800">
                          <a:solidFill>
                            <a:schemeClr val="dk1"/>
                          </a:solidFill>
                          <a:latin typeface="Libre Franklin"/>
                          <a:ea typeface="Libre Franklin"/>
                          <a:cs typeface="Libre Franklin"/>
                          <a:sym typeface="Libre Franklin"/>
                        </a:rPr>
                        <a:t>/etc/apache2</a:t>
                      </a:r>
                      <a:endParaRPr sz="1800"/>
                    </a:p>
                  </a:txBody>
                  <a:tcPr marT="45725" marB="45725" marR="91450" marL="91450"/>
                </a:tc>
                <a:tc>
                  <a:txBody>
                    <a:bodyPr/>
                    <a:lstStyle/>
                    <a:p>
                      <a:pPr indent="0" lvl="0" marL="0" marR="0" rtl="0" algn="l">
                        <a:spcBef>
                          <a:spcPts val="0"/>
                        </a:spcBef>
                        <a:spcAft>
                          <a:spcPts val="0"/>
                        </a:spcAft>
                        <a:buNone/>
                      </a:pPr>
                      <a:r>
                        <a:rPr b="0" i="0" lang="es-ES" sz="1800">
                          <a:solidFill>
                            <a:schemeClr val="dk1"/>
                          </a:solidFill>
                          <a:latin typeface="Libre Franklin"/>
                          <a:ea typeface="Libre Franklin"/>
                          <a:cs typeface="Libre Franklin"/>
                          <a:sym typeface="Libre Franklin"/>
                        </a:rPr>
                        <a:t>Todos los archivos de configuración de Apache se localizan en éste.</a:t>
                      </a:r>
                      <a:endParaRPr sz="1800"/>
                    </a:p>
                  </a:txBody>
                  <a:tcPr marT="45725" marB="45725" marR="91450" marL="91450"/>
                </a:tc>
              </a:tr>
              <a:tr h="370850">
                <a:tc>
                  <a:txBody>
                    <a:bodyPr/>
                    <a:lstStyle/>
                    <a:p>
                      <a:pPr indent="0" lvl="0" marL="0" marR="0" rtl="0" algn="l">
                        <a:spcBef>
                          <a:spcPts val="0"/>
                        </a:spcBef>
                        <a:spcAft>
                          <a:spcPts val="0"/>
                        </a:spcAft>
                        <a:buNone/>
                      </a:pPr>
                      <a:r>
                        <a:rPr b="0" i="0" lang="es-ES" sz="1800">
                          <a:solidFill>
                            <a:schemeClr val="dk1"/>
                          </a:solidFill>
                          <a:latin typeface="Libre Franklin"/>
                          <a:ea typeface="Libre Franklin"/>
                          <a:cs typeface="Libre Franklin"/>
                          <a:sym typeface="Libre Franklin"/>
                        </a:rPr>
                        <a:t>/etc/apache2/apache2.conf</a:t>
                      </a:r>
                      <a:endParaRPr sz="1800"/>
                    </a:p>
                  </a:txBody>
                  <a:tcPr marT="45725" marB="45725" marR="91450" marL="91450"/>
                </a:tc>
                <a:tc>
                  <a:txBody>
                    <a:bodyPr/>
                    <a:lstStyle/>
                    <a:p>
                      <a:pPr indent="0" lvl="0" marL="0" marR="0" rtl="0" algn="l">
                        <a:spcBef>
                          <a:spcPts val="0"/>
                        </a:spcBef>
                        <a:spcAft>
                          <a:spcPts val="0"/>
                        </a:spcAft>
                        <a:buNone/>
                      </a:pPr>
                      <a:r>
                        <a:rPr b="0" i="0" lang="es-ES" sz="1800">
                          <a:solidFill>
                            <a:schemeClr val="dk1"/>
                          </a:solidFill>
                          <a:latin typeface="Libre Franklin"/>
                          <a:ea typeface="Libre Franklin"/>
                          <a:cs typeface="Libre Franklin"/>
                          <a:sym typeface="Libre Franklin"/>
                        </a:rPr>
                        <a:t>Es el archivo principal de configuración de Apache. Al modificarlo se realizan cambios en la configuración global de Apache. </a:t>
                      </a:r>
                      <a:endParaRPr sz="1800"/>
                    </a:p>
                  </a:txBody>
                  <a:tcPr marT="45725" marB="45725" marR="91450" marL="91450"/>
                </a:tc>
              </a:tr>
              <a:tr h="370850">
                <a:tc>
                  <a:txBody>
                    <a:bodyPr/>
                    <a:lstStyle/>
                    <a:p>
                      <a:pPr indent="0" lvl="0" marL="0" marR="0" rtl="0" algn="l">
                        <a:spcBef>
                          <a:spcPts val="0"/>
                        </a:spcBef>
                        <a:spcAft>
                          <a:spcPts val="0"/>
                        </a:spcAft>
                        <a:buNone/>
                      </a:pPr>
                      <a:r>
                        <a:rPr b="0" i="0" lang="es-ES" sz="1800">
                          <a:solidFill>
                            <a:schemeClr val="dk1"/>
                          </a:solidFill>
                          <a:latin typeface="Libre Franklin"/>
                          <a:ea typeface="Libre Franklin"/>
                          <a:cs typeface="Libre Franklin"/>
                          <a:sym typeface="Libre Franklin"/>
                        </a:rPr>
                        <a:t>/etc/apache2/ports.conf</a:t>
                      </a:r>
                      <a:endParaRPr sz="1800"/>
                    </a:p>
                  </a:txBody>
                  <a:tcPr marT="45725" marB="45725" marR="91450" marL="91450"/>
                </a:tc>
                <a:tc>
                  <a:txBody>
                    <a:bodyPr/>
                    <a:lstStyle/>
                    <a:p>
                      <a:pPr indent="0" lvl="0" marL="0" marR="0" rtl="0" algn="l">
                        <a:spcBef>
                          <a:spcPts val="0"/>
                        </a:spcBef>
                        <a:spcAft>
                          <a:spcPts val="0"/>
                        </a:spcAft>
                        <a:buNone/>
                      </a:pPr>
                      <a:r>
                        <a:rPr b="0" i="0" lang="es-ES" sz="1800">
                          <a:solidFill>
                            <a:schemeClr val="dk1"/>
                          </a:solidFill>
                          <a:latin typeface="Libre Franklin"/>
                          <a:ea typeface="Libre Franklin"/>
                          <a:cs typeface="Libre Franklin"/>
                          <a:sym typeface="Libre Franklin"/>
                        </a:rPr>
                        <a:t>Este archivo especifica los puertos a los cuales Apache escuchará. Por defecto, Apache escucha el puerto 80, aunque adicionalmente, escucha el puerto 443 cuando un módulo con capacidad SSL es habilitado.</a:t>
                      </a:r>
                      <a:endParaRPr sz="1800"/>
                    </a:p>
                  </a:txBody>
                  <a:tcPr marT="45725" marB="45725" marR="91450" marL="91450"/>
                </a:tc>
              </a:tr>
              <a:tr h="370850">
                <a:tc>
                  <a:txBody>
                    <a:bodyPr/>
                    <a:lstStyle/>
                    <a:p>
                      <a:pPr indent="0" lvl="0" marL="0" marR="0" rtl="0" algn="l">
                        <a:spcBef>
                          <a:spcPts val="0"/>
                        </a:spcBef>
                        <a:spcAft>
                          <a:spcPts val="0"/>
                        </a:spcAft>
                        <a:buNone/>
                      </a:pPr>
                      <a:r>
                        <a:rPr b="0" i="0" lang="es-ES" sz="1800">
                          <a:solidFill>
                            <a:schemeClr val="dk1"/>
                          </a:solidFill>
                          <a:latin typeface="Libre Franklin"/>
                          <a:ea typeface="Libre Franklin"/>
                          <a:cs typeface="Libre Franklin"/>
                          <a:sym typeface="Libre Franklin"/>
                        </a:rPr>
                        <a:t>/etc/apache2/sites-available/</a:t>
                      </a:r>
                      <a:endParaRPr sz="1800"/>
                    </a:p>
                  </a:txBody>
                  <a:tcPr marT="45725" marB="45725" marR="91450" marL="91450"/>
                </a:tc>
                <a:tc>
                  <a:txBody>
                    <a:bodyPr/>
                    <a:lstStyle/>
                    <a:p>
                      <a:pPr indent="0" lvl="0" marL="0" marR="0" rtl="0" algn="l">
                        <a:spcBef>
                          <a:spcPts val="0"/>
                        </a:spcBef>
                        <a:spcAft>
                          <a:spcPts val="0"/>
                        </a:spcAft>
                        <a:buNone/>
                      </a:pPr>
                      <a:r>
                        <a:rPr b="0" i="0" lang="es-ES" sz="1800">
                          <a:solidFill>
                            <a:schemeClr val="dk1"/>
                          </a:solidFill>
                          <a:latin typeface="Libre Franklin"/>
                          <a:ea typeface="Libre Franklin"/>
                          <a:cs typeface="Libre Franklin"/>
                          <a:sym typeface="Libre Franklin"/>
                        </a:rPr>
                        <a:t>Es el directorio donde se alojan los diferentes sitios virtuales que podrían habilitarse. Apache no utilizará los archivos de configuración que se encuentren en este directorio a menos que se encuentren enlazados con el directorio </a:t>
                      </a:r>
                      <a:r>
                        <a:rPr lang="es-ES" sz="1800"/>
                        <a:t>sites-enabled</a:t>
                      </a:r>
                      <a:r>
                        <a:rPr b="0" i="0" lang="es-ES" sz="1800">
                          <a:solidFill>
                            <a:schemeClr val="dk1"/>
                          </a:solidFill>
                          <a:latin typeface="Libre Franklin"/>
                          <a:ea typeface="Libre Franklin"/>
                          <a:cs typeface="Libre Franklin"/>
                          <a:sym typeface="Libre Franklin"/>
                        </a:rPr>
                        <a:t>.</a:t>
                      </a:r>
                      <a:endParaRPr sz="1800"/>
                    </a:p>
                  </a:txBody>
                  <a:tcPr marT="45725" marB="45725" marR="91450" marL="91450"/>
                </a:tc>
              </a:tr>
              <a:tr h="370850">
                <a:tc>
                  <a:txBody>
                    <a:bodyPr/>
                    <a:lstStyle/>
                    <a:p>
                      <a:pPr indent="0" lvl="0" marL="0" marR="0" rtl="0" algn="l">
                        <a:spcBef>
                          <a:spcPts val="0"/>
                        </a:spcBef>
                        <a:spcAft>
                          <a:spcPts val="0"/>
                        </a:spcAft>
                        <a:buNone/>
                      </a:pPr>
                      <a:r>
                        <a:rPr b="0" i="0" lang="es-ES" sz="1800">
                          <a:solidFill>
                            <a:schemeClr val="dk1"/>
                          </a:solidFill>
                          <a:latin typeface="Libre Franklin"/>
                          <a:ea typeface="Libre Franklin"/>
                          <a:cs typeface="Libre Franklin"/>
                          <a:sym typeface="Libre Franklin"/>
                        </a:rPr>
                        <a:t>/etc/apache2/sites-enabled/</a:t>
                      </a:r>
                      <a:endParaRPr sz="1800"/>
                    </a:p>
                  </a:txBody>
                  <a:tcPr marT="45725" marB="45725" marR="91450" marL="91450"/>
                </a:tc>
                <a:tc>
                  <a:txBody>
                    <a:bodyPr/>
                    <a:lstStyle/>
                    <a:p>
                      <a:pPr indent="0" lvl="0" marL="0" marR="0" rtl="0" algn="l">
                        <a:spcBef>
                          <a:spcPts val="0"/>
                        </a:spcBef>
                        <a:spcAft>
                          <a:spcPts val="0"/>
                        </a:spcAft>
                        <a:buNone/>
                      </a:pPr>
                      <a:r>
                        <a:rPr b="0" i="0" lang="es-ES" sz="1800">
                          <a:solidFill>
                            <a:schemeClr val="dk1"/>
                          </a:solidFill>
                          <a:latin typeface="Libre Franklin"/>
                          <a:ea typeface="Libre Franklin"/>
                          <a:cs typeface="Libre Franklin"/>
                          <a:sym typeface="Libre Franklin"/>
                        </a:rPr>
                        <a:t>Es el directorio donde se alojan los diferentes sitios virtuales que se encuentren habilitados. </a:t>
                      </a:r>
                      <a:endParaRPr sz="1800"/>
                    </a:p>
                  </a:txBody>
                  <a:tcPr marT="45725" marB="45725" marR="91450" marL="91450"/>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1"/>
          <p:cNvSpPr txBox="1"/>
          <p:nvPr>
            <p:ph type="title"/>
          </p:nvPr>
        </p:nvSpPr>
        <p:spPr>
          <a:xfrm>
            <a:off x="1371600" y="685800"/>
            <a:ext cx="9601200" cy="772297"/>
          </a:xfrm>
          <a:prstGeom prst="rect">
            <a:avLst/>
          </a:prstGeom>
          <a:gradFill>
            <a:gsLst>
              <a:gs pos="0">
                <a:srgbClr val="CAD9E1"/>
              </a:gs>
              <a:gs pos="50000">
                <a:srgbClr val="B4C9D6"/>
              </a:gs>
              <a:gs pos="100000">
                <a:srgbClr val="A4C0D1"/>
              </a:gs>
            </a:gsLst>
            <a:lin ang="5400000" scaled="0"/>
          </a:gradFill>
          <a:ln cap="flat" cmpd="sng" w="9525">
            <a:solidFill>
              <a:schemeClr val="accent5"/>
            </a:solidFill>
            <a:prstDash val="solid"/>
            <a:round/>
            <a:headEnd len="sm" w="sm" type="none"/>
            <a:tailEnd len="sm" w="sm" type="none"/>
          </a:ln>
        </p:spPr>
        <p:txBody>
          <a:bodyPr anchorCtr="0" anchor="ctr" bIns="45700" lIns="91425" spcFirstLastPara="1" rIns="91425" wrap="square" tIns="45700">
            <a:normAutofit/>
          </a:bodyPr>
          <a:lstStyle/>
          <a:p>
            <a:pPr indent="0" lvl="0" marL="0" rtl="0" algn="l">
              <a:lnSpc>
                <a:spcPct val="89000"/>
              </a:lnSpc>
              <a:spcBef>
                <a:spcPts val="0"/>
              </a:spcBef>
              <a:spcAft>
                <a:spcPts val="0"/>
              </a:spcAft>
              <a:buClr>
                <a:schemeClr val="dk1"/>
              </a:buClr>
              <a:buSzPts val="4400"/>
              <a:buFont typeface="Libre Franklin"/>
              <a:buNone/>
            </a:pPr>
            <a:r>
              <a:rPr lang="es-ES" sz="4000">
                <a:solidFill>
                  <a:schemeClr val="dk1"/>
                </a:solidFill>
                <a:latin typeface="Libre Franklin"/>
                <a:ea typeface="Libre Franklin"/>
                <a:cs typeface="Libre Franklin"/>
                <a:sym typeface="Libre Franklin"/>
              </a:rPr>
              <a:t>Estructura servidor web Apache</a:t>
            </a:r>
            <a:endParaRPr sz="4000"/>
          </a:p>
        </p:txBody>
      </p:sp>
      <p:graphicFrame>
        <p:nvGraphicFramePr>
          <p:cNvPr id="146" name="Google Shape;146;p21"/>
          <p:cNvGraphicFramePr/>
          <p:nvPr/>
        </p:nvGraphicFramePr>
        <p:xfrm>
          <a:off x="1371600" y="1759197"/>
          <a:ext cx="3000000" cy="3000000"/>
        </p:xfrm>
        <a:graphic>
          <a:graphicData uri="http://schemas.openxmlformats.org/drawingml/2006/table">
            <a:tbl>
              <a:tblPr bandRow="1" firstRow="1">
                <a:noFill/>
                <a:tableStyleId>{EB05F827-B55A-49E3-83DE-228989FFD578}</a:tableStyleId>
              </a:tblPr>
              <a:tblGrid>
                <a:gridCol w="3309575"/>
                <a:gridCol w="6596425"/>
              </a:tblGrid>
              <a:tr h="370850">
                <a:tc>
                  <a:txBody>
                    <a:bodyPr/>
                    <a:lstStyle/>
                    <a:p>
                      <a:pPr indent="0" lvl="0" marL="0" marR="0" rtl="0" algn="l">
                        <a:spcBef>
                          <a:spcPts val="0"/>
                        </a:spcBef>
                        <a:spcAft>
                          <a:spcPts val="0"/>
                        </a:spcAft>
                        <a:buNone/>
                      </a:pPr>
                      <a:r>
                        <a:rPr lang="es-ES" sz="1800"/>
                        <a:t>Directorio</a:t>
                      </a:r>
                      <a:endParaRPr/>
                    </a:p>
                  </a:txBody>
                  <a:tcPr marT="45725" marB="45725" marR="91450" marL="91450"/>
                </a:tc>
                <a:tc>
                  <a:txBody>
                    <a:bodyPr/>
                    <a:lstStyle/>
                    <a:p>
                      <a:pPr indent="0" lvl="0" marL="0" marR="0" rtl="0" algn="l">
                        <a:spcBef>
                          <a:spcPts val="0"/>
                        </a:spcBef>
                        <a:spcAft>
                          <a:spcPts val="0"/>
                        </a:spcAft>
                        <a:buNone/>
                      </a:pPr>
                      <a:r>
                        <a:rPr lang="es-ES" sz="1800"/>
                        <a:t>Uso</a:t>
                      </a:r>
                      <a:endParaRPr/>
                    </a:p>
                  </a:txBody>
                  <a:tcPr marT="45725" marB="45725" marR="91450" marL="91450"/>
                </a:tc>
              </a:tr>
              <a:tr h="370850">
                <a:tc>
                  <a:txBody>
                    <a:bodyPr/>
                    <a:lstStyle/>
                    <a:p>
                      <a:pPr indent="0" lvl="0" marL="0" marR="0" rtl="0" algn="l">
                        <a:spcBef>
                          <a:spcPts val="0"/>
                        </a:spcBef>
                        <a:spcAft>
                          <a:spcPts val="0"/>
                        </a:spcAft>
                        <a:buNone/>
                      </a:pPr>
                      <a:r>
                        <a:rPr lang="es-ES" sz="1800"/>
                        <a:t>/etc/apache2/conf-available/</a:t>
                      </a:r>
                      <a:r>
                        <a:rPr b="0" i="0" lang="es-ES" sz="1800">
                          <a:solidFill>
                            <a:schemeClr val="dk1"/>
                          </a:solidFill>
                          <a:latin typeface="Libre Franklin"/>
                          <a:ea typeface="Libre Franklin"/>
                          <a:cs typeface="Libre Franklin"/>
                          <a:sym typeface="Libre Franklin"/>
                        </a:rPr>
                        <a:t> </a:t>
                      </a:r>
                      <a:endParaRPr/>
                    </a:p>
                    <a:p>
                      <a:pPr indent="0" lvl="0" marL="0" marR="0" rtl="0" algn="l">
                        <a:spcBef>
                          <a:spcPts val="0"/>
                        </a:spcBef>
                        <a:spcAft>
                          <a:spcPts val="0"/>
                        </a:spcAft>
                        <a:buNone/>
                      </a:pPr>
                      <a:r>
                        <a:rPr lang="es-ES" sz="1800"/>
                        <a:t>/etc/apache2/conf-enabled/</a:t>
                      </a:r>
                      <a:endParaRPr/>
                    </a:p>
                  </a:txBody>
                  <a:tcPr marT="45725" marB="45725" marR="91450" marL="91450"/>
                </a:tc>
                <a:tc>
                  <a:txBody>
                    <a:bodyPr/>
                    <a:lstStyle/>
                    <a:p>
                      <a:pPr indent="0" lvl="0" marL="0" marR="0" rtl="0" algn="l">
                        <a:spcBef>
                          <a:spcPts val="0"/>
                        </a:spcBef>
                        <a:spcAft>
                          <a:spcPts val="0"/>
                        </a:spcAft>
                        <a:buNone/>
                      </a:pPr>
                      <a:r>
                        <a:rPr b="0" i="0" lang="es-ES" sz="1800">
                          <a:solidFill>
                            <a:schemeClr val="dk1"/>
                          </a:solidFill>
                          <a:latin typeface="Libre Franklin"/>
                          <a:ea typeface="Libre Franklin"/>
                          <a:cs typeface="Libre Franklin"/>
                          <a:sym typeface="Libre Franklin"/>
                        </a:rPr>
                        <a:t>estos directorios presentan la misma relación que se da entre los directorios </a:t>
                      </a:r>
                      <a:r>
                        <a:rPr lang="es-ES" sz="1800"/>
                        <a:t>sites-available</a:t>
                      </a:r>
                      <a:r>
                        <a:rPr b="0" i="0" lang="es-ES" sz="1800">
                          <a:solidFill>
                            <a:schemeClr val="dk1"/>
                          </a:solidFill>
                          <a:latin typeface="Libre Franklin"/>
                          <a:ea typeface="Libre Franklin"/>
                          <a:cs typeface="Libre Franklin"/>
                          <a:sym typeface="Libre Franklin"/>
                        </a:rPr>
                        <a:t> y </a:t>
                      </a:r>
                      <a:r>
                        <a:rPr lang="es-ES" sz="1800"/>
                        <a:t>sites-enabled</a:t>
                      </a:r>
                      <a:r>
                        <a:rPr b="0" i="0" lang="es-ES" sz="1800">
                          <a:solidFill>
                            <a:schemeClr val="dk1"/>
                          </a:solidFill>
                          <a:latin typeface="Libre Franklin"/>
                          <a:ea typeface="Libre Franklin"/>
                          <a:cs typeface="Libre Franklin"/>
                          <a:sym typeface="Libre Franklin"/>
                        </a:rPr>
                        <a:t>, solo que éstos son usados para guardar los fragmentos de configuración que no pertenecen a un sitio virtual.</a:t>
                      </a:r>
                      <a:endParaRPr sz="1800"/>
                    </a:p>
                  </a:txBody>
                  <a:tcPr marT="45725" marB="45725" marR="91450" marL="91450"/>
                </a:tc>
              </a:tr>
              <a:tr h="370850">
                <a:tc>
                  <a:txBody>
                    <a:bodyPr/>
                    <a:lstStyle/>
                    <a:p>
                      <a:pPr indent="0" lvl="0" marL="0" marR="0" rtl="0" algn="l">
                        <a:spcBef>
                          <a:spcPts val="0"/>
                        </a:spcBef>
                        <a:spcAft>
                          <a:spcPts val="0"/>
                        </a:spcAft>
                        <a:buNone/>
                      </a:pPr>
                      <a:r>
                        <a:rPr lang="es-ES" sz="1800"/>
                        <a:t>/etc/apache2/mods-available/</a:t>
                      </a:r>
                      <a:r>
                        <a:rPr b="0" i="0" lang="es-ES" sz="1800">
                          <a:solidFill>
                            <a:schemeClr val="dk1"/>
                          </a:solidFill>
                          <a:latin typeface="Libre Franklin"/>
                          <a:ea typeface="Libre Franklin"/>
                          <a:cs typeface="Libre Franklin"/>
                          <a:sym typeface="Libre Franklin"/>
                        </a:rPr>
                        <a:t> </a:t>
                      </a:r>
                      <a:endParaRPr/>
                    </a:p>
                    <a:p>
                      <a:pPr indent="0" lvl="0" marL="0" marR="0" rtl="0" algn="l">
                        <a:spcBef>
                          <a:spcPts val="0"/>
                        </a:spcBef>
                        <a:spcAft>
                          <a:spcPts val="0"/>
                        </a:spcAft>
                        <a:buNone/>
                      </a:pPr>
                      <a:r>
                        <a:rPr lang="es-ES" sz="1800"/>
                        <a:t>/etc/apache2/mods-enabled/</a:t>
                      </a:r>
                      <a:endParaRPr/>
                    </a:p>
                  </a:txBody>
                  <a:tcPr marT="45725" marB="45725" marR="91450" marL="91450"/>
                </a:tc>
                <a:tc>
                  <a:txBody>
                    <a:bodyPr/>
                    <a:lstStyle/>
                    <a:p>
                      <a:pPr indent="0" lvl="0" marL="0" marR="0" rtl="0" algn="l">
                        <a:spcBef>
                          <a:spcPts val="0"/>
                        </a:spcBef>
                        <a:spcAft>
                          <a:spcPts val="0"/>
                        </a:spcAft>
                        <a:buNone/>
                      </a:pPr>
                      <a:r>
                        <a:rPr b="0" i="0" lang="es-ES" sz="1800">
                          <a:solidFill>
                            <a:schemeClr val="dk1"/>
                          </a:solidFill>
                          <a:latin typeface="Libre Franklin"/>
                          <a:ea typeface="Libre Franklin"/>
                          <a:cs typeface="Libre Franklin"/>
                          <a:sym typeface="Libre Franklin"/>
                        </a:rPr>
                        <a:t>Estos directorios contienen tanto los módulos disponibles como los habilitados, respectivamente. </a:t>
                      </a:r>
                      <a:endParaRPr sz="1800"/>
                    </a:p>
                  </a:txBody>
                  <a:tcPr marT="45725" marB="45725" marR="91450" marL="91450"/>
                </a:tc>
              </a:tr>
              <a:tr h="370850">
                <a:tc>
                  <a:txBody>
                    <a:bodyPr/>
                    <a:lstStyle/>
                    <a:p>
                      <a:pPr indent="0" lvl="0" marL="0" marR="0" rtl="0" algn="l">
                        <a:spcBef>
                          <a:spcPts val="0"/>
                        </a:spcBef>
                        <a:spcAft>
                          <a:spcPts val="0"/>
                        </a:spcAft>
                        <a:buNone/>
                      </a:pPr>
                      <a:r>
                        <a:rPr b="0" i="0" lang="es-ES" sz="1800">
                          <a:solidFill>
                            <a:schemeClr val="dk1"/>
                          </a:solidFill>
                          <a:latin typeface="Libre Franklin"/>
                          <a:ea typeface="Libre Franklin"/>
                          <a:cs typeface="Libre Franklin"/>
                          <a:sym typeface="Libre Franklin"/>
                        </a:rPr>
                        <a:t>/var/log/apache2/access.log</a:t>
                      </a:r>
                      <a:endParaRPr sz="1800"/>
                    </a:p>
                  </a:txBody>
                  <a:tcPr marT="45725" marB="45725" marR="91450" marL="91450"/>
                </a:tc>
                <a:tc>
                  <a:txBody>
                    <a:bodyPr/>
                    <a:lstStyle/>
                    <a:p>
                      <a:pPr indent="0" lvl="0" marL="0" marR="0" rtl="0" algn="l">
                        <a:spcBef>
                          <a:spcPts val="0"/>
                        </a:spcBef>
                        <a:spcAft>
                          <a:spcPts val="0"/>
                        </a:spcAft>
                        <a:buNone/>
                      </a:pPr>
                      <a:r>
                        <a:rPr b="0" i="0" lang="es-ES" sz="1800">
                          <a:solidFill>
                            <a:schemeClr val="dk1"/>
                          </a:solidFill>
                          <a:latin typeface="Libre Franklin"/>
                          <a:ea typeface="Libre Franklin"/>
                          <a:cs typeface="Libre Franklin"/>
                          <a:sym typeface="Libre Franklin"/>
                        </a:rPr>
                        <a:t>Por defecto, todo solicitud hecha a tu servidor web es registrada en este archivo.</a:t>
                      </a:r>
                      <a:endParaRPr sz="1800"/>
                    </a:p>
                  </a:txBody>
                  <a:tcPr marT="45725" marB="45725" marR="91450" marL="91450"/>
                </a:tc>
              </a:tr>
              <a:tr h="370850">
                <a:tc>
                  <a:txBody>
                    <a:bodyPr/>
                    <a:lstStyle/>
                    <a:p>
                      <a:pPr indent="0" lvl="0" marL="0" marR="0" rtl="0" algn="l">
                        <a:spcBef>
                          <a:spcPts val="0"/>
                        </a:spcBef>
                        <a:spcAft>
                          <a:spcPts val="0"/>
                        </a:spcAft>
                        <a:buNone/>
                      </a:pPr>
                      <a:r>
                        <a:rPr b="0" i="0" lang="es-ES" sz="1800">
                          <a:solidFill>
                            <a:schemeClr val="dk1"/>
                          </a:solidFill>
                          <a:latin typeface="Libre Franklin"/>
                          <a:ea typeface="Libre Franklin"/>
                          <a:cs typeface="Libre Franklin"/>
                          <a:sym typeface="Libre Franklin"/>
                        </a:rPr>
                        <a:t>/var/log/apache2/error.log</a:t>
                      </a:r>
                      <a:endParaRPr sz="1800"/>
                    </a:p>
                  </a:txBody>
                  <a:tcPr marT="45725" marB="45725" marR="91450" marL="91450"/>
                </a:tc>
                <a:tc>
                  <a:txBody>
                    <a:bodyPr/>
                    <a:lstStyle/>
                    <a:p>
                      <a:pPr indent="0" lvl="0" marL="0" marR="0" rtl="0" algn="l">
                        <a:spcBef>
                          <a:spcPts val="0"/>
                        </a:spcBef>
                        <a:spcAft>
                          <a:spcPts val="0"/>
                        </a:spcAft>
                        <a:buNone/>
                      </a:pPr>
                      <a:r>
                        <a:rPr b="0" i="0" lang="es-ES" sz="1800">
                          <a:solidFill>
                            <a:schemeClr val="dk1"/>
                          </a:solidFill>
                          <a:latin typeface="Libre Franklin"/>
                          <a:ea typeface="Libre Franklin"/>
                          <a:cs typeface="Libre Franklin"/>
                          <a:sym typeface="Libre Franklin"/>
                        </a:rPr>
                        <a:t>Por defecto, los errores se registran en este archivo. La directiva </a:t>
                      </a:r>
                      <a:r>
                        <a:rPr lang="es-ES" sz="1800"/>
                        <a:t>LogLevel</a:t>
                      </a:r>
                      <a:r>
                        <a:rPr b="0" i="0" lang="es-ES" sz="1800">
                          <a:solidFill>
                            <a:schemeClr val="dk1"/>
                          </a:solidFill>
                          <a:latin typeface="Libre Franklin"/>
                          <a:ea typeface="Libre Franklin"/>
                          <a:cs typeface="Libre Franklin"/>
                          <a:sym typeface="Libre Franklin"/>
                        </a:rPr>
                        <a:t>, dentro de la configuración de Apache, especifica el nivel de detalle con el cual se registra el contenido del error.</a:t>
                      </a:r>
                      <a:endParaRPr sz="1800"/>
                    </a:p>
                  </a:txBody>
                  <a:tcPr marT="45725" marB="45725" marR="91450" marL="91450"/>
                </a:tc>
              </a:tr>
              <a:tr h="370850">
                <a:tc>
                  <a:txBody>
                    <a:bodyPr/>
                    <a:lstStyle/>
                    <a:p>
                      <a:pPr indent="0" lvl="0" marL="0" marR="0" rtl="0" algn="l">
                        <a:spcBef>
                          <a:spcPts val="0"/>
                        </a:spcBef>
                        <a:spcAft>
                          <a:spcPts val="0"/>
                        </a:spcAft>
                        <a:buNone/>
                      </a:pPr>
                      <a:r>
                        <a:rPr lang="es-ES" sz="1800"/>
                        <a:t>/etc/apache2/envvars</a:t>
                      </a:r>
                      <a:endParaRPr sz="1800"/>
                    </a:p>
                  </a:txBody>
                  <a:tcPr marT="45725" marB="45725" marR="91450" marL="91450"/>
                </a:tc>
                <a:tc>
                  <a:txBody>
                    <a:bodyPr/>
                    <a:lstStyle/>
                    <a:p>
                      <a:pPr indent="0" lvl="0" marL="0" marR="0" rtl="0" algn="l">
                        <a:spcBef>
                          <a:spcPts val="0"/>
                        </a:spcBef>
                        <a:spcAft>
                          <a:spcPts val="0"/>
                        </a:spcAft>
                        <a:buNone/>
                      </a:pPr>
                      <a:r>
                        <a:rPr lang="es-ES" sz="1800"/>
                        <a:t>Se almacenan</a:t>
                      </a:r>
                      <a:r>
                        <a:rPr lang="es-ES" sz="1800"/>
                        <a:t> las variables de entorno utilizadas en el log_files o para controlar el acceso al servidor.</a:t>
                      </a:r>
                      <a:endParaRPr sz="1800"/>
                    </a:p>
                  </a:txBody>
                  <a:tcPr marT="45725" marB="45725" marR="91450" marL="9145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2"/>
          <p:cNvSpPr txBox="1"/>
          <p:nvPr>
            <p:ph type="title"/>
          </p:nvPr>
        </p:nvSpPr>
        <p:spPr>
          <a:xfrm>
            <a:off x="1371600" y="685800"/>
            <a:ext cx="9601200" cy="772297"/>
          </a:xfrm>
          <a:prstGeom prst="rect">
            <a:avLst/>
          </a:prstGeom>
          <a:gradFill>
            <a:gsLst>
              <a:gs pos="0">
                <a:srgbClr val="CAD9E1"/>
              </a:gs>
              <a:gs pos="50000">
                <a:srgbClr val="B4C9D6"/>
              </a:gs>
              <a:gs pos="100000">
                <a:srgbClr val="A4C0D1"/>
              </a:gs>
            </a:gsLst>
            <a:lin ang="5400000" scaled="0"/>
          </a:gradFill>
          <a:ln cap="flat" cmpd="sng" w="9525">
            <a:solidFill>
              <a:schemeClr val="accent5"/>
            </a:solidFill>
            <a:prstDash val="solid"/>
            <a:round/>
            <a:headEnd len="sm" w="sm" type="none"/>
            <a:tailEnd len="sm" w="sm" type="none"/>
          </a:ln>
        </p:spPr>
        <p:txBody>
          <a:bodyPr anchorCtr="0" anchor="ctr" bIns="45700" lIns="91425" spcFirstLastPara="1" rIns="91425" wrap="square" tIns="45700">
            <a:normAutofit/>
          </a:bodyPr>
          <a:lstStyle/>
          <a:p>
            <a:pPr indent="0" lvl="0" marL="0" rtl="0" algn="l">
              <a:lnSpc>
                <a:spcPct val="89000"/>
              </a:lnSpc>
              <a:spcBef>
                <a:spcPts val="0"/>
              </a:spcBef>
              <a:spcAft>
                <a:spcPts val="0"/>
              </a:spcAft>
              <a:buClr>
                <a:schemeClr val="dk1"/>
              </a:buClr>
              <a:buSzPts val="4400"/>
              <a:buFont typeface="Libre Franklin"/>
              <a:buNone/>
            </a:pPr>
            <a:r>
              <a:rPr lang="es-ES" sz="4000">
                <a:solidFill>
                  <a:schemeClr val="dk1"/>
                </a:solidFill>
                <a:latin typeface="Libre Franklin"/>
                <a:ea typeface="Libre Franklin"/>
                <a:cs typeface="Libre Franklin"/>
                <a:sym typeface="Libre Franklin"/>
              </a:rPr>
              <a:t>Estructura servidor web Apache</a:t>
            </a:r>
            <a:endParaRPr sz="4000"/>
          </a:p>
        </p:txBody>
      </p:sp>
      <p:graphicFrame>
        <p:nvGraphicFramePr>
          <p:cNvPr id="152" name="Google Shape;152;p22"/>
          <p:cNvGraphicFramePr/>
          <p:nvPr/>
        </p:nvGraphicFramePr>
        <p:xfrm>
          <a:off x="1371600" y="1643748"/>
          <a:ext cx="3000000" cy="3000000"/>
        </p:xfrm>
        <a:graphic>
          <a:graphicData uri="http://schemas.openxmlformats.org/drawingml/2006/table">
            <a:tbl>
              <a:tblPr bandRow="1" firstRow="1">
                <a:noFill/>
                <a:tableStyleId>{EB05F827-B55A-49E3-83DE-228989FFD578}</a:tableStyleId>
              </a:tblPr>
              <a:tblGrid>
                <a:gridCol w="2785125"/>
                <a:gridCol w="7120875"/>
              </a:tblGrid>
              <a:tr h="370850">
                <a:tc>
                  <a:txBody>
                    <a:bodyPr/>
                    <a:lstStyle/>
                    <a:p>
                      <a:pPr indent="0" lvl="0" marL="0" marR="0" rtl="0" algn="l">
                        <a:spcBef>
                          <a:spcPts val="0"/>
                        </a:spcBef>
                        <a:spcAft>
                          <a:spcPts val="0"/>
                        </a:spcAft>
                        <a:buNone/>
                      </a:pPr>
                      <a:r>
                        <a:rPr lang="es-ES" sz="1800"/>
                        <a:t>Comando</a:t>
                      </a:r>
                      <a:endParaRPr/>
                    </a:p>
                  </a:txBody>
                  <a:tcPr marT="45725" marB="45725" marR="91450" marL="91450"/>
                </a:tc>
                <a:tc>
                  <a:txBody>
                    <a:bodyPr/>
                    <a:lstStyle/>
                    <a:p>
                      <a:pPr indent="0" lvl="0" marL="0" marR="0" rtl="0" algn="l">
                        <a:spcBef>
                          <a:spcPts val="0"/>
                        </a:spcBef>
                        <a:spcAft>
                          <a:spcPts val="0"/>
                        </a:spcAft>
                        <a:buNone/>
                      </a:pPr>
                      <a:r>
                        <a:rPr lang="es-ES" sz="1800"/>
                        <a:t>Acción</a:t>
                      </a:r>
                      <a:endParaRPr/>
                    </a:p>
                  </a:txBody>
                  <a:tcPr marT="45725" marB="45725" marR="91450" marL="91450"/>
                </a:tc>
              </a:tr>
              <a:tr h="370850">
                <a:tc>
                  <a:txBody>
                    <a:bodyPr/>
                    <a:lstStyle/>
                    <a:p>
                      <a:pPr indent="0" lvl="0" marL="0" marR="0" rtl="0" algn="l">
                        <a:spcBef>
                          <a:spcPts val="0"/>
                        </a:spcBef>
                        <a:spcAft>
                          <a:spcPts val="0"/>
                        </a:spcAft>
                        <a:buNone/>
                      </a:pPr>
                      <a:r>
                        <a:rPr b="0" i="0" lang="es-ES" sz="1600">
                          <a:solidFill>
                            <a:schemeClr val="dk1"/>
                          </a:solidFill>
                          <a:latin typeface="Libre Franklin"/>
                          <a:ea typeface="Libre Franklin"/>
                          <a:cs typeface="Libre Franklin"/>
                          <a:sym typeface="Libre Franklin"/>
                        </a:rPr>
                        <a:t>systemctl start apache2</a:t>
                      </a:r>
                      <a:endParaRPr sz="1600"/>
                    </a:p>
                  </a:txBody>
                  <a:tcPr marT="45725" marB="45725" marR="91450" marL="91450"/>
                </a:tc>
                <a:tc>
                  <a:txBody>
                    <a:bodyPr/>
                    <a:lstStyle/>
                    <a:p>
                      <a:pPr indent="0" lvl="0" marL="0" marR="0" rtl="0" algn="l">
                        <a:spcBef>
                          <a:spcPts val="0"/>
                        </a:spcBef>
                        <a:spcAft>
                          <a:spcPts val="0"/>
                        </a:spcAft>
                        <a:buNone/>
                      </a:pPr>
                      <a:r>
                        <a:rPr lang="es-ES" sz="1600"/>
                        <a:t>Inicia</a:t>
                      </a:r>
                      <a:r>
                        <a:rPr lang="es-ES" sz="1600"/>
                        <a:t> el servidor web apache.</a:t>
                      </a:r>
                      <a:endParaRPr sz="1600"/>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600"/>
                        <a:buFont typeface="Libre Franklin"/>
                        <a:buNone/>
                      </a:pPr>
                      <a:r>
                        <a:rPr b="0" i="0" lang="es-ES" sz="1600">
                          <a:solidFill>
                            <a:schemeClr val="dk1"/>
                          </a:solidFill>
                          <a:latin typeface="Libre Franklin"/>
                          <a:ea typeface="Libre Franklin"/>
                          <a:cs typeface="Libre Franklin"/>
                          <a:sym typeface="Libre Franklin"/>
                        </a:rPr>
                        <a:t>systemctl stop apache2</a:t>
                      </a:r>
                      <a:endParaRPr sz="1600"/>
                    </a:p>
                  </a:txBody>
                  <a:tcPr marT="45725" marB="45725" marR="91450" marL="91450"/>
                </a:tc>
                <a:tc>
                  <a:txBody>
                    <a:bodyPr/>
                    <a:lstStyle/>
                    <a:p>
                      <a:pPr indent="0" lvl="0" marL="0" marR="0" rtl="0" algn="l">
                        <a:spcBef>
                          <a:spcPts val="0"/>
                        </a:spcBef>
                        <a:spcAft>
                          <a:spcPts val="0"/>
                        </a:spcAft>
                        <a:buNone/>
                      </a:pPr>
                      <a:r>
                        <a:rPr lang="es-ES" sz="1600"/>
                        <a:t>Detiene el servidor.</a:t>
                      </a:r>
                      <a:endParaRPr/>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600"/>
                        <a:buFont typeface="Libre Franklin"/>
                        <a:buNone/>
                      </a:pPr>
                      <a:r>
                        <a:rPr b="0" i="0" lang="es-ES" sz="1600">
                          <a:solidFill>
                            <a:schemeClr val="dk1"/>
                          </a:solidFill>
                          <a:latin typeface="Libre Franklin"/>
                          <a:ea typeface="Libre Franklin"/>
                          <a:cs typeface="Libre Franklin"/>
                          <a:sym typeface="Libre Franklin"/>
                        </a:rPr>
                        <a:t>systemctl restart apache2</a:t>
                      </a:r>
                      <a:endParaRPr sz="1600"/>
                    </a:p>
                  </a:txBody>
                  <a:tcPr marT="45725" marB="45725" marR="91450" marL="91450"/>
                </a:tc>
                <a:tc>
                  <a:txBody>
                    <a:bodyPr/>
                    <a:lstStyle/>
                    <a:p>
                      <a:pPr indent="0" lvl="0" marL="0" marR="0" rtl="0" algn="l">
                        <a:spcBef>
                          <a:spcPts val="0"/>
                        </a:spcBef>
                        <a:spcAft>
                          <a:spcPts val="0"/>
                        </a:spcAft>
                        <a:buNone/>
                      </a:pPr>
                      <a:r>
                        <a:rPr lang="es-ES" sz="1600"/>
                        <a:t>Reinicia el servidor</a:t>
                      </a:r>
                      <a:endParaRPr/>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600"/>
                        <a:buFont typeface="Libre Franklin"/>
                        <a:buNone/>
                      </a:pPr>
                      <a:r>
                        <a:rPr b="0" i="0" lang="es-ES" sz="1600">
                          <a:solidFill>
                            <a:schemeClr val="dk1"/>
                          </a:solidFill>
                          <a:latin typeface="Libre Franklin"/>
                          <a:ea typeface="Libre Franklin"/>
                          <a:cs typeface="Libre Franklin"/>
                          <a:sym typeface="Libre Franklin"/>
                        </a:rPr>
                        <a:t>systemctl reload apache2</a:t>
                      </a:r>
                      <a:endParaRPr sz="1600"/>
                    </a:p>
                  </a:txBody>
                  <a:tcPr marT="45725" marB="45725" marR="91450" marL="91450"/>
                </a:tc>
                <a:tc>
                  <a:txBody>
                    <a:bodyPr/>
                    <a:lstStyle/>
                    <a:p>
                      <a:pPr indent="0" lvl="0" marL="0" marR="0" rtl="0" algn="l">
                        <a:spcBef>
                          <a:spcPts val="0"/>
                        </a:spcBef>
                        <a:spcAft>
                          <a:spcPts val="0"/>
                        </a:spcAft>
                        <a:buNone/>
                      </a:pPr>
                      <a:r>
                        <a:rPr b="0" i="0" lang="es-ES" sz="1600">
                          <a:solidFill>
                            <a:schemeClr val="dk1"/>
                          </a:solidFill>
                          <a:latin typeface="Libre Franklin"/>
                          <a:ea typeface="Libre Franklin"/>
                          <a:cs typeface="Libre Franklin"/>
                          <a:sym typeface="Libre Franklin"/>
                        </a:rPr>
                        <a:t>Si únicamente estás realizando cambios en la configuración, puedes recargar Apache sin necesidad de perder las conexiones que pudieran estar activas.</a:t>
                      </a:r>
                      <a:endParaRPr sz="1600"/>
                    </a:p>
                  </a:txBody>
                  <a:tcPr marT="45725" marB="45725" marR="91450" marL="91450"/>
                </a:tc>
              </a:tr>
              <a:tr h="370850">
                <a:tc>
                  <a:txBody>
                    <a:bodyPr/>
                    <a:lstStyle/>
                    <a:p>
                      <a:pPr indent="0" lvl="0" marL="0" marR="0" rtl="0" algn="l">
                        <a:spcBef>
                          <a:spcPts val="0"/>
                        </a:spcBef>
                        <a:spcAft>
                          <a:spcPts val="0"/>
                        </a:spcAft>
                        <a:buNone/>
                      </a:pPr>
                      <a:r>
                        <a:rPr b="0" i="0" lang="es-ES" sz="1600">
                          <a:solidFill>
                            <a:schemeClr val="dk1"/>
                          </a:solidFill>
                          <a:latin typeface="Libre Franklin"/>
                          <a:ea typeface="Libre Franklin"/>
                          <a:cs typeface="Libre Franklin"/>
                          <a:sym typeface="Libre Franklin"/>
                        </a:rPr>
                        <a:t>systemctl disable apache2</a:t>
                      </a:r>
                      <a:endParaRPr sz="1600"/>
                    </a:p>
                  </a:txBody>
                  <a:tcPr marT="45725" marB="45725" marR="91450" marL="91450"/>
                </a:tc>
                <a:tc>
                  <a:txBody>
                    <a:bodyPr/>
                    <a:lstStyle/>
                    <a:p>
                      <a:pPr indent="0" lvl="0" marL="0" marR="0" rtl="0" algn="l">
                        <a:spcBef>
                          <a:spcPts val="0"/>
                        </a:spcBef>
                        <a:spcAft>
                          <a:spcPts val="0"/>
                        </a:spcAft>
                        <a:buNone/>
                      </a:pPr>
                      <a:r>
                        <a:rPr b="0" i="0" lang="es-ES" sz="1600">
                          <a:solidFill>
                            <a:schemeClr val="dk1"/>
                          </a:solidFill>
                          <a:latin typeface="Libre Franklin"/>
                          <a:ea typeface="Libre Franklin"/>
                          <a:cs typeface="Libre Franklin"/>
                          <a:sym typeface="Libre Franklin"/>
                        </a:rPr>
                        <a:t>Apache se configura para iniciarse automáticamente cuando el servidor arranca. Si no se quiere esto, se puede deshabilitar con este comando.</a:t>
                      </a:r>
                      <a:endParaRPr sz="1600"/>
                    </a:p>
                  </a:txBody>
                  <a:tcPr marT="45725" marB="45725" marR="91450" marL="91450"/>
                </a:tc>
              </a:tr>
              <a:tr h="370850">
                <a:tc>
                  <a:txBody>
                    <a:bodyPr/>
                    <a:lstStyle/>
                    <a:p>
                      <a:pPr indent="0" lvl="0" marL="0" marR="0" rtl="0" algn="l">
                        <a:spcBef>
                          <a:spcPts val="0"/>
                        </a:spcBef>
                        <a:spcAft>
                          <a:spcPts val="0"/>
                        </a:spcAft>
                        <a:buNone/>
                      </a:pPr>
                      <a:r>
                        <a:rPr b="0" i="0" lang="es-ES" sz="1600">
                          <a:solidFill>
                            <a:schemeClr val="dk1"/>
                          </a:solidFill>
                          <a:latin typeface="Libre Franklin"/>
                          <a:ea typeface="Libre Franklin"/>
                          <a:cs typeface="Libre Franklin"/>
                          <a:sym typeface="Libre Franklin"/>
                        </a:rPr>
                        <a:t>systemctl enable apache2</a:t>
                      </a:r>
                      <a:endParaRPr sz="1600"/>
                    </a:p>
                  </a:txBody>
                  <a:tcPr marT="45725" marB="45725" marR="91450" marL="91450"/>
                </a:tc>
                <a:tc>
                  <a:txBody>
                    <a:bodyPr/>
                    <a:lstStyle/>
                    <a:p>
                      <a:pPr indent="0" lvl="0" marL="0" marR="0" rtl="0" algn="l">
                        <a:spcBef>
                          <a:spcPts val="0"/>
                        </a:spcBef>
                        <a:spcAft>
                          <a:spcPts val="0"/>
                        </a:spcAft>
                        <a:buNone/>
                      </a:pPr>
                      <a:r>
                        <a:rPr lang="es-ES" sz="1600"/>
                        <a:t>Habilita el servicio</a:t>
                      </a:r>
                      <a:r>
                        <a:rPr lang="es-ES" sz="1600"/>
                        <a:t> que se inicie al arrancar el servidor.</a:t>
                      </a:r>
                      <a:endParaRPr sz="1600"/>
                    </a:p>
                  </a:txBody>
                  <a:tcPr marT="45725" marB="45725" marR="91450" marL="91450"/>
                </a:tc>
              </a:tr>
              <a:tr h="370850">
                <a:tc gridSpan="2">
                  <a:txBody>
                    <a:bodyPr/>
                    <a:lstStyle/>
                    <a:p>
                      <a:pPr indent="0" lvl="0" marL="0" marR="0" rtl="0" algn="l">
                        <a:spcBef>
                          <a:spcPts val="0"/>
                        </a:spcBef>
                        <a:spcAft>
                          <a:spcPts val="0"/>
                        </a:spcAft>
                        <a:buClr>
                          <a:schemeClr val="dk1"/>
                        </a:buClr>
                        <a:buSzPts val="1800"/>
                        <a:buFont typeface="Libre Franklin"/>
                        <a:buNone/>
                      </a:pPr>
                      <a:r>
                        <a:rPr b="0" i="0" lang="es-ES" sz="1800">
                          <a:solidFill>
                            <a:schemeClr val="dk1"/>
                          </a:solidFill>
                          <a:latin typeface="Libre Franklin"/>
                          <a:ea typeface="Libre Franklin"/>
                          <a:cs typeface="Libre Franklin"/>
                          <a:sym typeface="Libre Franklin"/>
                        </a:rPr>
                        <a:t>apache2ctl [-k start|restart|graceful|graceful-stop|stop]</a:t>
                      </a:r>
                      <a:endParaRPr sz="1600"/>
                    </a:p>
                  </a:txBody>
                  <a:tcPr marT="45725" marB="45725" marR="91450" marL="91450"/>
                </a:tc>
                <a:tc hMerge="1"/>
              </a:tr>
              <a:tr h="370850">
                <a:tc>
                  <a:txBody>
                    <a:bodyPr/>
                    <a:lstStyle/>
                    <a:p>
                      <a:pPr indent="0" lvl="0" marL="0" marR="0" rtl="0" algn="l">
                        <a:spcBef>
                          <a:spcPts val="0"/>
                        </a:spcBef>
                        <a:spcAft>
                          <a:spcPts val="0"/>
                        </a:spcAft>
                        <a:buClr>
                          <a:schemeClr val="dk1"/>
                        </a:buClr>
                        <a:buSzPts val="1600"/>
                        <a:buFont typeface="Libre Franklin"/>
                        <a:buNone/>
                      </a:pPr>
                      <a:r>
                        <a:rPr lang="es-ES" sz="1600"/>
                        <a:t>apache2ctl -t</a:t>
                      </a:r>
                      <a:r>
                        <a:rPr b="0" i="0" lang="es-ES" sz="1600">
                          <a:solidFill>
                            <a:schemeClr val="dk1"/>
                          </a:solidFill>
                          <a:latin typeface="Libre Franklin"/>
                          <a:ea typeface="Libre Franklin"/>
                          <a:cs typeface="Libre Franklin"/>
                          <a:sym typeface="Libre Franklin"/>
                        </a:rPr>
                        <a:t> </a:t>
                      </a:r>
                      <a:endParaRPr sz="1600"/>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Libre Franklin"/>
                        <a:buNone/>
                      </a:pPr>
                      <a:r>
                        <a:rPr b="0" i="0" lang="es-ES" sz="1600">
                          <a:solidFill>
                            <a:schemeClr val="dk1"/>
                          </a:solidFill>
                          <a:latin typeface="Libre Franklin"/>
                          <a:ea typeface="Libre Franklin"/>
                          <a:cs typeface="Libre Franklin"/>
                          <a:sym typeface="Libre Franklin"/>
                        </a:rPr>
                        <a:t>Comprueba la sintaxis del fichero de configuración</a:t>
                      </a:r>
                      <a:endParaRPr sz="1600"/>
                    </a:p>
                  </a:txBody>
                  <a:tcPr marT="45725" marB="45725" marR="91450" marL="91450"/>
                </a:tc>
              </a:tr>
              <a:tr h="370850">
                <a:tc>
                  <a:txBody>
                    <a:bodyPr/>
                    <a:lstStyle/>
                    <a:p>
                      <a:pPr indent="0" lvl="0" marL="0" marR="0" rtl="0" algn="l">
                        <a:spcBef>
                          <a:spcPts val="0"/>
                        </a:spcBef>
                        <a:spcAft>
                          <a:spcPts val="0"/>
                        </a:spcAft>
                        <a:buClr>
                          <a:schemeClr val="dk1"/>
                        </a:buClr>
                        <a:buSzPts val="1600"/>
                        <a:buFont typeface="Libre Franklin"/>
                        <a:buNone/>
                      </a:pPr>
                      <a:r>
                        <a:rPr lang="es-ES" sz="1600"/>
                        <a:t>apache2ctl -M</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Libre Franklin"/>
                        <a:buNone/>
                      </a:pPr>
                      <a:r>
                        <a:rPr b="0" i="0" lang="es-ES" sz="1600">
                          <a:solidFill>
                            <a:schemeClr val="dk1"/>
                          </a:solidFill>
                          <a:latin typeface="Libre Franklin"/>
                          <a:ea typeface="Libre Franklin"/>
                          <a:cs typeface="Libre Franklin"/>
                          <a:sym typeface="Libre Franklin"/>
                        </a:rPr>
                        <a:t>Lista los módulos cargados</a:t>
                      </a:r>
                      <a:endParaRPr sz="1600"/>
                    </a:p>
                  </a:txBody>
                  <a:tcPr marT="45725" marB="45725" marR="91450" marL="91450"/>
                </a:tc>
              </a:tr>
              <a:tr h="370850">
                <a:tc>
                  <a:txBody>
                    <a:bodyPr/>
                    <a:lstStyle/>
                    <a:p>
                      <a:pPr indent="0" lvl="0" marL="0" marR="0" rtl="0" algn="l">
                        <a:spcBef>
                          <a:spcPts val="0"/>
                        </a:spcBef>
                        <a:spcAft>
                          <a:spcPts val="0"/>
                        </a:spcAft>
                        <a:buClr>
                          <a:schemeClr val="dk1"/>
                        </a:buClr>
                        <a:buSzPts val="1600"/>
                        <a:buFont typeface="Libre Franklin"/>
                        <a:buNone/>
                      </a:pPr>
                      <a:r>
                        <a:rPr lang="es-ES" sz="1600"/>
                        <a:t>apache2ctl -S</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Libre Franklin"/>
                        <a:buNone/>
                      </a:pPr>
                      <a:r>
                        <a:rPr b="0" i="0" lang="es-ES" sz="1600">
                          <a:solidFill>
                            <a:schemeClr val="dk1"/>
                          </a:solidFill>
                          <a:latin typeface="Libre Franklin"/>
                          <a:ea typeface="Libre Franklin"/>
                          <a:cs typeface="Libre Franklin"/>
                          <a:sym typeface="Libre Franklin"/>
                        </a:rPr>
                        <a:t>Lista los sitios virtuales y las opciones de configuración</a:t>
                      </a:r>
                      <a:endParaRPr sz="1600"/>
                    </a:p>
                  </a:txBody>
                  <a:tcPr marT="45725" marB="45725" marR="91450" marL="91450"/>
                </a:tc>
              </a:tr>
              <a:tr h="508375">
                <a:tc>
                  <a:txBody>
                    <a:bodyPr/>
                    <a:lstStyle/>
                    <a:p>
                      <a:pPr indent="0" lvl="0" marL="0" marR="0" rtl="0" algn="l">
                        <a:spcBef>
                          <a:spcPts val="0"/>
                        </a:spcBef>
                        <a:spcAft>
                          <a:spcPts val="0"/>
                        </a:spcAft>
                        <a:buClr>
                          <a:schemeClr val="dk1"/>
                        </a:buClr>
                        <a:buSzPts val="1600"/>
                        <a:buFont typeface="Libre Franklin"/>
                        <a:buNone/>
                      </a:pPr>
                      <a:r>
                        <a:rPr lang="es-ES" sz="1600"/>
                        <a:t>apache2ctl -V</a:t>
                      </a:r>
                      <a:endParaRPr/>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Libre Franklin"/>
                        <a:buNone/>
                      </a:pPr>
                      <a:r>
                        <a:rPr b="0" i="0" lang="es-ES" sz="1600">
                          <a:solidFill>
                            <a:schemeClr val="dk1"/>
                          </a:solidFill>
                          <a:latin typeface="Libre Franklin"/>
                          <a:ea typeface="Libre Franklin"/>
                          <a:cs typeface="Libre Franklin"/>
                          <a:sym typeface="Libre Franklin"/>
                        </a:rPr>
                        <a:t>Lista las opciones de compilación</a:t>
                      </a:r>
                      <a:endParaRPr sz="1600"/>
                    </a:p>
                  </a:txBody>
                  <a:tcPr marT="45725" marB="45725" marR="91450" marL="9145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3"/>
          <p:cNvSpPr txBox="1"/>
          <p:nvPr>
            <p:ph type="title"/>
          </p:nvPr>
        </p:nvSpPr>
        <p:spPr>
          <a:xfrm>
            <a:off x="1371600" y="685800"/>
            <a:ext cx="9601200" cy="772297"/>
          </a:xfrm>
          <a:prstGeom prst="rect">
            <a:avLst/>
          </a:prstGeom>
          <a:solidFill>
            <a:schemeClr val="accent4"/>
          </a:solidFill>
          <a:ln cap="flat" cmpd="sng" w="34925">
            <a:solidFill>
              <a:srgbClr val="667C67"/>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89000"/>
              </a:lnSpc>
              <a:spcBef>
                <a:spcPts val="0"/>
              </a:spcBef>
              <a:spcAft>
                <a:spcPts val="0"/>
              </a:spcAft>
              <a:buClr>
                <a:schemeClr val="lt1"/>
              </a:buClr>
              <a:buSzPts val="3960"/>
              <a:buFont typeface="Libre Franklin"/>
              <a:buNone/>
            </a:pPr>
            <a:r>
              <a:rPr lang="es-ES" sz="3700">
                <a:solidFill>
                  <a:schemeClr val="lt1"/>
                </a:solidFill>
                <a:latin typeface="Libre Franklin"/>
                <a:ea typeface="Libre Franklin"/>
                <a:cs typeface="Libre Franklin"/>
                <a:sym typeface="Libre Franklin"/>
              </a:rPr>
              <a:t>4- Configuración básica de un servidor web</a:t>
            </a:r>
            <a:endParaRPr sz="3700"/>
          </a:p>
        </p:txBody>
      </p:sp>
      <p:sp>
        <p:nvSpPr>
          <p:cNvPr id="158" name="Google Shape;158;p23"/>
          <p:cNvSpPr txBox="1"/>
          <p:nvPr/>
        </p:nvSpPr>
        <p:spPr>
          <a:xfrm>
            <a:off x="1371600" y="1667647"/>
            <a:ext cx="8896865" cy="489364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800">
                <a:solidFill>
                  <a:schemeClr val="dk1"/>
                </a:solidFill>
                <a:latin typeface="Libre Franklin"/>
                <a:ea typeface="Libre Franklin"/>
                <a:cs typeface="Libre Franklin"/>
                <a:sym typeface="Libre Franklin"/>
              </a:rPr>
              <a:t>En el caso del servidor web Apache vamos a trabajar con el fichero de configuración </a:t>
            </a:r>
            <a:r>
              <a:rPr lang="es-ES" sz="2800" u="sng">
                <a:solidFill>
                  <a:schemeClr val="dk1"/>
                </a:solidFill>
                <a:latin typeface="Libre Franklin"/>
                <a:ea typeface="Libre Franklin"/>
                <a:cs typeface="Libre Franklin"/>
                <a:sym typeface="Libre Franklin"/>
              </a:rPr>
              <a:t>apache2.conf</a:t>
            </a:r>
            <a:r>
              <a:rPr lang="es-ES" sz="2800">
                <a:solidFill>
                  <a:schemeClr val="dk1"/>
                </a:solidFill>
                <a:latin typeface="Libre Franklin"/>
                <a:ea typeface="Libre Franklin"/>
                <a:cs typeface="Libre Franklin"/>
                <a:sym typeface="Libre Franklin"/>
              </a:rPr>
              <a:t>.</a:t>
            </a:r>
            <a:endParaRPr/>
          </a:p>
          <a:p>
            <a:pPr indent="0" lvl="0" marL="0" marR="0" rtl="0" algn="l">
              <a:spcBef>
                <a:spcPts val="0"/>
              </a:spcBef>
              <a:spcAft>
                <a:spcPts val="0"/>
              </a:spcAft>
              <a:buNone/>
            </a:pPr>
            <a:r>
              <a:t/>
            </a:r>
            <a:endParaRPr sz="2800">
              <a:solidFill>
                <a:schemeClr val="dk1"/>
              </a:solidFill>
              <a:latin typeface="Libre Franklin"/>
              <a:ea typeface="Libre Franklin"/>
              <a:cs typeface="Libre Franklin"/>
              <a:sym typeface="Libre Franklin"/>
            </a:endParaRPr>
          </a:p>
          <a:p>
            <a:pPr indent="-342900" lvl="0" marL="342900" marR="0" rtl="0" algn="l">
              <a:spcBef>
                <a:spcPts val="0"/>
              </a:spcBef>
              <a:spcAft>
                <a:spcPts val="0"/>
              </a:spcAft>
              <a:buClr>
                <a:schemeClr val="dk1"/>
              </a:buClr>
              <a:buSzPts val="2000"/>
              <a:buFont typeface="Noto Sans Symbols"/>
              <a:buChar char="✔"/>
            </a:pPr>
            <a:r>
              <a:rPr lang="es-ES" sz="2000">
                <a:solidFill>
                  <a:schemeClr val="dk1"/>
                </a:solidFill>
                <a:latin typeface="Libre Franklin"/>
                <a:ea typeface="Libre Franklin"/>
                <a:cs typeface="Libre Franklin"/>
                <a:sym typeface="Libre Franklin"/>
              </a:rPr>
              <a:t>Una directiva por línea. Para indicar que una directiva continúa en la siguiente línea se puede poner una barra invertida \ como último carácter.</a:t>
            </a:r>
            <a:endParaRPr/>
          </a:p>
          <a:p>
            <a:pPr indent="-342900" lvl="0" marL="342900" marR="0" rtl="0" algn="l">
              <a:spcBef>
                <a:spcPts val="0"/>
              </a:spcBef>
              <a:spcAft>
                <a:spcPts val="0"/>
              </a:spcAft>
              <a:buClr>
                <a:schemeClr val="dk1"/>
              </a:buClr>
              <a:buSzPts val="2000"/>
              <a:buFont typeface="Noto Sans Symbols"/>
              <a:buChar char="✔"/>
            </a:pPr>
            <a:r>
              <a:rPr lang="es-ES" sz="2000">
                <a:solidFill>
                  <a:schemeClr val="dk1"/>
                </a:solidFill>
                <a:latin typeface="Libre Franklin"/>
                <a:ea typeface="Libre Franklin"/>
                <a:cs typeface="Libre Franklin"/>
                <a:sym typeface="Libre Franklin"/>
              </a:rPr>
              <a:t>Las directivas no son sensibles a mayúsculas o minúsculas pero muchos argumentos si.</a:t>
            </a:r>
            <a:endParaRPr/>
          </a:p>
          <a:p>
            <a:pPr indent="-342900" lvl="0" marL="342900" marR="0" rtl="0" algn="l">
              <a:spcBef>
                <a:spcPts val="0"/>
              </a:spcBef>
              <a:spcAft>
                <a:spcPts val="0"/>
              </a:spcAft>
              <a:buClr>
                <a:schemeClr val="dk1"/>
              </a:buClr>
              <a:buSzPts val="2000"/>
              <a:buFont typeface="Noto Sans Symbols"/>
              <a:buChar char="✔"/>
            </a:pPr>
            <a:r>
              <a:rPr lang="es-ES" sz="2000">
                <a:solidFill>
                  <a:schemeClr val="dk1"/>
                </a:solidFill>
                <a:latin typeface="Libre Franklin"/>
                <a:ea typeface="Libre Franklin"/>
                <a:cs typeface="Libre Franklin"/>
                <a:sym typeface="Libre Franklin"/>
              </a:rPr>
              <a:t>Los argumentos se separan por espacios en blanco. Si un argumento contiene espacios debe ponerse entre comillas.</a:t>
            </a:r>
            <a:endParaRPr/>
          </a:p>
          <a:p>
            <a:pPr indent="-342900" lvl="0" marL="342900" marR="0" rtl="0" algn="l">
              <a:spcBef>
                <a:spcPts val="0"/>
              </a:spcBef>
              <a:spcAft>
                <a:spcPts val="0"/>
              </a:spcAft>
              <a:buClr>
                <a:schemeClr val="dk1"/>
              </a:buClr>
              <a:buSzPts val="2000"/>
              <a:buFont typeface="Noto Sans Symbols"/>
              <a:buChar char="✔"/>
            </a:pPr>
            <a:r>
              <a:rPr lang="es-ES" sz="2000">
                <a:solidFill>
                  <a:schemeClr val="dk1"/>
                </a:solidFill>
                <a:latin typeface="Libre Franklin"/>
                <a:ea typeface="Libre Franklin"/>
                <a:cs typeface="Libre Franklin"/>
                <a:sym typeface="Libre Franklin"/>
              </a:rPr>
              <a:t>Los comentarios comienzan con el carácter #, y no pueden estar en la misma línea que una directiva.</a:t>
            </a:r>
            <a:endParaRPr/>
          </a:p>
          <a:p>
            <a:pPr indent="-342900" lvl="0" marL="342900" marR="0" rtl="0" algn="l">
              <a:spcBef>
                <a:spcPts val="0"/>
              </a:spcBef>
              <a:spcAft>
                <a:spcPts val="0"/>
              </a:spcAft>
              <a:buClr>
                <a:schemeClr val="dk1"/>
              </a:buClr>
              <a:buSzPts val="2000"/>
              <a:buFont typeface="Noto Sans Symbols"/>
              <a:buChar char="✔"/>
            </a:pPr>
            <a:r>
              <a:rPr lang="es-ES" sz="2000">
                <a:solidFill>
                  <a:schemeClr val="dk1"/>
                </a:solidFill>
                <a:latin typeface="Libre Franklin"/>
                <a:ea typeface="Libre Franklin"/>
                <a:cs typeface="Libre Franklin"/>
                <a:sym typeface="Libre Franklin"/>
              </a:rPr>
              <a:t>Las líneas en blanco y los espacios a principio de línea se ignoran. Sólo sirven para facilitar la lectura de los ficheros.</a:t>
            </a:r>
            <a:endParaRPr/>
          </a:p>
          <a:p>
            <a:pPr indent="0" lvl="0" marL="0" marR="0" rtl="0" algn="l">
              <a:spcBef>
                <a:spcPts val="0"/>
              </a:spcBef>
              <a:spcAft>
                <a:spcPts val="0"/>
              </a:spcAft>
              <a:buNone/>
            </a:pPr>
            <a:r>
              <a:t/>
            </a:r>
            <a:endParaRPr sz="2800">
              <a:solidFill>
                <a:schemeClr val="dk1"/>
              </a:solidFill>
              <a:latin typeface="Libre Franklin"/>
              <a:ea typeface="Libre Franklin"/>
              <a:cs typeface="Libre Franklin"/>
              <a:sym typeface="Libre Frankli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4"/>
          <p:cNvSpPr txBox="1"/>
          <p:nvPr>
            <p:ph type="title"/>
          </p:nvPr>
        </p:nvSpPr>
        <p:spPr>
          <a:xfrm>
            <a:off x="1371600" y="685800"/>
            <a:ext cx="9601200" cy="1143000"/>
          </a:xfrm>
          <a:prstGeom prst="rect">
            <a:avLst/>
          </a:prstGeom>
          <a:gradFill>
            <a:gsLst>
              <a:gs pos="0">
                <a:srgbClr val="CAD9E1"/>
              </a:gs>
              <a:gs pos="50000">
                <a:srgbClr val="B4C9D6"/>
              </a:gs>
              <a:gs pos="100000">
                <a:srgbClr val="A4C0D1"/>
              </a:gs>
            </a:gsLst>
            <a:lin ang="5400000" scaled="0"/>
          </a:gradFill>
          <a:ln cap="flat" cmpd="sng" w="9525">
            <a:solidFill>
              <a:schemeClr val="accent5"/>
            </a:solidFill>
            <a:prstDash val="solid"/>
            <a:round/>
            <a:headEnd len="sm" w="sm" type="none"/>
            <a:tailEnd len="sm" w="sm" type="none"/>
          </a:ln>
        </p:spPr>
        <p:txBody>
          <a:bodyPr anchorCtr="0" anchor="ctr" bIns="45700" lIns="91425" spcFirstLastPara="1" rIns="91425" wrap="square" tIns="45700">
            <a:normAutofit/>
          </a:bodyPr>
          <a:lstStyle/>
          <a:p>
            <a:pPr indent="0" lvl="0" marL="0" rtl="0" algn="l">
              <a:lnSpc>
                <a:spcPct val="89000"/>
              </a:lnSpc>
              <a:spcBef>
                <a:spcPts val="0"/>
              </a:spcBef>
              <a:spcAft>
                <a:spcPts val="0"/>
              </a:spcAft>
              <a:buClr>
                <a:schemeClr val="dk1"/>
              </a:buClr>
              <a:buSzPts val="3960"/>
              <a:buFont typeface="Libre Franklin"/>
              <a:buNone/>
            </a:pPr>
            <a:r>
              <a:rPr lang="es-ES" sz="3700">
                <a:solidFill>
                  <a:schemeClr val="dk1"/>
                </a:solidFill>
                <a:latin typeface="Libre Franklin"/>
                <a:ea typeface="Libre Franklin"/>
                <a:cs typeface="Libre Franklin"/>
                <a:sym typeface="Libre Franklin"/>
              </a:rPr>
              <a:t>Configuración básica de un servidor web. </a:t>
            </a:r>
            <a:br>
              <a:rPr lang="es-ES" sz="3700">
                <a:solidFill>
                  <a:schemeClr val="dk1"/>
                </a:solidFill>
                <a:latin typeface="Libre Franklin"/>
                <a:ea typeface="Libre Franklin"/>
                <a:cs typeface="Libre Franklin"/>
                <a:sym typeface="Libre Franklin"/>
              </a:rPr>
            </a:br>
            <a:r>
              <a:rPr lang="es-ES" sz="3700">
                <a:solidFill>
                  <a:schemeClr val="dk1"/>
                </a:solidFill>
                <a:latin typeface="Libre Franklin"/>
                <a:ea typeface="Libre Franklin"/>
                <a:cs typeface="Libre Franklin"/>
                <a:sym typeface="Libre Franklin"/>
              </a:rPr>
              <a:t>Principales directivas.</a:t>
            </a:r>
            <a:endParaRPr sz="3700"/>
          </a:p>
        </p:txBody>
      </p:sp>
      <p:sp>
        <p:nvSpPr>
          <p:cNvPr id="164" name="Google Shape;164;p24"/>
          <p:cNvSpPr txBox="1"/>
          <p:nvPr/>
        </p:nvSpPr>
        <p:spPr>
          <a:xfrm>
            <a:off x="1371600" y="1828800"/>
            <a:ext cx="9601200" cy="495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chemeClr val="dk1"/>
              </a:solidFill>
              <a:latin typeface="Libre Franklin"/>
              <a:ea typeface="Libre Franklin"/>
              <a:cs typeface="Libre Franklin"/>
              <a:sym typeface="Libre Franklin"/>
            </a:endParaRPr>
          </a:p>
          <a:p>
            <a:pPr indent="-342900" lvl="0" marL="342900" marR="0" rtl="0" algn="l">
              <a:spcBef>
                <a:spcPts val="0"/>
              </a:spcBef>
              <a:spcAft>
                <a:spcPts val="0"/>
              </a:spcAft>
              <a:buClr>
                <a:schemeClr val="dk1"/>
              </a:buClr>
              <a:buSzPts val="2000"/>
              <a:buFont typeface="Noto Sans Symbols"/>
              <a:buChar char="✔"/>
            </a:pPr>
            <a:r>
              <a:rPr b="1" lang="es-ES" sz="2000">
                <a:solidFill>
                  <a:schemeClr val="dk1"/>
                </a:solidFill>
                <a:latin typeface="Libre Franklin"/>
                <a:ea typeface="Libre Franklin"/>
                <a:cs typeface="Libre Franklin"/>
                <a:sym typeface="Libre Franklin"/>
              </a:rPr>
              <a:t>Timeout</a:t>
            </a:r>
            <a:r>
              <a:rPr lang="es-ES" sz="2000">
                <a:solidFill>
                  <a:schemeClr val="dk1"/>
                </a:solidFill>
                <a:latin typeface="Libre Franklin"/>
                <a:ea typeface="Libre Franklin"/>
                <a:cs typeface="Libre Franklin"/>
                <a:sym typeface="Libre Franklin"/>
              </a:rPr>
              <a:t>: define, en segundos, el tiempo que el servidor esperará por recibir y transmitir durante la comunicación. Timeout está configurado por defecto a 300 segundos, lo cual es apropiado para la mayoría de las situaciones.</a:t>
            </a:r>
            <a:endParaRPr/>
          </a:p>
          <a:p>
            <a:pPr indent="-342900" lvl="0" marL="342900" marR="0" rtl="0" algn="l">
              <a:spcBef>
                <a:spcPts val="0"/>
              </a:spcBef>
              <a:spcAft>
                <a:spcPts val="0"/>
              </a:spcAft>
              <a:buClr>
                <a:schemeClr val="dk1"/>
              </a:buClr>
              <a:buSzPts val="2000"/>
              <a:buFont typeface="Noto Sans Symbols"/>
              <a:buChar char="✔"/>
            </a:pPr>
            <a:r>
              <a:rPr b="1" lang="es-ES" sz="2000">
                <a:solidFill>
                  <a:schemeClr val="dk1"/>
                </a:solidFill>
                <a:latin typeface="Libre Franklin"/>
                <a:ea typeface="Libre Franklin"/>
                <a:cs typeface="Libre Franklin"/>
                <a:sym typeface="Libre Franklin"/>
              </a:rPr>
              <a:t>KeepAlive</a:t>
            </a:r>
            <a:r>
              <a:rPr lang="es-ES" sz="2000">
                <a:solidFill>
                  <a:schemeClr val="dk1"/>
                </a:solidFill>
                <a:latin typeface="Libre Franklin"/>
                <a:ea typeface="Libre Franklin"/>
                <a:cs typeface="Libre Franklin"/>
                <a:sym typeface="Libre Franklin"/>
              </a:rPr>
              <a:t>: Define si las conexiones persistentes están activadas. Por defecto están activadas. Permite reutilizar una misma conexión TCP para enviar múltiples peticiones HTTP al servidor, en lugar de abrir una nueva conexión por cada recurso solicitado.</a:t>
            </a:r>
            <a:endParaRPr/>
          </a:p>
          <a:p>
            <a:pPr indent="-342900" lvl="0" marL="342900" marR="0" rtl="0" algn="l">
              <a:spcBef>
                <a:spcPts val="0"/>
              </a:spcBef>
              <a:spcAft>
                <a:spcPts val="0"/>
              </a:spcAft>
              <a:buClr>
                <a:schemeClr val="dk1"/>
              </a:buClr>
              <a:buSzPts val="2000"/>
              <a:buFont typeface="Noto Sans Symbols"/>
              <a:buChar char="✔"/>
            </a:pPr>
            <a:r>
              <a:rPr b="1" lang="es-ES" sz="2000">
                <a:solidFill>
                  <a:schemeClr val="dk1"/>
                </a:solidFill>
                <a:latin typeface="Libre Franklin"/>
                <a:ea typeface="Libre Franklin"/>
                <a:cs typeface="Libre Franklin"/>
                <a:sym typeface="Libre Franklin"/>
              </a:rPr>
              <a:t>MaxKeepAliveRequests</a:t>
            </a:r>
            <a:r>
              <a:rPr lang="es-ES" sz="2000">
                <a:solidFill>
                  <a:schemeClr val="dk1"/>
                </a:solidFill>
                <a:latin typeface="Libre Franklin"/>
                <a:ea typeface="Libre Franklin"/>
                <a:cs typeface="Libre Franklin"/>
                <a:sym typeface="Libre Franklin"/>
              </a:rPr>
              <a:t>: Establece el número máximo de peticiones permitidas por cada conexión persistente. Por defecto está establecido como 100.</a:t>
            </a:r>
            <a:endParaRPr/>
          </a:p>
          <a:p>
            <a:pPr indent="-342900" lvl="0" marL="342900" marR="0" rtl="0" algn="l">
              <a:spcBef>
                <a:spcPts val="0"/>
              </a:spcBef>
              <a:spcAft>
                <a:spcPts val="0"/>
              </a:spcAft>
              <a:buClr>
                <a:schemeClr val="dk1"/>
              </a:buClr>
              <a:buSzPts val="2000"/>
              <a:buFont typeface="Noto Sans Symbols"/>
              <a:buChar char="✔"/>
            </a:pPr>
            <a:r>
              <a:rPr b="1" lang="es-ES" sz="2000">
                <a:solidFill>
                  <a:schemeClr val="dk1"/>
                </a:solidFill>
                <a:latin typeface="Libre Franklin"/>
                <a:ea typeface="Libre Franklin"/>
                <a:cs typeface="Libre Franklin"/>
                <a:sym typeface="Libre Franklin"/>
              </a:rPr>
              <a:t>KeepAliveTimeout</a:t>
            </a:r>
            <a:r>
              <a:rPr lang="es-ES" sz="2000">
                <a:solidFill>
                  <a:schemeClr val="dk1"/>
                </a:solidFill>
                <a:latin typeface="Libre Franklin"/>
                <a:ea typeface="Libre Franklin"/>
                <a:cs typeface="Libre Franklin"/>
                <a:sym typeface="Libre Franklin"/>
              </a:rPr>
              <a:t>: Establece el número de segundos que el servidor esperará tras haber dado servicio a una petición, antes de cerrar la conexión. Por defecto 5 segundos.</a:t>
            </a:r>
            <a:endParaRPr/>
          </a:p>
          <a:p>
            <a:pPr indent="0" lvl="0" marL="0" marR="0" rtl="0" algn="l">
              <a:spcBef>
                <a:spcPts val="0"/>
              </a:spcBef>
              <a:spcAft>
                <a:spcPts val="0"/>
              </a:spcAft>
              <a:buNone/>
            </a:pPr>
            <a:r>
              <a:t/>
            </a:r>
            <a:endParaRPr sz="2800">
              <a:solidFill>
                <a:schemeClr val="dk1"/>
              </a:solidFill>
              <a:latin typeface="Libre Franklin"/>
              <a:ea typeface="Libre Franklin"/>
              <a:cs typeface="Libre Franklin"/>
              <a:sym typeface="Libre Frankli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5"/>
          <p:cNvSpPr txBox="1"/>
          <p:nvPr>
            <p:ph type="title"/>
          </p:nvPr>
        </p:nvSpPr>
        <p:spPr>
          <a:xfrm>
            <a:off x="1371600" y="685800"/>
            <a:ext cx="9601200" cy="1143000"/>
          </a:xfrm>
          <a:prstGeom prst="rect">
            <a:avLst/>
          </a:prstGeom>
          <a:gradFill>
            <a:gsLst>
              <a:gs pos="0">
                <a:srgbClr val="CAD9E1"/>
              </a:gs>
              <a:gs pos="50000">
                <a:srgbClr val="B4C9D6"/>
              </a:gs>
              <a:gs pos="100000">
                <a:srgbClr val="A4C0D1"/>
              </a:gs>
            </a:gsLst>
            <a:lin ang="5400000" scaled="0"/>
          </a:gradFill>
          <a:ln cap="flat" cmpd="sng" w="9525">
            <a:solidFill>
              <a:schemeClr val="accent5"/>
            </a:solidFill>
            <a:prstDash val="solid"/>
            <a:round/>
            <a:headEnd len="sm" w="sm" type="none"/>
            <a:tailEnd len="sm" w="sm" type="none"/>
          </a:ln>
        </p:spPr>
        <p:txBody>
          <a:bodyPr anchorCtr="0" anchor="ctr" bIns="45700" lIns="91425" spcFirstLastPara="1" rIns="91425" wrap="square" tIns="45700">
            <a:normAutofit/>
          </a:bodyPr>
          <a:lstStyle/>
          <a:p>
            <a:pPr indent="0" lvl="0" marL="0" rtl="0" algn="l">
              <a:lnSpc>
                <a:spcPct val="89000"/>
              </a:lnSpc>
              <a:spcBef>
                <a:spcPts val="0"/>
              </a:spcBef>
              <a:spcAft>
                <a:spcPts val="0"/>
              </a:spcAft>
              <a:buClr>
                <a:schemeClr val="dk1"/>
              </a:buClr>
              <a:buSzPts val="4400"/>
              <a:buFont typeface="Libre Franklin"/>
              <a:buNone/>
            </a:pPr>
            <a:r>
              <a:rPr lang="es-ES" sz="3700">
                <a:solidFill>
                  <a:schemeClr val="dk1"/>
                </a:solidFill>
                <a:latin typeface="Libre Franklin"/>
                <a:ea typeface="Libre Franklin"/>
                <a:cs typeface="Libre Franklin"/>
                <a:sym typeface="Libre Franklin"/>
              </a:rPr>
              <a:t>Configuración básica de un servidor web. </a:t>
            </a:r>
            <a:br>
              <a:rPr lang="es-ES" sz="3700">
                <a:solidFill>
                  <a:schemeClr val="dk1"/>
                </a:solidFill>
                <a:latin typeface="Libre Franklin"/>
                <a:ea typeface="Libre Franklin"/>
                <a:cs typeface="Libre Franklin"/>
                <a:sym typeface="Libre Franklin"/>
              </a:rPr>
            </a:br>
            <a:r>
              <a:rPr lang="es-ES" sz="3700">
                <a:solidFill>
                  <a:schemeClr val="dk1"/>
                </a:solidFill>
                <a:latin typeface="Libre Franklin"/>
                <a:ea typeface="Libre Franklin"/>
                <a:cs typeface="Libre Franklin"/>
                <a:sym typeface="Libre Franklin"/>
              </a:rPr>
              <a:t>Principales directivas.</a:t>
            </a:r>
            <a:endParaRPr sz="3700"/>
          </a:p>
        </p:txBody>
      </p:sp>
      <p:sp>
        <p:nvSpPr>
          <p:cNvPr id="170" name="Google Shape;170;p25"/>
          <p:cNvSpPr txBox="1"/>
          <p:nvPr/>
        </p:nvSpPr>
        <p:spPr>
          <a:xfrm>
            <a:off x="1371600" y="1828800"/>
            <a:ext cx="9601200" cy="372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800">
              <a:solidFill>
                <a:schemeClr val="dk1"/>
              </a:solidFill>
              <a:latin typeface="Libre Franklin"/>
              <a:ea typeface="Libre Franklin"/>
              <a:cs typeface="Libre Franklin"/>
              <a:sym typeface="Libre Franklin"/>
            </a:endParaRPr>
          </a:p>
          <a:p>
            <a:pPr indent="-342900" lvl="0" marL="342900" marR="0" rtl="0" algn="l">
              <a:spcBef>
                <a:spcPts val="0"/>
              </a:spcBef>
              <a:spcAft>
                <a:spcPts val="0"/>
              </a:spcAft>
              <a:buClr>
                <a:schemeClr val="dk1"/>
              </a:buClr>
              <a:buSzPts val="2000"/>
              <a:buFont typeface="Noto Sans Symbols"/>
              <a:buChar char="✔"/>
            </a:pPr>
            <a:r>
              <a:rPr b="1" lang="es-ES" sz="2000">
                <a:solidFill>
                  <a:schemeClr val="dk1"/>
                </a:solidFill>
                <a:latin typeface="Libre Franklin"/>
                <a:ea typeface="Libre Franklin"/>
                <a:cs typeface="Libre Franklin"/>
                <a:sym typeface="Libre Franklin"/>
              </a:rPr>
              <a:t>User</a:t>
            </a:r>
            <a:r>
              <a:rPr lang="es-ES" sz="2000">
                <a:solidFill>
                  <a:schemeClr val="dk1"/>
                </a:solidFill>
                <a:latin typeface="Libre Franklin"/>
                <a:ea typeface="Libre Franklin"/>
                <a:cs typeface="Libre Franklin"/>
                <a:sym typeface="Libre Franklin"/>
              </a:rPr>
              <a:t>: define el usuario que ejecuta los procesos de Apache2.</a:t>
            </a:r>
            <a:endParaRPr/>
          </a:p>
          <a:p>
            <a:pPr indent="-342900" lvl="0" marL="342900" marR="0" rtl="0" algn="l">
              <a:spcBef>
                <a:spcPts val="0"/>
              </a:spcBef>
              <a:spcAft>
                <a:spcPts val="0"/>
              </a:spcAft>
              <a:buClr>
                <a:schemeClr val="dk1"/>
              </a:buClr>
              <a:buSzPts val="2000"/>
              <a:buFont typeface="Noto Sans Symbols"/>
              <a:buChar char="✔"/>
            </a:pPr>
            <a:r>
              <a:rPr b="1" lang="es-ES" sz="2000">
                <a:solidFill>
                  <a:schemeClr val="dk1"/>
                </a:solidFill>
                <a:latin typeface="Libre Franklin"/>
                <a:ea typeface="Libre Franklin"/>
                <a:cs typeface="Libre Franklin"/>
                <a:sym typeface="Libre Franklin"/>
              </a:rPr>
              <a:t>Group</a:t>
            </a:r>
            <a:r>
              <a:rPr lang="es-ES" sz="2000">
                <a:solidFill>
                  <a:schemeClr val="dk1"/>
                </a:solidFill>
                <a:latin typeface="Libre Franklin"/>
                <a:ea typeface="Libre Franklin"/>
                <a:cs typeface="Libre Franklin"/>
                <a:sym typeface="Libre Franklin"/>
              </a:rPr>
              <a:t>: define el grupo al que corresponde el usuario.</a:t>
            </a:r>
            <a:endParaRPr/>
          </a:p>
          <a:p>
            <a:pPr indent="-342900" lvl="0" marL="342900" marR="0" rtl="0" algn="l">
              <a:spcBef>
                <a:spcPts val="0"/>
              </a:spcBef>
              <a:spcAft>
                <a:spcPts val="0"/>
              </a:spcAft>
              <a:buClr>
                <a:schemeClr val="dk1"/>
              </a:buClr>
              <a:buSzPts val="2000"/>
              <a:buFont typeface="Noto Sans Symbols"/>
              <a:buChar char="✔"/>
            </a:pPr>
            <a:r>
              <a:rPr b="1" lang="es-ES" sz="2000">
                <a:solidFill>
                  <a:schemeClr val="dk1"/>
                </a:solidFill>
                <a:latin typeface="Libre Franklin"/>
                <a:ea typeface="Libre Franklin"/>
                <a:cs typeface="Libre Franklin"/>
                <a:sym typeface="Libre Franklin"/>
              </a:rPr>
              <a:t>LogLevel</a:t>
            </a:r>
            <a:r>
              <a:rPr lang="es-ES" sz="2000">
                <a:solidFill>
                  <a:schemeClr val="dk1"/>
                </a:solidFill>
                <a:latin typeface="Libre Franklin"/>
                <a:ea typeface="Libre Franklin"/>
                <a:cs typeface="Libre Franklin"/>
                <a:sym typeface="Libre Franklin"/>
              </a:rPr>
              <a:t>: Controla el nivel de información que se guarda en los ficheros de registro o logs.</a:t>
            </a:r>
            <a:endParaRPr/>
          </a:p>
          <a:p>
            <a:pPr indent="-342900" lvl="0" marL="342900" marR="0" rtl="0" algn="l">
              <a:spcBef>
                <a:spcPts val="0"/>
              </a:spcBef>
              <a:spcAft>
                <a:spcPts val="0"/>
              </a:spcAft>
              <a:buClr>
                <a:schemeClr val="dk1"/>
              </a:buClr>
              <a:buSzPts val="2000"/>
              <a:buFont typeface="Noto Sans Symbols"/>
              <a:buChar char="✔"/>
            </a:pPr>
            <a:r>
              <a:rPr b="1" lang="es-ES" sz="2000">
                <a:solidFill>
                  <a:schemeClr val="dk1"/>
                </a:solidFill>
                <a:latin typeface="Libre Franklin"/>
                <a:ea typeface="Libre Franklin"/>
                <a:cs typeface="Libre Franklin"/>
                <a:sym typeface="Libre Franklin"/>
              </a:rPr>
              <a:t>LogFormat</a:t>
            </a:r>
            <a:r>
              <a:rPr lang="es-ES" sz="2000">
                <a:solidFill>
                  <a:schemeClr val="dk1"/>
                </a:solidFill>
                <a:latin typeface="Libre Franklin"/>
                <a:ea typeface="Libre Franklin"/>
                <a:cs typeface="Libre Franklin"/>
                <a:sym typeface="Libre Franklin"/>
              </a:rPr>
              <a:t>: Controla el formato de información que se va a guardar en los ficheros logs.</a:t>
            </a:r>
            <a:endParaRPr/>
          </a:p>
          <a:p>
            <a:pPr indent="-342900" lvl="0" marL="342900" marR="0" rtl="0" algn="l">
              <a:spcBef>
                <a:spcPts val="0"/>
              </a:spcBef>
              <a:spcAft>
                <a:spcPts val="0"/>
              </a:spcAft>
              <a:buClr>
                <a:schemeClr val="dk1"/>
              </a:buClr>
              <a:buSzPts val="2000"/>
              <a:buFont typeface="Noto Sans Symbols"/>
              <a:buChar char="✔"/>
            </a:pPr>
            <a:r>
              <a:rPr b="1" lang="es-ES" sz="2000">
                <a:solidFill>
                  <a:schemeClr val="dk1"/>
                </a:solidFill>
                <a:latin typeface="Libre Franklin"/>
                <a:ea typeface="Libre Franklin"/>
                <a:cs typeface="Libre Franklin"/>
                <a:sym typeface="Libre Franklin"/>
              </a:rPr>
              <a:t>Directory o DirectoryMatch</a:t>
            </a:r>
            <a:r>
              <a:rPr lang="es-ES" sz="2000">
                <a:solidFill>
                  <a:schemeClr val="dk1"/>
                </a:solidFill>
                <a:latin typeface="Libre Franklin"/>
                <a:ea typeface="Libre Franklin"/>
                <a:cs typeface="Libre Franklin"/>
                <a:sym typeface="Libre Franklin"/>
              </a:rPr>
              <a:t>: Declara un contexto para un directorio y todos sus directorios.</a:t>
            </a:r>
            <a:endParaRPr/>
          </a:p>
          <a:p>
            <a:pPr indent="-342900" lvl="0" marL="342900" marR="0" rtl="0" algn="l">
              <a:spcBef>
                <a:spcPts val="0"/>
              </a:spcBef>
              <a:spcAft>
                <a:spcPts val="0"/>
              </a:spcAft>
              <a:buClr>
                <a:schemeClr val="dk1"/>
              </a:buClr>
              <a:buSzPts val="2000"/>
              <a:buFont typeface="Noto Sans Symbols"/>
              <a:buChar char="✔"/>
            </a:pPr>
            <a:r>
              <a:rPr b="1" lang="es-ES" sz="2000">
                <a:solidFill>
                  <a:schemeClr val="dk1"/>
                </a:solidFill>
                <a:latin typeface="Libre Franklin"/>
                <a:ea typeface="Libre Franklin"/>
                <a:cs typeface="Libre Franklin"/>
                <a:sym typeface="Libre Franklin"/>
              </a:rPr>
              <a:t>Files o FilesMatch</a:t>
            </a:r>
            <a:r>
              <a:rPr lang="es-ES" sz="2000">
                <a:solidFill>
                  <a:schemeClr val="dk1"/>
                </a:solidFill>
                <a:latin typeface="Libre Franklin"/>
                <a:ea typeface="Libre Franklin"/>
                <a:cs typeface="Libre Franklin"/>
                <a:sym typeface="Libre Franklin"/>
              </a:rPr>
              <a:t>: Declara un contexto para un conjunto de ficheros.</a:t>
            </a:r>
            <a:endParaRPr/>
          </a:p>
          <a:p>
            <a:pPr indent="0" lvl="0" marL="0" marR="0" rtl="0" algn="l">
              <a:spcBef>
                <a:spcPts val="0"/>
              </a:spcBef>
              <a:spcAft>
                <a:spcPts val="0"/>
              </a:spcAft>
              <a:buNone/>
            </a:pPr>
            <a:r>
              <a:t/>
            </a:r>
            <a:endParaRPr sz="2800">
              <a:solidFill>
                <a:schemeClr val="dk1"/>
              </a:solidFill>
              <a:latin typeface="Libre Franklin"/>
              <a:ea typeface="Libre Franklin"/>
              <a:cs typeface="Libre Franklin"/>
              <a:sym typeface="Libre Frankli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6"/>
          <p:cNvSpPr txBox="1"/>
          <p:nvPr>
            <p:ph type="title"/>
          </p:nvPr>
        </p:nvSpPr>
        <p:spPr>
          <a:xfrm>
            <a:off x="1371600" y="685800"/>
            <a:ext cx="9601200" cy="1143000"/>
          </a:xfrm>
          <a:prstGeom prst="rect">
            <a:avLst/>
          </a:prstGeom>
          <a:gradFill>
            <a:gsLst>
              <a:gs pos="0">
                <a:srgbClr val="CAD9E1"/>
              </a:gs>
              <a:gs pos="50000">
                <a:srgbClr val="B4C9D6"/>
              </a:gs>
              <a:gs pos="100000">
                <a:srgbClr val="A4C0D1"/>
              </a:gs>
            </a:gsLst>
            <a:lin ang="5400000" scaled="0"/>
          </a:gradFill>
          <a:ln cap="flat" cmpd="sng" w="9525">
            <a:solidFill>
              <a:schemeClr val="accent5"/>
            </a:solidFill>
            <a:prstDash val="solid"/>
            <a:round/>
            <a:headEnd len="sm" w="sm" type="none"/>
            <a:tailEnd len="sm" w="sm" type="none"/>
          </a:ln>
        </p:spPr>
        <p:txBody>
          <a:bodyPr anchorCtr="0" anchor="ctr" bIns="45700" lIns="91425" spcFirstLastPara="1" rIns="91425" wrap="square" tIns="45700">
            <a:normAutofit/>
          </a:bodyPr>
          <a:lstStyle/>
          <a:p>
            <a:pPr indent="0" lvl="0" marL="0" rtl="0" algn="l">
              <a:lnSpc>
                <a:spcPct val="89000"/>
              </a:lnSpc>
              <a:spcBef>
                <a:spcPts val="0"/>
              </a:spcBef>
              <a:spcAft>
                <a:spcPts val="0"/>
              </a:spcAft>
              <a:buClr>
                <a:schemeClr val="dk1"/>
              </a:buClr>
              <a:buSzPts val="4400"/>
              <a:buFont typeface="Libre Franklin"/>
              <a:buNone/>
            </a:pPr>
            <a:r>
              <a:rPr lang="es-ES" sz="3700">
                <a:solidFill>
                  <a:schemeClr val="dk1"/>
                </a:solidFill>
                <a:latin typeface="Libre Franklin"/>
                <a:ea typeface="Libre Franklin"/>
                <a:cs typeface="Libre Franklin"/>
                <a:sym typeface="Libre Franklin"/>
              </a:rPr>
              <a:t>Configuración básica de un servidor web. </a:t>
            </a:r>
            <a:br>
              <a:rPr lang="es-ES" sz="3700">
                <a:solidFill>
                  <a:schemeClr val="dk1"/>
                </a:solidFill>
                <a:latin typeface="Libre Franklin"/>
                <a:ea typeface="Libre Franklin"/>
                <a:cs typeface="Libre Franklin"/>
                <a:sym typeface="Libre Franklin"/>
              </a:rPr>
            </a:br>
            <a:r>
              <a:rPr lang="es-ES" sz="3700">
                <a:solidFill>
                  <a:schemeClr val="dk1"/>
                </a:solidFill>
                <a:latin typeface="Libre Franklin"/>
                <a:ea typeface="Libre Franklin"/>
                <a:cs typeface="Libre Franklin"/>
                <a:sym typeface="Libre Franklin"/>
              </a:rPr>
              <a:t>Sitios virtuales.</a:t>
            </a:r>
            <a:endParaRPr sz="3700"/>
          </a:p>
        </p:txBody>
      </p:sp>
      <p:sp>
        <p:nvSpPr>
          <p:cNvPr id="176" name="Google Shape;176;p26"/>
          <p:cNvSpPr txBox="1"/>
          <p:nvPr/>
        </p:nvSpPr>
        <p:spPr>
          <a:xfrm>
            <a:off x="1374704" y="1853450"/>
            <a:ext cx="9601200" cy="3601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000">
                <a:solidFill>
                  <a:schemeClr val="dk1"/>
                </a:solidFill>
                <a:latin typeface="Libre Franklin"/>
                <a:ea typeface="Libre Franklin"/>
                <a:cs typeface="Libre Franklin"/>
                <a:sym typeface="Libre Franklin"/>
              </a:rPr>
              <a:t>El término </a:t>
            </a:r>
            <a:r>
              <a:rPr b="1" lang="es-ES" sz="2000">
                <a:solidFill>
                  <a:schemeClr val="dk1"/>
                </a:solidFill>
                <a:latin typeface="Libre Franklin"/>
                <a:ea typeface="Libre Franklin"/>
                <a:cs typeface="Libre Franklin"/>
                <a:sym typeface="Libre Franklin"/>
              </a:rPr>
              <a:t>Hosting Virtual </a:t>
            </a:r>
            <a:r>
              <a:rPr lang="es-ES" sz="2000">
                <a:solidFill>
                  <a:schemeClr val="dk1"/>
                </a:solidFill>
                <a:latin typeface="Libre Franklin"/>
                <a:ea typeface="Libre Franklin"/>
                <a:cs typeface="Libre Franklin"/>
                <a:sym typeface="Libre Franklin"/>
              </a:rPr>
              <a:t>es la capacidad de un servidor a ofrecer más de un sitio web en una sola máquina. </a:t>
            </a:r>
            <a:endParaRPr/>
          </a:p>
          <a:p>
            <a:pPr indent="0" lvl="0" marL="0" marR="0" rtl="0" algn="l">
              <a:spcBef>
                <a:spcPts val="0"/>
              </a:spcBef>
              <a:spcAft>
                <a:spcPts val="0"/>
              </a:spcAft>
              <a:buNone/>
            </a:pPr>
            <a:r>
              <a:t/>
            </a:r>
            <a:endParaRPr sz="2000">
              <a:solidFill>
                <a:schemeClr val="dk1"/>
              </a:solidFill>
              <a:latin typeface="Libre Franklin"/>
              <a:ea typeface="Libre Franklin"/>
              <a:cs typeface="Libre Franklin"/>
              <a:sym typeface="Libre Franklin"/>
            </a:endParaRPr>
          </a:p>
          <a:p>
            <a:pPr indent="-342900" lvl="0" marL="342900" marR="0" rtl="0" algn="l">
              <a:spcBef>
                <a:spcPts val="0"/>
              </a:spcBef>
              <a:spcAft>
                <a:spcPts val="0"/>
              </a:spcAft>
              <a:buClr>
                <a:schemeClr val="dk1"/>
              </a:buClr>
              <a:buSzPts val="2000"/>
              <a:buFont typeface="Noto Sans Symbols"/>
              <a:buChar char="❑"/>
            </a:pPr>
            <a:r>
              <a:rPr lang="es-ES" sz="2000">
                <a:solidFill>
                  <a:schemeClr val="dk1"/>
                </a:solidFill>
                <a:latin typeface="Libre Franklin"/>
                <a:ea typeface="Libre Franklin"/>
                <a:cs typeface="Libre Franklin"/>
                <a:sym typeface="Libre Franklin"/>
              </a:rPr>
              <a:t>Los sitios web virtuales pueden estar “</a:t>
            </a:r>
            <a:r>
              <a:rPr b="1" lang="es-ES" sz="2000">
                <a:solidFill>
                  <a:schemeClr val="dk1"/>
                </a:solidFill>
                <a:latin typeface="Libre Franklin"/>
                <a:ea typeface="Libre Franklin"/>
                <a:cs typeface="Libre Franklin"/>
                <a:sym typeface="Libre Franklin"/>
              </a:rPr>
              <a:t>basados en direcciones IP</a:t>
            </a:r>
            <a:r>
              <a:rPr lang="es-ES" sz="2000">
                <a:solidFill>
                  <a:schemeClr val="dk1"/>
                </a:solidFill>
                <a:latin typeface="Libre Franklin"/>
                <a:ea typeface="Libre Franklin"/>
                <a:cs typeface="Libre Franklin"/>
                <a:sym typeface="Libre Franklin"/>
              </a:rPr>
              <a:t>”, o “</a:t>
            </a:r>
            <a:r>
              <a:rPr b="1" lang="es-ES" sz="2000">
                <a:solidFill>
                  <a:schemeClr val="dk1"/>
                </a:solidFill>
                <a:latin typeface="Libre Franklin"/>
                <a:ea typeface="Libre Franklin"/>
                <a:cs typeface="Libre Franklin"/>
                <a:sym typeface="Libre Franklin"/>
              </a:rPr>
              <a:t>basados en nombres diferentes</a:t>
            </a:r>
            <a:r>
              <a:rPr lang="es-ES" sz="2000">
                <a:solidFill>
                  <a:schemeClr val="dk1"/>
                </a:solidFill>
                <a:latin typeface="Libre Franklin"/>
                <a:ea typeface="Libre Franklin"/>
                <a:cs typeface="Libre Franklin"/>
                <a:sym typeface="Libre Franklin"/>
              </a:rPr>
              <a:t>”.</a:t>
            </a:r>
            <a:endParaRPr/>
          </a:p>
          <a:p>
            <a:pPr indent="-215900" lvl="0" marL="342900" marR="0" rtl="0" algn="l">
              <a:spcBef>
                <a:spcPts val="0"/>
              </a:spcBef>
              <a:spcAft>
                <a:spcPts val="0"/>
              </a:spcAft>
              <a:buClr>
                <a:schemeClr val="dk1"/>
              </a:buClr>
              <a:buSzPts val="2000"/>
              <a:buFont typeface="Noto Sans Symbols"/>
              <a:buNone/>
            </a:pPr>
            <a:r>
              <a:t/>
            </a:r>
            <a:endParaRPr sz="2000">
              <a:solidFill>
                <a:schemeClr val="dk1"/>
              </a:solidFill>
              <a:latin typeface="Libre Franklin"/>
              <a:ea typeface="Libre Franklin"/>
              <a:cs typeface="Libre Franklin"/>
              <a:sym typeface="Libre Franklin"/>
            </a:endParaRPr>
          </a:p>
          <a:p>
            <a:pPr indent="-342900" lvl="0" marL="342900" marR="0" rtl="0" algn="l">
              <a:spcBef>
                <a:spcPts val="0"/>
              </a:spcBef>
              <a:spcAft>
                <a:spcPts val="0"/>
              </a:spcAft>
              <a:buClr>
                <a:schemeClr val="dk1"/>
              </a:buClr>
              <a:buSzPts val="2000"/>
              <a:buFont typeface="Noto Sans Symbols"/>
              <a:buChar char="❑"/>
            </a:pPr>
            <a:r>
              <a:rPr lang="es-ES" sz="2000">
                <a:solidFill>
                  <a:schemeClr val="dk1"/>
                </a:solidFill>
                <a:latin typeface="Libre Franklin"/>
                <a:ea typeface="Libre Franklin"/>
                <a:cs typeface="Libre Franklin"/>
                <a:sym typeface="Libre Franklin"/>
              </a:rPr>
              <a:t>Para configurar un sitio virtual en apache debemos crear un fichero.conf </a:t>
            </a:r>
            <a:r>
              <a:rPr lang="es-ES" sz="2000">
                <a:solidFill>
                  <a:schemeClr val="dk1"/>
                </a:solidFill>
                <a:latin typeface="Libre Franklin"/>
                <a:ea typeface="Libre Franklin"/>
                <a:cs typeface="Libre Franklin"/>
                <a:sym typeface="Libre Franklin"/>
              </a:rPr>
              <a:t>específico</a:t>
            </a:r>
            <a:r>
              <a:rPr lang="es-ES" sz="2000">
                <a:solidFill>
                  <a:schemeClr val="dk1"/>
                </a:solidFill>
                <a:latin typeface="Libre Franklin"/>
                <a:ea typeface="Libre Franklin"/>
                <a:cs typeface="Libre Franklin"/>
                <a:sym typeface="Libre Franklin"/>
              </a:rPr>
              <a:t>, ubicarlo en el directorio /etc/apache2/sites-avaliable y habilitarlo para que el servidor lo tenga en cuenta. Este fichero suele contener las siguientes directivas:</a:t>
            </a:r>
            <a:endParaRPr/>
          </a:p>
          <a:p>
            <a:pPr indent="0" lvl="0" marL="0" marR="0" rtl="0" algn="l">
              <a:spcBef>
                <a:spcPts val="0"/>
              </a:spcBef>
              <a:spcAft>
                <a:spcPts val="0"/>
              </a:spcAft>
              <a:buNone/>
            </a:pPr>
            <a:r>
              <a:t/>
            </a:r>
            <a:endParaRPr sz="2800">
              <a:solidFill>
                <a:schemeClr val="dk1"/>
              </a:solidFill>
              <a:latin typeface="Libre Franklin"/>
              <a:ea typeface="Libre Franklin"/>
              <a:cs typeface="Libre Franklin"/>
              <a:sym typeface="Libre Franklin"/>
            </a:endParaRPr>
          </a:p>
        </p:txBody>
      </p:sp>
      <p:pic>
        <p:nvPicPr>
          <p:cNvPr id="177" name="Google Shape;177;p26"/>
          <p:cNvPicPr preferRelativeResize="0"/>
          <p:nvPr/>
        </p:nvPicPr>
        <p:blipFill rotWithShape="1">
          <a:blip r:embed="rId3">
            <a:alphaModFix/>
          </a:blip>
          <a:srcRect b="0" l="0" r="0" t="0"/>
          <a:stretch/>
        </p:blipFill>
        <p:spPr>
          <a:xfrm>
            <a:off x="4560055" y="5072199"/>
            <a:ext cx="4435664" cy="1545914"/>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7"/>
          <p:cNvSpPr txBox="1"/>
          <p:nvPr>
            <p:ph type="title"/>
          </p:nvPr>
        </p:nvSpPr>
        <p:spPr>
          <a:xfrm>
            <a:off x="1371600" y="685800"/>
            <a:ext cx="9601200" cy="1143000"/>
          </a:xfrm>
          <a:prstGeom prst="rect">
            <a:avLst/>
          </a:prstGeom>
          <a:gradFill>
            <a:gsLst>
              <a:gs pos="0">
                <a:srgbClr val="CAD9E1"/>
              </a:gs>
              <a:gs pos="50000">
                <a:srgbClr val="B4C9D6"/>
              </a:gs>
              <a:gs pos="100000">
                <a:srgbClr val="A4C0D1"/>
              </a:gs>
            </a:gsLst>
            <a:lin ang="5400000" scaled="0"/>
          </a:gradFill>
          <a:ln cap="flat" cmpd="sng" w="9525">
            <a:solidFill>
              <a:schemeClr val="accent5"/>
            </a:solidFill>
            <a:prstDash val="solid"/>
            <a:round/>
            <a:headEnd len="sm" w="sm" type="none"/>
            <a:tailEnd len="sm" w="sm" type="none"/>
          </a:ln>
        </p:spPr>
        <p:txBody>
          <a:bodyPr anchorCtr="0" anchor="ctr" bIns="45700" lIns="91425" spcFirstLastPara="1" rIns="91425" wrap="square" tIns="45700">
            <a:normAutofit/>
          </a:bodyPr>
          <a:lstStyle/>
          <a:p>
            <a:pPr indent="0" lvl="0" marL="0" rtl="0" algn="l">
              <a:lnSpc>
                <a:spcPct val="89000"/>
              </a:lnSpc>
              <a:spcBef>
                <a:spcPts val="0"/>
              </a:spcBef>
              <a:spcAft>
                <a:spcPts val="0"/>
              </a:spcAft>
              <a:buClr>
                <a:schemeClr val="dk1"/>
              </a:buClr>
              <a:buSzPts val="4400"/>
              <a:buFont typeface="Libre Franklin"/>
              <a:buNone/>
            </a:pPr>
            <a:r>
              <a:rPr lang="es-ES" sz="3700">
                <a:solidFill>
                  <a:schemeClr val="dk1"/>
                </a:solidFill>
                <a:latin typeface="Libre Franklin"/>
                <a:ea typeface="Libre Franklin"/>
                <a:cs typeface="Libre Franklin"/>
                <a:sym typeface="Libre Franklin"/>
              </a:rPr>
              <a:t>Configuración básica de un servidor web. </a:t>
            </a:r>
            <a:br>
              <a:rPr lang="es-ES" sz="3700">
                <a:solidFill>
                  <a:schemeClr val="dk1"/>
                </a:solidFill>
                <a:latin typeface="Libre Franklin"/>
                <a:ea typeface="Libre Franklin"/>
                <a:cs typeface="Libre Franklin"/>
                <a:sym typeface="Libre Franklin"/>
              </a:rPr>
            </a:br>
            <a:r>
              <a:rPr lang="es-ES" sz="3700">
                <a:solidFill>
                  <a:schemeClr val="dk1"/>
                </a:solidFill>
                <a:latin typeface="Libre Franklin"/>
                <a:ea typeface="Libre Franklin"/>
                <a:cs typeface="Libre Franklin"/>
                <a:sym typeface="Libre Franklin"/>
              </a:rPr>
              <a:t>Sitios virtuales.</a:t>
            </a:r>
            <a:endParaRPr sz="3700"/>
          </a:p>
        </p:txBody>
      </p:sp>
      <p:sp>
        <p:nvSpPr>
          <p:cNvPr id="183" name="Google Shape;183;p27"/>
          <p:cNvSpPr txBox="1"/>
          <p:nvPr/>
        </p:nvSpPr>
        <p:spPr>
          <a:xfrm>
            <a:off x="1313935" y="2005398"/>
            <a:ext cx="9658800" cy="3170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000">
                <a:solidFill>
                  <a:schemeClr val="dk1"/>
                </a:solidFill>
                <a:latin typeface="Libre Franklin"/>
                <a:ea typeface="Libre Franklin"/>
                <a:cs typeface="Libre Franklin"/>
                <a:sym typeface="Libre Franklin"/>
              </a:rPr>
              <a:t>Directivas del fichero de configuración (extensi</a:t>
            </a:r>
            <a:r>
              <a:rPr b="1" lang="es-ES" sz="2000">
                <a:solidFill>
                  <a:schemeClr val="dk1"/>
                </a:solidFill>
                <a:latin typeface="Libre Franklin"/>
                <a:ea typeface="Libre Franklin"/>
                <a:cs typeface="Libre Franklin"/>
                <a:sym typeface="Libre Franklin"/>
              </a:rPr>
              <a:t>ón .conf</a:t>
            </a:r>
            <a:r>
              <a:rPr b="1" lang="es-ES" sz="2000">
                <a:solidFill>
                  <a:schemeClr val="dk1"/>
                </a:solidFill>
                <a:latin typeface="Libre Franklin"/>
                <a:ea typeface="Libre Franklin"/>
                <a:cs typeface="Libre Franklin"/>
                <a:sym typeface="Libre Franklin"/>
              </a:rPr>
              <a:t>).</a:t>
            </a:r>
            <a:endParaRPr/>
          </a:p>
          <a:p>
            <a:pPr indent="0" lvl="0" marL="0" marR="0" rtl="0" algn="l">
              <a:spcBef>
                <a:spcPts val="0"/>
              </a:spcBef>
              <a:spcAft>
                <a:spcPts val="0"/>
              </a:spcAft>
              <a:buNone/>
            </a:pPr>
            <a:r>
              <a:t/>
            </a:r>
            <a:endParaRPr b="1" sz="2000">
              <a:solidFill>
                <a:schemeClr val="dk1"/>
              </a:solidFill>
              <a:latin typeface="Libre Franklin"/>
              <a:ea typeface="Libre Franklin"/>
              <a:cs typeface="Libre Franklin"/>
              <a:sym typeface="Libre Franklin"/>
            </a:endParaRPr>
          </a:p>
          <a:p>
            <a:pPr indent="-342900" lvl="0" marL="342900" marR="0" rtl="0" algn="l">
              <a:spcBef>
                <a:spcPts val="0"/>
              </a:spcBef>
              <a:spcAft>
                <a:spcPts val="0"/>
              </a:spcAft>
              <a:buClr>
                <a:schemeClr val="dk1"/>
              </a:buClr>
              <a:buSzPts val="2000"/>
              <a:buFont typeface="Arial"/>
              <a:buChar char="•"/>
            </a:pPr>
            <a:r>
              <a:rPr b="1" lang="es-ES" sz="2000">
                <a:solidFill>
                  <a:schemeClr val="dk1"/>
                </a:solidFill>
                <a:latin typeface="Libre Franklin"/>
                <a:ea typeface="Libre Franklin"/>
                <a:cs typeface="Libre Franklin"/>
                <a:sym typeface="Libre Franklin"/>
              </a:rPr>
              <a:t>ServerName</a:t>
            </a:r>
            <a:r>
              <a:rPr lang="es-ES" sz="2000">
                <a:solidFill>
                  <a:schemeClr val="dk1"/>
                </a:solidFill>
                <a:latin typeface="Libre Franklin"/>
                <a:ea typeface="Libre Franklin"/>
                <a:cs typeface="Libre Franklin"/>
                <a:sym typeface="Libre Franklin"/>
              </a:rPr>
              <a:t>: Nombre por el que se va a acceder al virtual host.</a:t>
            </a:r>
            <a:endParaRPr/>
          </a:p>
          <a:p>
            <a:pPr indent="-342900" lvl="0" marL="342900" marR="0" rtl="0" algn="l">
              <a:spcBef>
                <a:spcPts val="0"/>
              </a:spcBef>
              <a:spcAft>
                <a:spcPts val="0"/>
              </a:spcAft>
              <a:buClr>
                <a:schemeClr val="dk1"/>
              </a:buClr>
              <a:buSzPts val="2000"/>
              <a:buFont typeface="Arial"/>
              <a:buChar char="•"/>
            </a:pPr>
            <a:r>
              <a:rPr b="1" lang="es-ES" sz="2000">
                <a:solidFill>
                  <a:schemeClr val="dk1"/>
                </a:solidFill>
                <a:latin typeface="Libre Franklin"/>
                <a:ea typeface="Libre Franklin"/>
                <a:cs typeface="Libre Franklin"/>
                <a:sym typeface="Libre Franklin"/>
              </a:rPr>
              <a:t>ServerAdmin</a:t>
            </a:r>
            <a:r>
              <a:rPr lang="es-ES" sz="2000">
                <a:solidFill>
                  <a:schemeClr val="dk1"/>
                </a:solidFill>
                <a:latin typeface="Libre Franklin"/>
                <a:ea typeface="Libre Franklin"/>
                <a:cs typeface="Libre Franklin"/>
                <a:sym typeface="Libre Franklin"/>
              </a:rPr>
              <a:t>: Correo electrónico del responsable de este virtual host.</a:t>
            </a:r>
            <a:endParaRPr/>
          </a:p>
          <a:p>
            <a:pPr indent="-342900" lvl="0" marL="342900" marR="0" rtl="0" algn="l">
              <a:spcBef>
                <a:spcPts val="0"/>
              </a:spcBef>
              <a:spcAft>
                <a:spcPts val="0"/>
              </a:spcAft>
              <a:buClr>
                <a:schemeClr val="dk1"/>
              </a:buClr>
              <a:buSzPts val="2000"/>
              <a:buFont typeface="Arial"/>
              <a:buChar char="•"/>
            </a:pPr>
            <a:r>
              <a:rPr b="1" lang="es-ES" sz="2000">
                <a:solidFill>
                  <a:schemeClr val="dk1"/>
                </a:solidFill>
                <a:latin typeface="Libre Franklin"/>
                <a:ea typeface="Libre Franklin"/>
                <a:cs typeface="Libre Franklin"/>
                <a:sym typeface="Libre Franklin"/>
              </a:rPr>
              <a:t>ServerAlias</a:t>
            </a:r>
            <a:r>
              <a:rPr lang="es-ES" sz="2000">
                <a:solidFill>
                  <a:schemeClr val="dk1"/>
                </a:solidFill>
                <a:latin typeface="Libre Franklin"/>
                <a:ea typeface="Libre Franklin"/>
                <a:cs typeface="Libre Franklin"/>
                <a:sym typeface="Libre Franklin"/>
              </a:rPr>
              <a:t>: Otros nombres con los que se puede acceder al sitio.</a:t>
            </a:r>
            <a:endParaRPr/>
          </a:p>
          <a:p>
            <a:pPr indent="-342900" lvl="0" marL="342900" marR="0" rtl="0" algn="l">
              <a:spcBef>
                <a:spcPts val="0"/>
              </a:spcBef>
              <a:spcAft>
                <a:spcPts val="0"/>
              </a:spcAft>
              <a:buClr>
                <a:schemeClr val="dk1"/>
              </a:buClr>
              <a:buSzPts val="2000"/>
              <a:buFont typeface="Arial"/>
              <a:buChar char="•"/>
            </a:pPr>
            <a:r>
              <a:rPr b="1" lang="es-ES" sz="2000">
                <a:solidFill>
                  <a:schemeClr val="dk1"/>
                </a:solidFill>
                <a:latin typeface="Libre Franklin"/>
                <a:ea typeface="Libre Franklin"/>
                <a:cs typeface="Libre Franklin"/>
                <a:sym typeface="Libre Franklin"/>
              </a:rPr>
              <a:t>DocumentRoot</a:t>
            </a:r>
            <a:r>
              <a:rPr lang="es-ES" sz="2000">
                <a:solidFill>
                  <a:schemeClr val="dk1"/>
                </a:solidFill>
                <a:latin typeface="Libre Franklin"/>
                <a:ea typeface="Libre Franklin"/>
                <a:cs typeface="Libre Franklin"/>
                <a:sym typeface="Libre Franklin"/>
              </a:rPr>
              <a:t>: Directorio donde se guardan los ficheros servidos en este virtual host.</a:t>
            </a:r>
            <a:endParaRPr sz="2000">
              <a:solidFill>
                <a:schemeClr val="dk1"/>
              </a:solidFill>
              <a:latin typeface="Libre Franklin"/>
              <a:ea typeface="Libre Franklin"/>
              <a:cs typeface="Libre Franklin"/>
              <a:sym typeface="Libre Franklin"/>
            </a:endParaRPr>
          </a:p>
          <a:p>
            <a:pPr indent="-342900" lvl="0" marL="342900" marR="0" rtl="0" algn="l">
              <a:spcBef>
                <a:spcPts val="0"/>
              </a:spcBef>
              <a:spcAft>
                <a:spcPts val="0"/>
              </a:spcAft>
              <a:buClr>
                <a:schemeClr val="dk1"/>
              </a:buClr>
              <a:buSzPts val="2000"/>
              <a:buFont typeface="Arial"/>
              <a:buChar char="•"/>
            </a:pPr>
            <a:r>
              <a:rPr b="1" lang="es-ES" sz="2000">
                <a:solidFill>
                  <a:schemeClr val="dk1"/>
                </a:solidFill>
                <a:latin typeface="Libre Franklin"/>
                <a:ea typeface="Libre Franklin"/>
                <a:cs typeface="Libre Franklin"/>
                <a:sym typeface="Libre Franklin"/>
              </a:rPr>
              <a:t>DirectoryIndex</a:t>
            </a:r>
            <a:r>
              <a:rPr lang="es-ES" sz="2000">
                <a:solidFill>
                  <a:schemeClr val="dk1"/>
                </a:solidFill>
                <a:latin typeface="Libre Franklin"/>
                <a:ea typeface="Libre Franklin"/>
                <a:cs typeface="Libre Franklin"/>
                <a:sym typeface="Libre Franklin"/>
              </a:rPr>
              <a:t>: Archivo que se carga por defecto al acceder al virtual host.</a:t>
            </a:r>
            <a:endParaRPr sz="2000">
              <a:solidFill>
                <a:schemeClr val="dk1"/>
              </a:solidFill>
              <a:latin typeface="Libre Franklin"/>
              <a:ea typeface="Libre Franklin"/>
              <a:cs typeface="Libre Franklin"/>
              <a:sym typeface="Libre Franklin"/>
            </a:endParaRPr>
          </a:p>
          <a:p>
            <a:pPr indent="-342900" lvl="0" marL="342900" marR="0" rtl="0" algn="l">
              <a:spcBef>
                <a:spcPts val="0"/>
              </a:spcBef>
              <a:spcAft>
                <a:spcPts val="0"/>
              </a:spcAft>
              <a:buClr>
                <a:schemeClr val="dk1"/>
              </a:buClr>
              <a:buSzPts val="2000"/>
              <a:buFont typeface="Arial"/>
              <a:buChar char="•"/>
            </a:pPr>
            <a:r>
              <a:rPr b="1" lang="es-ES" sz="2000">
                <a:solidFill>
                  <a:schemeClr val="dk1"/>
                </a:solidFill>
                <a:latin typeface="Libre Franklin"/>
                <a:ea typeface="Libre Franklin"/>
                <a:cs typeface="Libre Franklin"/>
                <a:sym typeface="Libre Franklin"/>
              </a:rPr>
              <a:t>ErrorLog</a:t>
            </a:r>
            <a:r>
              <a:rPr lang="es-ES" sz="2000">
                <a:solidFill>
                  <a:schemeClr val="dk1"/>
                </a:solidFill>
                <a:latin typeface="Libre Franklin"/>
                <a:ea typeface="Libre Franklin"/>
                <a:cs typeface="Libre Franklin"/>
                <a:sym typeface="Libre Franklin"/>
              </a:rPr>
              <a:t>: Fichero donde se guardan los errores.</a:t>
            </a:r>
            <a:endParaRPr/>
          </a:p>
          <a:p>
            <a:pPr indent="-342900" lvl="0" marL="342900" marR="0" rtl="0" algn="l">
              <a:spcBef>
                <a:spcPts val="0"/>
              </a:spcBef>
              <a:spcAft>
                <a:spcPts val="0"/>
              </a:spcAft>
              <a:buClr>
                <a:schemeClr val="dk1"/>
              </a:buClr>
              <a:buSzPts val="2000"/>
              <a:buFont typeface="Arial"/>
              <a:buChar char="•"/>
            </a:pPr>
            <a:r>
              <a:rPr b="1" lang="es-ES" sz="2000">
                <a:solidFill>
                  <a:schemeClr val="dk1"/>
                </a:solidFill>
                <a:latin typeface="Libre Franklin"/>
                <a:ea typeface="Libre Franklin"/>
                <a:cs typeface="Libre Franklin"/>
                <a:sym typeface="Libre Franklin"/>
              </a:rPr>
              <a:t>CustomLog</a:t>
            </a:r>
            <a:r>
              <a:rPr lang="es-ES" sz="2000">
                <a:solidFill>
                  <a:schemeClr val="dk1"/>
                </a:solidFill>
                <a:latin typeface="Libre Franklin"/>
                <a:ea typeface="Libre Franklin"/>
                <a:cs typeface="Libre Franklin"/>
                <a:sym typeface="Libre Franklin"/>
              </a:rPr>
              <a:t>: Fichero donde se guarda los accesos al sitio.</a:t>
            </a:r>
            <a:endParaRPr/>
          </a:p>
        </p:txBody>
      </p:sp>
      <p:sp>
        <p:nvSpPr>
          <p:cNvPr id="184" name="Google Shape;184;p27"/>
          <p:cNvSpPr txBox="1"/>
          <p:nvPr/>
        </p:nvSpPr>
        <p:spPr>
          <a:xfrm>
            <a:off x="1536313" y="5342937"/>
            <a:ext cx="9213900" cy="1200600"/>
          </a:xfrm>
          <a:prstGeom prst="rect">
            <a:avLst/>
          </a:prstGeom>
          <a:gradFill>
            <a:gsLst>
              <a:gs pos="0">
                <a:srgbClr val="F5D6DB"/>
              </a:gs>
              <a:gs pos="50000">
                <a:srgbClr val="EEBEC5"/>
              </a:gs>
              <a:gs pos="100000">
                <a:srgbClr val="EEB0BA"/>
              </a:gs>
            </a:gsLst>
            <a:lin ang="5400000" scaled="0"/>
          </a:gradFill>
          <a:ln cap="flat" cmpd="sng" w="9525">
            <a:solidFill>
              <a:schemeClr val="accent6"/>
            </a:solidFill>
            <a:prstDash val="solid"/>
            <a:round/>
            <a:headEnd len="sm" w="sm" type="none"/>
            <a:tailEnd len="sm" w="sm" type="none"/>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Noto Sans Symbols"/>
              <a:buChar char="⮚"/>
            </a:pPr>
            <a:r>
              <a:rPr lang="es-ES" sz="1800">
                <a:solidFill>
                  <a:schemeClr val="dk1"/>
                </a:solidFill>
                <a:latin typeface="Libre Franklin"/>
                <a:ea typeface="Libre Franklin"/>
                <a:cs typeface="Libre Franklin"/>
                <a:sym typeface="Libre Franklin"/>
              </a:rPr>
              <a:t>Para habilitar o deshabilitar nuestros host virtuales debemos utilizar los comandos </a:t>
            </a:r>
            <a:r>
              <a:rPr b="1" lang="es-ES" sz="1800">
                <a:solidFill>
                  <a:schemeClr val="dk1"/>
                </a:solidFill>
                <a:latin typeface="Libre Franklin"/>
                <a:ea typeface="Libre Franklin"/>
                <a:cs typeface="Libre Franklin"/>
                <a:sym typeface="Libre Franklin"/>
              </a:rPr>
              <a:t>a2ensite y a2dissite</a:t>
            </a:r>
            <a:r>
              <a:rPr lang="es-ES" sz="1800">
                <a:solidFill>
                  <a:schemeClr val="dk1"/>
                </a:solidFill>
                <a:latin typeface="Libre Franklin"/>
                <a:ea typeface="Libre Franklin"/>
                <a:cs typeface="Libre Franklin"/>
                <a:sym typeface="Libre Franklin"/>
              </a:rPr>
              <a:t>. Por ejemplo si nuestro sitio lo hemos configurado en el fichero “sitio1.conf” deberemos ejecutar a2ensite sitio1 para habilitarlo y a2dissite sitio1 para deshabilitarlo.</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8"/>
          <p:cNvSpPr txBox="1"/>
          <p:nvPr>
            <p:ph type="title"/>
          </p:nvPr>
        </p:nvSpPr>
        <p:spPr>
          <a:xfrm>
            <a:off x="1371600" y="304800"/>
            <a:ext cx="10348800" cy="772200"/>
          </a:xfrm>
          <a:prstGeom prst="rect">
            <a:avLst/>
          </a:prstGeom>
          <a:solidFill>
            <a:schemeClr val="accent4"/>
          </a:solidFill>
          <a:ln cap="flat" cmpd="sng" w="34925">
            <a:solidFill>
              <a:srgbClr val="667C67"/>
            </a:solidFill>
            <a:prstDash val="solid"/>
            <a:round/>
            <a:headEnd len="sm" w="sm" type="none"/>
            <a:tailEnd len="sm" w="sm" type="none"/>
          </a:ln>
        </p:spPr>
        <p:txBody>
          <a:bodyPr anchorCtr="0" anchor="ctr" bIns="45700" lIns="91425" spcFirstLastPara="1" rIns="91425" wrap="square" tIns="45700">
            <a:normAutofit/>
          </a:bodyPr>
          <a:lstStyle/>
          <a:p>
            <a:pPr indent="0" lvl="0" marL="0" rtl="0" algn="l">
              <a:lnSpc>
                <a:spcPct val="89000"/>
              </a:lnSpc>
              <a:spcBef>
                <a:spcPts val="0"/>
              </a:spcBef>
              <a:spcAft>
                <a:spcPts val="0"/>
              </a:spcAft>
              <a:buClr>
                <a:schemeClr val="lt1"/>
              </a:buClr>
              <a:buSzPts val="4400"/>
              <a:buFont typeface="Libre Franklin"/>
              <a:buNone/>
            </a:pPr>
            <a:r>
              <a:rPr lang="es-ES" sz="4000">
                <a:solidFill>
                  <a:schemeClr val="lt1"/>
                </a:solidFill>
                <a:latin typeface="Libre Franklin"/>
                <a:ea typeface="Libre Franklin"/>
                <a:cs typeface="Libre Franklin"/>
                <a:sym typeface="Libre Franklin"/>
              </a:rPr>
              <a:t>5- Directivas de acceso al contenido</a:t>
            </a:r>
            <a:endParaRPr sz="4000"/>
          </a:p>
        </p:txBody>
      </p:sp>
      <p:sp>
        <p:nvSpPr>
          <p:cNvPr id="190" name="Google Shape;190;p28"/>
          <p:cNvSpPr txBox="1"/>
          <p:nvPr/>
        </p:nvSpPr>
        <p:spPr>
          <a:xfrm>
            <a:off x="1371600" y="1077000"/>
            <a:ext cx="10348800" cy="5633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000">
                <a:solidFill>
                  <a:schemeClr val="dk1"/>
                </a:solidFill>
                <a:latin typeface="Libre Franklin"/>
                <a:ea typeface="Libre Franklin"/>
                <a:cs typeface="Libre Franklin"/>
                <a:sym typeface="Libre Franklin"/>
              </a:rPr>
              <a:t>Para modificar estas directivas debes hacerlo directamente de los ficheros .conf de cada sitio web o sitio virtual.</a:t>
            </a:r>
            <a:endParaRPr/>
          </a:p>
          <a:p>
            <a:pPr indent="0" lvl="0" marL="0" marR="0" rtl="0" algn="l">
              <a:spcBef>
                <a:spcPts val="0"/>
              </a:spcBef>
              <a:spcAft>
                <a:spcPts val="0"/>
              </a:spcAft>
              <a:buNone/>
            </a:pPr>
            <a:r>
              <a:t/>
            </a:r>
            <a:endParaRPr sz="2000">
              <a:solidFill>
                <a:schemeClr val="dk1"/>
              </a:solidFill>
              <a:latin typeface="Libre Franklin"/>
              <a:ea typeface="Libre Franklin"/>
              <a:cs typeface="Libre Franklin"/>
              <a:sym typeface="Libre Franklin"/>
            </a:endParaRPr>
          </a:p>
          <a:p>
            <a:pPr indent="0" lvl="0" marL="0" marR="0" rtl="0" algn="l">
              <a:spcBef>
                <a:spcPts val="200"/>
              </a:spcBef>
              <a:spcAft>
                <a:spcPts val="0"/>
              </a:spcAft>
              <a:buClr>
                <a:schemeClr val="dk1"/>
              </a:buClr>
              <a:buSzPts val="2000"/>
              <a:buFont typeface="Libre Franklin"/>
              <a:buNone/>
            </a:pPr>
            <a:r>
              <a:rPr b="1" lang="es-ES" sz="2000" u="sng">
                <a:solidFill>
                  <a:schemeClr val="dk1"/>
                </a:solidFill>
                <a:latin typeface="Libre Franklin"/>
                <a:ea typeface="Libre Franklin"/>
                <a:cs typeface="Libre Franklin"/>
                <a:sym typeface="Libre Franklin"/>
              </a:rPr>
              <a:t>All</a:t>
            </a:r>
            <a:r>
              <a:rPr lang="es-ES" sz="2000">
                <a:solidFill>
                  <a:schemeClr val="dk1"/>
                </a:solidFill>
                <a:latin typeface="Libre Franklin"/>
                <a:ea typeface="Libre Franklin"/>
                <a:cs typeface="Libre Franklin"/>
                <a:sym typeface="Libre Franklin"/>
              </a:rPr>
              <a:t>: Todas las opciones excepto MultiViews.</a:t>
            </a:r>
            <a:endParaRPr/>
          </a:p>
          <a:p>
            <a:pPr indent="0" lvl="0" marL="0" marR="0" rtl="0" algn="l">
              <a:spcBef>
                <a:spcPts val="400"/>
              </a:spcBef>
              <a:spcAft>
                <a:spcPts val="0"/>
              </a:spcAft>
              <a:buClr>
                <a:schemeClr val="dk1"/>
              </a:buClr>
              <a:buSzPts val="2000"/>
              <a:buFont typeface="Libre Franklin"/>
              <a:buNone/>
            </a:pPr>
            <a:r>
              <a:rPr b="1" lang="es-ES" sz="2000" u="sng">
                <a:solidFill>
                  <a:schemeClr val="dk1"/>
                </a:solidFill>
                <a:latin typeface="Libre Franklin"/>
                <a:ea typeface="Libre Franklin"/>
                <a:cs typeface="Libre Franklin"/>
                <a:sym typeface="Libre Franklin"/>
              </a:rPr>
              <a:t>FollowSymLinks</a:t>
            </a:r>
            <a:r>
              <a:rPr lang="es-ES" sz="2000">
                <a:solidFill>
                  <a:schemeClr val="dk1"/>
                </a:solidFill>
                <a:latin typeface="Libre Franklin"/>
                <a:ea typeface="Libre Franklin"/>
                <a:cs typeface="Libre Franklin"/>
                <a:sym typeface="Libre Franklin"/>
              </a:rPr>
              <a:t>: Se pueden seguir los enlaces simbólicos.</a:t>
            </a:r>
            <a:endParaRPr/>
          </a:p>
          <a:p>
            <a:pPr indent="0" lvl="0" marL="0" marR="0" rtl="0" algn="l">
              <a:spcBef>
                <a:spcPts val="400"/>
              </a:spcBef>
              <a:spcAft>
                <a:spcPts val="0"/>
              </a:spcAft>
              <a:buClr>
                <a:schemeClr val="dk1"/>
              </a:buClr>
              <a:buSzPts val="2000"/>
              <a:buFont typeface="Libre Franklin"/>
              <a:buNone/>
            </a:pPr>
            <a:r>
              <a:rPr b="1" lang="es-ES" sz="2000" u="sng">
                <a:solidFill>
                  <a:schemeClr val="dk1"/>
                </a:solidFill>
                <a:latin typeface="Libre Franklin"/>
                <a:ea typeface="Libre Franklin"/>
                <a:cs typeface="Libre Franklin"/>
                <a:sym typeface="Libre Franklin"/>
              </a:rPr>
              <a:t>Indexes</a:t>
            </a:r>
            <a:r>
              <a:rPr lang="es-ES" sz="2000">
                <a:solidFill>
                  <a:schemeClr val="dk1"/>
                </a:solidFill>
                <a:latin typeface="Libre Franklin"/>
                <a:ea typeface="Libre Franklin"/>
                <a:cs typeface="Libre Franklin"/>
                <a:sym typeface="Libre Franklin"/>
              </a:rPr>
              <a:t>: Cuando accedemos al directorio y no se encuentra un fichero por defecto (indicado en la directiva DirectoryIndex del módulo mod_dir o del sitio virtual), se muestra la lista de ficheros (esto lo realiza el módulo mod_autoindex).</a:t>
            </a:r>
            <a:endParaRPr/>
          </a:p>
          <a:p>
            <a:pPr indent="0" lvl="0" marL="0" marR="0" rtl="0" algn="l">
              <a:spcBef>
                <a:spcPts val="400"/>
              </a:spcBef>
              <a:spcAft>
                <a:spcPts val="0"/>
              </a:spcAft>
              <a:buClr>
                <a:schemeClr val="dk1"/>
              </a:buClr>
              <a:buSzPts val="2000"/>
              <a:buFont typeface="Libre Franklin"/>
              <a:buNone/>
            </a:pPr>
            <a:r>
              <a:rPr b="1" lang="es-ES" sz="2000" u="sng">
                <a:solidFill>
                  <a:schemeClr val="dk1"/>
                </a:solidFill>
                <a:latin typeface="Libre Franklin"/>
                <a:ea typeface="Libre Franklin"/>
                <a:cs typeface="Libre Franklin"/>
                <a:sym typeface="Libre Franklin"/>
              </a:rPr>
              <a:t>MultiViews</a:t>
            </a:r>
            <a:r>
              <a:rPr lang="es-ES" sz="2000">
                <a:solidFill>
                  <a:schemeClr val="dk1"/>
                </a:solidFill>
                <a:latin typeface="Libre Franklin"/>
                <a:ea typeface="Libre Franklin"/>
                <a:cs typeface="Libre Franklin"/>
                <a:sym typeface="Libre Franklin"/>
              </a:rPr>
              <a:t>: Permite la negociación de contenido, mediante el módulo mod_negotiation. Importante para sitios multilenguajes.</a:t>
            </a:r>
            <a:endParaRPr/>
          </a:p>
          <a:p>
            <a:pPr indent="0" lvl="0" marL="0" marR="0" rtl="0" algn="l">
              <a:spcBef>
                <a:spcPts val="400"/>
              </a:spcBef>
              <a:spcAft>
                <a:spcPts val="0"/>
              </a:spcAft>
              <a:buClr>
                <a:schemeClr val="dk1"/>
              </a:buClr>
              <a:buSzPts val="2000"/>
              <a:buFont typeface="Libre Franklin"/>
              <a:buNone/>
            </a:pPr>
            <a:r>
              <a:rPr b="1" lang="es-ES" sz="2000" u="sng">
                <a:solidFill>
                  <a:schemeClr val="dk1"/>
                </a:solidFill>
                <a:latin typeface="Libre Franklin"/>
                <a:ea typeface="Libre Franklin"/>
                <a:cs typeface="Libre Franklin"/>
                <a:sym typeface="Libre Franklin"/>
              </a:rPr>
              <a:t>SymLinksIfOwnerMatch</a:t>
            </a:r>
            <a:r>
              <a:rPr lang="es-ES" sz="2000">
                <a:solidFill>
                  <a:schemeClr val="dk1"/>
                </a:solidFill>
                <a:latin typeface="Libre Franklin"/>
                <a:ea typeface="Libre Franklin"/>
                <a:cs typeface="Libre Franklin"/>
                <a:sym typeface="Libre Franklin"/>
              </a:rPr>
              <a:t>: Se pueden seguir enlaces simbólicos, sólo cuando el fichero destino es del mismo propietario que el enlace simbólico.</a:t>
            </a:r>
            <a:endParaRPr/>
          </a:p>
          <a:p>
            <a:pPr indent="0" lvl="0" marL="0" marR="0" rtl="0" algn="l">
              <a:spcBef>
                <a:spcPts val="400"/>
              </a:spcBef>
              <a:spcAft>
                <a:spcPts val="0"/>
              </a:spcAft>
              <a:buClr>
                <a:schemeClr val="dk1"/>
              </a:buClr>
              <a:buSzPts val="2000"/>
              <a:buFont typeface="Libre Franklin"/>
              <a:buNone/>
            </a:pPr>
            <a:r>
              <a:rPr b="1" lang="es-ES" sz="2000" u="sng">
                <a:solidFill>
                  <a:schemeClr val="dk1"/>
                </a:solidFill>
                <a:latin typeface="Libre Franklin"/>
                <a:ea typeface="Libre Franklin"/>
                <a:cs typeface="Libre Franklin"/>
                <a:sym typeface="Libre Franklin"/>
              </a:rPr>
              <a:t>ExecCGI</a:t>
            </a:r>
            <a:r>
              <a:rPr lang="es-ES" sz="2000">
                <a:solidFill>
                  <a:schemeClr val="dk1"/>
                </a:solidFill>
                <a:latin typeface="Libre Franklin"/>
                <a:ea typeface="Libre Franklin"/>
                <a:cs typeface="Libre Franklin"/>
                <a:sym typeface="Libre Franklin"/>
              </a:rPr>
              <a:t>: Permite ejecutar script CGI usando el módulo mod_cgi.</a:t>
            </a:r>
            <a:endParaRPr/>
          </a:p>
          <a:p>
            <a:pPr indent="0" lvl="0" marL="0" marR="0" rtl="0" algn="l">
              <a:spcBef>
                <a:spcPts val="200"/>
              </a:spcBef>
              <a:spcAft>
                <a:spcPts val="0"/>
              </a:spcAft>
              <a:buClr>
                <a:schemeClr val="dk1"/>
              </a:buClr>
              <a:buSzPts val="2000"/>
              <a:buFont typeface="Libre Franklin"/>
              <a:buNone/>
            </a:pPr>
            <a:r>
              <a:t/>
            </a:r>
            <a:endParaRPr sz="2000">
              <a:solidFill>
                <a:schemeClr val="dk1"/>
              </a:solidFill>
              <a:latin typeface="Libre Franklin"/>
              <a:ea typeface="Libre Franklin"/>
              <a:cs typeface="Libre Franklin"/>
              <a:sym typeface="Libre Franklin"/>
            </a:endParaRPr>
          </a:p>
          <a:p>
            <a:pPr indent="0" lvl="0" marL="0" marR="0" rtl="0" algn="l">
              <a:spcBef>
                <a:spcPts val="0"/>
              </a:spcBef>
              <a:spcAft>
                <a:spcPts val="0"/>
              </a:spcAft>
              <a:buClr>
                <a:schemeClr val="dk1"/>
              </a:buClr>
              <a:buSzPts val="2000"/>
              <a:buFont typeface="Libre Franklin"/>
              <a:buNone/>
            </a:pPr>
            <a:r>
              <a:rPr lang="es-ES" sz="2000">
                <a:solidFill>
                  <a:schemeClr val="dk1"/>
                </a:solidFill>
                <a:latin typeface="Libre Franklin"/>
                <a:ea typeface="Libre Franklin"/>
                <a:cs typeface="Libre Franklin"/>
                <a:sym typeface="Libre Franklin"/>
              </a:rPr>
              <a:t>Podemos activar o desactivar una opción en referencia con la configuración de un directorio padre mediante el signo + o -. Si no se pone los signos se eliminan el resto de opciones y se deja la indicada.</a:t>
            </a:r>
            <a:endParaRPr sz="2800">
              <a:solidFill>
                <a:schemeClr val="dk1"/>
              </a:solidFill>
              <a:latin typeface="Libre Franklin"/>
              <a:ea typeface="Libre Franklin"/>
              <a:cs typeface="Libre Franklin"/>
              <a:sym typeface="Libre Frankli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9"/>
          <p:cNvSpPr txBox="1"/>
          <p:nvPr>
            <p:ph type="title"/>
          </p:nvPr>
        </p:nvSpPr>
        <p:spPr>
          <a:xfrm>
            <a:off x="1371600" y="304799"/>
            <a:ext cx="9601200" cy="1027500"/>
          </a:xfrm>
          <a:prstGeom prst="rect">
            <a:avLst/>
          </a:prstGeom>
          <a:gradFill>
            <a:gsLst>
              <a:gs pos="0">
                <a:srgbClr val="CAD9E1"/>
              </a:gs>
              <a:gs pos="50000">
                <a:srgbClr val="B4C9D6"/>
              </a:gs>
              <a:gs pos="100000">
                <a:srgbClr val="A4C0D1"/>
              </a:gs>
            </a:gsLst>
            <a:lin ang="5400000" scaled="0"/>
          </a:gradFill>
          <a:ln cap="flat" cmpd="sng" w="9525">
            <a:solidFill>
              <a:schemeClr val="accent5"/>
            </a:solidFill>
            <a:prstDash val="solid"/>
            <a:round/>
            <a:headEnd len="sm" w="sm" type="none"/>
            <a:tailEnd len="sm" w="sm" type="none"/>
          </a:ln>
        </p:spPr>
        <p:txBody>
          <a:bodyPr anchorCtr="0" anchor="ctr" bIns="45700" lIns="91425" spcFirstLastPara="1" rIns="91425" wrap="square" tIns="45700">
            <a:normAutofit/>
          </a:bodyPr>
          <a:lstStyle/>
          <a:p>
            <a:pPr indent="0" lvl="0" marL="0" rtl="0" algn="l">
              <a:lnSpc>
                <a:spcPct val="89000"/>
              </a:lnSpc>
              <a:spcBef>
                <a:spcPts val="0"/>
              </a:spcBef>
              <a:spcAft>
                <a:spcPts val="0"/>
              </a:spcAft>
              <a:buClr>
                <a:schemeClr val="dk1"/>
              </a:buClr>
              <a:buSzPts val="4400"/>
              <a:buFont typeface="Libre Franklin"/>
              <a:buNone/>
            </a:pPr>
            <a:r>
              <a:rPr lang="es-ES" sz="4000">
                <a:solidFill>
                  <a:schemeClr val="dk1"/>
                </a:solidFill>
                <a:latin typeface="Libre Franklin"/>
                <a:ea typeface="Libre Franklin"/>
                <a:cs typeface="Libre Franklin"/>
                <a:sym typeface="Libre Franklin"/>
              </a:rPr>
              <a:t>Configurar apache. Creación de alias.</a:t>
            </a:r>
            <a:endParaRPr sz="4000"/>
          </a:p>
        </p:txBody>
      </p:sp>
      <p:sp>
        <p:nvSpPr>
          <p:cNvPr id="196" name="Google Shape;196;p29"/>
          <p:cNvSpPr txBox="1"/>
          <p:nvPr/>
        </p:nvSpPr>
        <p:spPr>
          <a:xfrm>
            <a:off x="1371600" y="1371600"/>
            <a:ext cx="10298100" cy="5448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000">
                <a:solidFill>
                  <a:schemeClr val="dk1"/>
                </a:solidFill>
                <a:latin typeface="Libre Franklin"/>
                <a:ea typeface="Libre Franklin"/>
                <a:cs typeface="Libre Franklin"/>
                <a:sym typeface="Libre Franklin"/>
              </a:rPr>
              <a:t>Las directiva </a:t>
            </a:r>
            <a:r>
              <a:rPr b="1" lang="es-ES" sz="2000">
                <a:solidFill>
                  <a:schemeClr val="dk1"/>
                </a:solidFill>
                <a:latin typeface="Libre Franklin"/>
                <a:ea typeface="Libre Franklin"/>
                <a:cs typeface="Libre Franklin"/>
                <a:sym typeface="Libre Franklin"/>
              </a:rPr>
              <a:t>Alias</a:t>
            </a:r>
            <a:r>
              <a:rPr lang="es-ES" sz="2000">
                <a:solidFill>
                  <a:schemeClr val="dk1"/>
                </a:solidFill>
                <a:latin typeface="Libre Franklin"/>
                <a:ea typeface="Libre Franklin"/>
                <a:cs typeface="Libre Franklin"/>
                <a:sym typeface="Libre Franklin"/>
              </a:rPr>
              <a:t> nos permite que el servidor sirva ficheros desde cualquier ubicación del sistema de archivo aunque </a:t>
            </a:r>
            <a:r>
              <a:rPr lang="es-ES" sz="2000">
                <a:solidFill>
                  <a:schemeClr val="dk1"/>
                </a:solidFill>
                <a:latin typeface="Libre Franklin"/>
                <a:ea typeface="Libre Franklin"/>
                <a:cs typeface="Libre Franklin"/>
                <a:sym typeface="Libre Franklin"/>
              </a:rPr>
              <a:t>esté</a:t>
            </a:r>
            <a:r>
              <a:rPr lang="es-ES" sz="2000">
                <a:solidFill>
                  <a:schemeClr val="dk1"/>
                </a:solidFill>
                <a:latin typeface="Libre Franklin"/>
                <a:ea typeface="Libre Franklin"/>
                <a:cs typeface="Libre Franklin"/>
                <a:sym typeface="Libre Franklin"/>
              </a:rPr>
              <a:t> fuera del directorio indicado en el DocumentRoot.  </a:t>
            </a:r>
            <a:endParaRPr/>
          </a:p>
          <a:p>
            <a:pPr indent="0" lvl="0" marL="0" marR="0" rtl="0" algn="l">
              <a:spcBef>
                <a:spcPts val="0"/>
              </a:spcBef>
              <a:spcAft>
                <a:spcPts val="0"/>
              </a:spcAft>
              <a:buNone/>
            </a:pPr>
            <a:r>
              <a:t/>
            </a:r>
            <a:endParaRPr sz="2000">
              <a:solidFill>
                <a:schemeClr val="dk1"/>
              </a:solidFill>
              <a:latin typeface="Libre Franklin"/>
              <a:ea typeface="Libre Franklin"/>
              <a:cs typeface="Libre Franklin"/>
              <a:sym typeface="Libre Franklin"/>
            </a:endParaRPr>
          </a:p>
          <a:p>
            <a:pPr indent="0" lvl="0" marL="0" marR="0" rtl="0" algn="l">
              <a:spcBef>
                <a:spcPts val="0"/>
              </a:spcBef>
              <a:spcAft>
                <a:spcPts val="0"/>
              </a:spcAft>
              <a:buNone/>
            </a:pPr>
            <a:r>
              <a:rPr lang="es-ES" sz="2000">
                <a:solidFill>
                  <a:schemeClr val="dk1"/>
                </a:solidFill>
                <a:latin typeface="Libre Franklin"/>
                <a:ea typeface="Libre Franklin"/>
                <a:cs typeface="Libre Franklin"/>
                <a:sym typeface="Libre Franklin"/>
              </a:rPr>
              <a:t>Por ejemplo si creamos el alias Alias /fotos/ “/home/usuario/fotos/”, podríamos acceder a esas fotos mediante “www.sitio1.com/fotos/foto1.jpg”.</a:t>
            </a:r>
            <a:endParaRPr/>
          </a:p>
          <a:p>
            <a:pPr indent="0" lvl="0" marL="0" marR="0" rtl="0" algn="l">
              <a:spcBef>
                <a:spcPts val="0"/>
              </a:spcBef>
              <a:spcAft>
                <a:spcPts val="0"/>
              </a:spcAft>
              <a:buNone/>
            </a:pPr>
            <a:r>
              <a:t/>
            </a:r>
            <a:endParaRPr sz="2000">
              <a:solidFill>
                <a:schemeClr val="dk1"/>
              </a:solidFill>
              <a:latin typeface="Libre Franklin"/>
              <a:ea typeface="Libre Franklin"/>
              <a:cs typeface="Libre Franklin"/>
              <a:sym typeface="Libre Franklin"/>
            </a:endParaRPr>
          </a:p>
          <a:p>
            <a:pPr indent="-342900" lvl="0" marL="342900" marR="0" rtl="0" algn="l">
              <a:spcBef>
                <a:spcPts val="0"/>
              </a:spcBef>
              <a:spcAft>
                <a:spcPts val="0"/>
              </a:spcAft>
              <a:buClr>
                <a:schemeClr val="dk1"/>
              </a:buClr>
              <a:buSzPts val="2000"/>
              <a:buFont typeface="Noto Sans Symbols"/>
              <a:buChar char="✔"/>
            </a:pPr>
            <a:r>
              <a:rPr lang="es-ES" sz="2000">
                <a:solidFill>
                  <a:schemeClr val="dk1"/>
                </a:solidFill>
                <a:latin typeface="Libre Franklin"/>
                <a:ea typeface="Libre Franklin"/>
                <a:cs typeface="Libre Franklin"/>
                <a:sym typeface="Libre Franklin"/>
              </a:rPr>
              <a:t>No basta con poner la directiva Alias, además es necesario dar permiso de acceso al directorio.</a:t>
            </a:r>
            <a:endParaRPr/>
          </a:p>
          <a:p>
            <a:pPr indent="0" lvl="1" marL="457200" marR="0" rtl="0" algn="l">
              <a:spcBef>
                <a:spcPts val="0"/>
              </a:spcBef>
              <a:spcAft>
                <a:spcPts val="0"/>
              </a:spcAft>
              <a:buNone/>
            </a:pPr>
            <a:r>
              <a:rPr i="0" lang="es-ES" sz="2000" u="none" cap="none" strike="noStrike">
                <a:solidFill>
                  <a:schemeClr val="dk1"/>
                </a:solidFill>
                <a:latin typeface="Courier New"/>
                <a:ea typeface="Courier New"/>
                <a:cs typeface="Courier New"/>
                <a:sym typeface="Courier New"/>
              </a:rPr>
              <a:t>&lt;Directory "/home/usuario/fotos"&gt;</a:t>
            </a:r>
            <a:endParaRPr>
              <a:latin typeface="Courier New"/>
              <a:ea typeface="Courier New"/>
              <a:cs typeface="Courier New"/>
              <a:sym typeface="Courier New"/>
            </a:endParaRPr>
          </a:p>
          <a:p>
            <a:pPr indent="0" lvl="1" marL="457200" marR="0" rtl="0" algn="l">
              <a:spcBef>
                <a:spcPts val="0"/>
              </a:spcBef>
              <a:spcAft>
                <a:spcPts val="0"/>
              </a:spcAft>
              <a:buNone/>
            </a:pPr>
            <a:r>
              <a:rPr i="0" lang="es-ES" sz="2000" u="none" cap="none" strike="noStrike">
                <a:solidFill>
                  <a:schemeClr val="dk1"/>
                </a:solidFill>
                <a:latin typeface="Courier New"/>
                <a:ea typeface="Courier New"/>
                <a:cs typeface="Courier New"/>
                <a:sym typeface="Courier New"/>
              </a:rPr>
              <a:t>	Require all granted</a:t>
            </a:r>
            <a:endParaRPr i="0" sz="2000" u="none" cap="none" strike="noStrike">
              <a:solidFill>
                <a:schemeClr val="dk1"/>
              </a:solidFill>
              <a:latin typeface="Courier New"/>
              <a:ea typeface="Courier New"/>
              <a:cs typeface="Courier New"/>
              <a:sym typeface="Courier New"/>
            </a:endParaRPr>
          </a:p>
          <a:p>
            <a:pPr indent="0" lvl="1" marL="457200" marR="0" rtl="0" algn="l">
              <a:spcBef>
                <a:spcPts val="0"/>
              </a:spcBef>
              <a:spcAft>
                <a:spcPts val="0"/>
              </a:spcAft>
              <a:buNone/>
            </a:pPr>
            <a:r>
              <a:rPr i="0" lang="es-ES" sz="2000" u="none" cap="none" strike="noStrike">
                <a:solidFill>
                  <a:schemeClr val="dk1"/>
                </a:solidFill>
                <a:latin typeface="Courier New"/>
                <a:ea typeface="Courier New"/>
                <a:cs typeface="Courier New"/>
                <a:sym typeface="Courier New"/>
              </a:rPr>
              <a:t>&lt;/Directory&gt; </a:t>
            </a:r>
            <a:endParaRPr>
              <a:latin typeface="Courier New"/>
              <a:ea typeface="Courier New"/>
              <a:cs typeface="Courier New"/>
              <a:sym typeface="Courier New"/>
            </a:endParaRPr>
          </a:p>
          <a:p>
            <a:pPr indent="-342900" lvl="0" marL="342900" marR="0" rtl="0" algn="l">
              <a:spcBef>
                <a:spcPts val="0"/>
              </a:spcBef>
              <a:spcAft>
                <a:spcPts val="0"/>
              </a:spcAft>
              <a:buClr>
                <a:schemeClr val="dk1"/>
              </a:buClr>
              <a:buSzPts val="2000"/>
              <a:buFont typeface="Noto Sans Symbols"/>
              <a:buChar char="✔"/>
            </a:pPr>
            <a:r>
              <a:rPr lang="es-ES" sz="2000">
                <a:solidFill>
                  <a:schemeClr val="dk1"/>
                </a:solidFill>
                <a:latin typeface="Libre Franklin"/>
                <a:ea typeface="Libre Franklin"/>
                <a:cs typeface="Libre Franklin"/>
                <a:sym typeface="Libre Franklin"/>
              </a:rPr>
              <a:t>Todos estos cambios tendríamos que hacerlo en nuestro fichero de configuración del sitio1 o 2.</a:t>
            </a:r>
            <a:endParaRPr/>
          </a:p>
          <a:p>
            <a:pPr indent="-342900" lvl="0" marL="342900" marR="0" rtl="0" algn="l">
              <a:spcBef>
                <a:spcPts val="0"/>
              </a:spcBef>
              <a:spcAft>
                <a:spcPts val="0"/>
              </a:spcAft>
              <a:buClr>
                <a:schemeClr val="dk1"/>
              </a:buClr>
              <a:buSzPts val="2000"/>
              <a:buFont typeface="Noto Sans Symbols"/>
              <a:buChar char="✔"/>
            </a:pPr>
            <a:r>
              <a:rPr lang="es-ES" sz="2000">
                <a:solidFill>
                  <a:schemeClr val="dk1"/>
                </a:solidFill>
                <a:latin typeface="Libre Franklin"/>
                <a:ea typeface="Libre Franklin"/>
                <a:cs typeface="Libre Franklin"/>
                <a:sym typeface="Libre Franklin"/>
              </a:rPr>
              <a:t>También podemos usar la directiva AliasMatch de forma similar a Alias pero usando expresiones regulares para determinar la URL a la que se accede.</a:t>
            </a:r>
            <a:endParaRPr/>
          </a:p>
          <a:p>
            <a:pPr indent="0" lvl="0" marL="0" marR="0" rtl="0" algn="l">
              <a:spcBef>
                <a:spcPts val="0"/>
              </a:spcBef>
              <a:spcAft>
                <a:spcPts val="0"/>
              </a:spcAft>
              <a:buNone/>
            </a:pPr>
            <a:r>
              <a:t/>
            </a:r>
            <a:endParaRPr sz="2800">
              <a:solidFill>
                <a:schemeClr val="dk1"/>
              </a:solidFill>
              <a:latin typeface="Libre Franklin"/>
              <a:ea typeface="Libre Franklin"/>
              <a:cs typeface="Libre Franklin"/>
              <a:sym typeface="Libre Frankli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0"/>
          <p:cNvSpPr txBox="1"/>
          <p:nvPr>
            <p:ph type="title"/>
          </p:nvPr>
        </p:nvSpPr>
        <p:spPr>
          <a:xfrm>
            <a:off x="1371600" y="381000"/>
            <a:ext cx="9601200" cy="989100"/>
          </a:xfrm>
          <a:prstGeom prst="rect">
            <a:avLst/>
          </a:prstGeom>
          <a:gradFill>
            <a:gsLst>
              <a:gs pos="0">
                <a:srgbClr val="CAD9E1"/>
              </a:gs>
              <a:gs pos="50000">
                <a:srgbClr val="B4C9D6"/>
              </a:gs>
              <a:gs pos="100000">
                <a:srgbClr val="A4C0D1"/>
              </a:gs>
            </a:gsLst>
            <a:lin ang="5400000" scaled="0"/>
          </a:gradFill>
          <a:ln cap="flat" cmpd="sng" w="9525">
            <a:solidFill>
              <a:schemeClr val="accent5"/>
            </a:solidFill>
            <a:prstDash val="solid"/>
            <a:round/>
            <a:headEnd len="sm" w="sm" type="none"/>
            <a:tailEnd len="sm" w="sm" type="none"/>
          </a:ln>
        </p:spPr>
        <p:txBody>
          <a:bodyPr anchorCtr="0" anchor="ctr" bIns="45700" lIns="91425" spcFirstLastPara="1" rIns="91425" wrap="square" tIns="45700">
            <a:normAutofit/>
          </a:bodyPr>
          <a:lstStyle/>
          <a:p>
            <a:pPr indent="0" lvl="0" marL="0" rtl="0" algn="l">
              <a:lnSpc>
                <a:spcPct val="89000"/>
              </a:lnSpc>
              <a:spcBef>
                <a:spcPts val="0"/>
              </a:spcBef>
              <a:spcAft>
                <a:spcPts val="0"/>
              </a:spcAft>
              <a:buClr>
                <a:schemeClr val="dk1"/>
              </a:buClr>
              <a:buSzPts val="4400"/>
              <a:buFont typeface="Libre Franklin"/>
              <a:buNone/>
            </a:pPr>
            <a:r>
              <a:rPr lang="es-ES" sz="4000">
                <a:solidFill>
                  <a:schemeClr val="dk1"/>
                </a:solidFill>
                <a:latin typeface="Libre Franklin"/>
                <a:ea typeface="Libre Franklin"/>
                <a:cs typeface="Libre Franklin"/>
                <a:sym typeface="Libre Franklin"/>
              </a:rPr>
              <a:t>Configurar apache. Multiviews.</a:t>
            </a:r>
            <a:endParaRPr sz="4000"/>
          </a:p>
        </p:txBody>
      </p:sp>
      <p:sp>
        <p:nvSpPr>
          <p:cNvPr id="202" name="Google Shape;202;p30"/>
          <p:cNvSpPr txBox="1"/>
          <p:nvPr/>
        </p:nvSpPr>
        <p:spPr>
          <a:xfrm>
            <a:off x="1371600" y="1485499"/>
            <a:ext cx="9601200" cy="5141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000" u="sng">
                <a:solidFill>
                  <a:schemeClr val="dk1"/>
                </a:solidFill>
                <a:latin typeface="Libre Franklin"/>
                <a:ea typeface="Libre Franklin"/>
                <a:cs typeface="Libre Franklin"/>
                <a:sym typeface="Libre Franklin"/>
              </a:rPr>
              <a:t>Apache puede escoger la mejor representación </a:t>
            </a:r>
            <a:r>
              <a:rPr lang="es-ES" sz="2000">
                <a:solidFill>
                  <a:schemeClr val="dk1"/>
                </a:solidFill>
                <a:latin typeface="Libre Franklin"/>
                <a:ea typeface="Libre Franklin"/>
                <a:cs typeface="Libre Franklin"/>
                <a:sym typeface="Libre Franklin"/>
              </a:rPr>
              <a:t>de un recurso basado en las preferencias proporcionadas por el navegador (browser) </a:t>
            </a:r>
            <a:r>
              <a:rPr lang="es-ES" sz="2000" u="sng">
                <a:solidFill>
                  <a:schemeClr val="dk1"/>
                </a:solidFill>
                <a:latin typeface="Libre Franklin"/>
                <a:ea typeface="Libre Franklin"/>
                <a:cs typeface="Libre Franklin"/>
                <a:sym typeface="Libre Franklin"/>
              </a:rPr>
              <a:t>para los distintos tipos de medios, idiomas, conjunto de caracteres y codificación</a:t>
            </a:r>
            <a:r>
              <a:rPr lang="es-ES" sz="2000">
                <a:solidFill>
                  <a:schemeClr val="dk1"/>
                </a:solidFill>
                <a:latin typeface="Libre Franklin"/>
                <a:ea typeface="Libre Franklin"/>
                <a:cs typeface="Libre Franklin"/>
                <a:sym typeface="Libre Franklin"/>
              </a:rPr>
              <a:t>. A esta funcionalidad se le llama </a:t>
            </a:r>
            <a:r>
              <a:rPr lang="es-ES" sz="2000" u="sng">
                <a:solidFill>
                  <a:schemeClr val="dk1"/>
                </a:solidFill>
                <a:latin typeface="Libre Franklin"/>
                <a:ea typeface="Libre Franklin"/>
                <a:cs typeface="Libre Franklin"/>
                <a:sym typeface="Libre Franklin"/>
              </a:rPr>
              <a:t>negociación de contenidos</a:t>
            </a:r>
            <a:r>
              <a:rPr lang="es-ES" sz="2000">
                <a:solidFill>
                  <a:schemeClr val="dk1"/>
                </a:solidFill>
                <a:latin typeface="Libre Franklin"/>
                <a:ea typeface="Libre Franklin"/>
                <a:cs typeface="Libre Franklin"/>
                <a:sym typeface="Libre Franklin"/>
              </a:rPr>
              <a:t>. Los navegadores indican sus preferencias a través de cabeceras en la petición. </a:t>
            </a:r>
            <a:endParaRPr/>
          </a:p>
          <a:p>
            <a:pPr indent="0" lvl="0" marL="0" marR="0" rtl="0" algn="l">
              <a:spcBef>
                <a:spcPts val="0"/>
              </a:spcBef>
              <a:spcAft>
                <a:spcPts val="0"/>
              </a:spcAft>
              <a:buNone/>
            </a:pPr>
            <a:r>
              <a:t/>
            </a:r>
            <a:endParaRPr sz="2000">
              <a:solidFill>
                <a:schemeClr val="dk1"/>
              </a:solidFill>
              <a:latin typeface="Libre Franklin"/>
              <a:ea typeface="Libre Franklin"/>
              <a:cs typeface="Libre Franklin"/>
              <a:sym typeface="Libre Franklin"/>
            </a:endParaRPr>
          </a:p>
          <a:p>
            <a:pPr indent="-342900" lvl="0" marL="342900" marR="0" rtl="0" algn="l">
              <a:spcBef>
                <a:spcPts val="0"/>
              </a:spcBef>
              <a:spcAft>
                <a:spcPts val="0"/>
              </a:spcAft>
              <a:buClr>
                <a:schemeClr val="dk1"/>
              </a:buClr>
              <a:buSzPts val="2000"/>
              <a:buFont typeface="Noto Sans Symbols"/>
              <a:buChar char="❑"/>
            </a:pPr>
            <a:r>
              <a:rPr lang="es-ES" sz="2000">
                <a:solidFill>
                  <a:schemeClr val="dk1"/>
                </a:solidFill>
                <a:latin typeface="Libre Franklin"/>
                <a:ea typeface="Libre Franklin"/>
                <a:cs typeface="Libre Franklin"/>
                <a:sym typeface="Libre Franklin"/>
              </a:rPr>
              <a:t>Para llevar a cabo esta funcionalidad Apache2 utiliza el módulo negotiation_module que está habilitado por defecto.</a:t>
            </a:r>
            <a:endParaRPr/>
          </a:p>
          <a:p>
            <a:pPr indent="0" lvl="0" marL="0" marR="0" rtl="0" algn="l">
              <a:spcBef>
                <a:spcPts val="0"/>
              </a:spcBef>
              <a:spcAft>
                <a:spcPts val="0"/>
              </a:spcAft>
              <a:buNone/>
            </a:pPr>
            <a:r>
              <a:t/>
            </a:r>
            <a:endParaRPr sz="2000">
              <a:solidFill>
                <a:schemeClr val="dk1"/>
              </a:solidFill>
              <a:latin typeface="Libre Franklin"/>
              <a:ea typeface="Libre Franklin"/>
              <a:cs typeface="Libre Franklin"/>
              <a:sym typeface="Libre Franklin"/>
            </a:endParaRPr>
          </a:p>
          <a:p>
            <a:pPr indent="-342900" lvl="0" marL="342900" marR="0" rtl="0" algn="l">
              <a:spcBef>
                <a:spcPts val="0"/>
              </a:spcBef>
              <a:spcAft>
                <a:spcPts val="0"/>
              </a:spcAft>
              <a:buClr>
                <a:schemeClr val="dk1"/>
              </a:buClr>
              <a:buSzPts val="2000"/>
              <a:buFont typeface="Noto Sans Symbols"/>
              <a:buChar char="❑"/>
            </a:pPr>
            <a:r>
              <a:rPr lang="es-ES" sz="2000">
                <a:solidFill>
                  <a:schemeClr val="dk1"/>
                </a:solidFill>
                <a:latin typeface="Libre Franklin"/>
                <a:ea typeface="Libre Franklin"/>
                <a:cs typeface="Libre Franklin"/>
                <a:sym typeface="Libre Franklin"/>
              </a:rPr>
              <a:t>Para ello es necesario incluir la opción Multiviews en la directiva Directory de nuestro sitio web. Ej. Options +Multiviews. Crear un archivo index.html para cada idioma, por ejemplo index.html.es y index.html.en. Hay que tener en cuenta que la extensión “es” o “en” debe coincidir con la seleccionado en el navegador de cliente, por lo tanto para realizar la prueba deberemos cambiar el idioma del mismo.</a:t>
            </a:r>
            <a:endParaRPr/>
          </a:p>
          <a:p>
            <a:pPr indent="0" lvl="0" marL="0" marR="0" rtl="0" algn="l">
              <a:spcBef>
                <a:spcPts val="0"/>
              </a:spcBef>
              <a:spcAft>
                <a:spcPts val="0"/>
              </a:spcAft>
              <a:buNone/>
            </a:pPr>
            <a:r>
              <a:t/>
            </a:r>
            <a:endParaRPr sz="2800">
              <a:solidFill>
                <a:schemeClr val="dk1"/>
              </a:solidFill>
              <a:latin typeface="Libre Franklin"/>
              <a:ea typeface="Libre Franklin"/>
              <a:cs typeface="Libre Franklin"/>
              <a:sym typeface="Libre Frankli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1"/>
          <p:cNvSpPr txBox="1"/>
          <p:nvPr>
            <p:ph type="title"/>
          </p:nvPr>
        </p:nvSpPr>
        <p:spPr>
          <a:xfrm>
            <a:off x="1371600" y="304800"/>
            <a:ext cx="9601200" cy="864000"/>
          </a:xfrm>
          <a:prstGeom prst="rect">
            <a:avLst/>
          </a:prstGeom>
          <a:gradFill>
            <a:gsLst>
              <a:gs pos="0">
                <a:srgbClr val="CAD9E1"/>
              </a:gs>
              <a:gs pos="50000">
                <a:srgbClr val="B4C9D6"/>
              </a:gs>
              <a:gs pos="100000">
                <a:srgbClr val="A4C0D1"/>
              </a:gs>
            </a:gsLst>
            <a:lin ang="5400000" scaled="0"/>
          </a:gradFill>
          <a:ln cap="flat" cmpd="sng" w="9525">
            <a:solidFill>
              <a:schemeClr val="accent5"/>
            </a:solidFill>
            <a:prstDash val="solid"/>
            <a:round/>
            <a:headEnd len="sm" w="sm" type="none"/>
            <a:tailEnd len="sm" w="sm" type="none"/>
          </a:ln>
        </p:spPr>
        <p:txBody>
          <a:bodyPr anchorCtr="0" anchor="ctr" bIns="45700" lIns="91425" spcFirstLastPara="1" rIns="91425" wrap="square" tIns="45700">
            <a:normAutofit/>
          </a:bodyPr>
          <a:lstStyle/>
          <a:p>
            <a:pPr indent="0" lvl="0" marL="0" rtl="0" algn="l">
              <a:lnSpc>
                <a:spcPct val="89000"/>
              </a:lnSpc>
              <a:spcBef>
                <a:spcPts val="0"/>
              </a:spcBef>
              <a:spcAft>
                <a:spcPts val="0"/>
              </a:spcAft>
              <a:buClr>
                <a:schemeClr val="dk1"/>
              </a:buClr>
              <a:buSzPts val="4400"/>
              <a:buFont typeface="Libre Franklin"/>
              <a:buNone/>
            </a:pPr>
            <a:r>
              <a:rPr lang="es-ES" sz="4000">
                <a:solidFill>
                  <a:schemeClr val="dk1"/>
                </a:solidFill>
                <a:latin typeface="Libre Franklin"/>
                <a:ea typeface="Libre Franklin"/>
                <a:cs typeface="Libre Franklin"/>
                <a:sym typeface="Libre Franklin"/>
              </a:rPr>
              <a:t>Configurar apache. Redirecciones.</a:t>
            </a:r>
            <a:endParaRPr sz="4000"/>
          </a:p>
        </p:txBody>
      </p:sp>
      <p:sp>
        <p:nvSpPr>
          <p:cNvPr id="208" name="Google Shape;208;p31"/>
          <p:cNvSpPr txBox="1"/>
          <p:nvPr/>
        </p:nvSpPr>
        <p:spPr>
          <a:xfrm>
            <a:off x="1371600" y="1244867"/>
            <a:ext cx="9976500" cy="5756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Libre Franklin"/>
              <a:buNone/>
            </a:pPr>
            <a:r>
              <a:rPr lang="es-ES" sz="2000">
                <a:solidFill>
                  <a:schemeClr val="dk1"/>
                </a:solidFill>
                <a:latin typeface="Libre Franklin"/>
                <a:ea typeface="Libre Franklin"/>
                <a:cs typeface="Libre Franklin"/>
                <a:sym typeface="Libre Franklin"/>
              </a:rPr>
              <a:t>Podemos crear redirecciones de dos tipos:</a:t>
            </a:r>
            <a:endParaRPr/>
          </a:p>
          <a:p>
            <a:pPr indent="0" lvl="0" marL="0" marR="0" rtl="0" algn="l">
              <a:spcBef>
                <a:spcPts val="0"/>
              </a:spcBef>
              <a:spcAft>
                <a:spcPts val="0"/>
              </a:spcAft>
              <a:buClr>
                <a:schemeClr val="dk1"/>
              </a:buClr>
              <a:buSzPts val="2000"/>
              <a:buFont typeface="Libre Franklin"/>
              <a:buNone/>
            </a:pPr>
            <a:r>
              <a:t/>
            </a:r>
            <a:endParaRPr sz="2000">
              <a:solidFill>
                <a:schemeClr val="dk1"/>
              </a:solidFill>
              <a:latin typeface="Libre Franklin"/>
              <a:ea typeface="Libre Franklin"/>
              <a:cs typeface="Libre Franklin"/>
              <a:sym typeface="Libre Franklin"/>
            </a:endParaRPr>
          </a:p>
          <a:p>
            <a:pPr indent="0" lvl="0" marL="0" marR="0" rtl="0" algn="l">
              <a:spcBef>
                <a:spcPts val="0"/>
              </a:spcBef>
              <a:spcAft>
                <a:spcPts val="0"/>
              </a:spcAft>
              <a:buNone/>
            </a:pPr>
            <a:r>
              <a:rPr b="1" lang="es-ES" sz="2000">
                <a:solidFill>
                  <a:schemeClr val="dk1"/>
                </a:solidFill>
                <a:latin typeface="Libre Franklin"/>
                <a:ea typeface="Libre Franklin"/>
                <a:cs typeface="Libre Franklin"/>
                <a:sym typeface="Libre Franklin"/>
              </a:rPr>
              <a:t>Permanentes</a:t>
            </a:r>
            <a:r>
              <a:rPr lang="es-ES" sz="2000">
                <a:solidFill>
                  <a:schemeClr val="dk1"/>
                </a:solidFill>
                <a:latin typeface="Libre Franklin"/>
                <a:ea typeface="Libre Franklin"/>
                <a:cs typeface="Libre Franklin"/>
                <a:sym typeface="Libre Franklin"/>
              </a:rPr>
              <a:t>: El recurso sobre el que se hace la petición ha sido ‘movido permanentemente‘ hacia una dirección distinta y se retorna el código de estado 301. Se utiliza cuando queremos cambiar la URL (cambio dominio) de un recurso para que los buscadores sigan guardando la posición que tenía nuestra página.</a:t>
            </a:r>
            <a:endParaRPr/>
          </a:p>
          <a:p>
            <a:pPr indent="0" lvl="0" marL="0" marR="0" rtl="0" algn="l">
              <a:spcBef>
                <a:spcPts val="0"/>
              </a:spcBef>
              <a:spcAft>
                <a:spcPts val="0"/>
              </a:spcAft>
              <a:buNone/>
            </a:pPr>
            <a:r>
              <a:t/>
            </a:r>
            <a:endParaRPr sz="2000">
              <a:solidFill>
                <a:schemeClr val="dk1"/>
              </a:solidFill>
              <a:latin typeface="Libre Franklin"/>
              <a:ea typeface="Libre Franklin"/>
              <a:cs typeface="Libre Franklin"/>
              <a:sym typeface="Libre Franklin"/>
            </a:endParaRPr>
          </a:p>
          <a:p>
            <a:pPr indent="0" lvl="0" marL="0" marR="0" rtl="0" algn="l">
              <a:spcBef>
                <a:spcPts val="0"/>
              </a:spcBef>
              <a:spcAft>
                <a:spcPts val="0"/>
              </a:spcAft>
              <a:buNone/>
            </a:pPr>
            <a:r>
              <a:rPr b="1" lang="es-ES" sz="2000">
                <a:solidFill>
                  <a:schemeClr val="dk1"/>
                </a:solidFill>
                <a:latin typeface="Libre Franklin"/>
                <a:ea typeface="Libre Franklin"/>
                <a:cs typeface="Libre Franklin"/>
                <a:sym typeface="Libre Franklin"/>
              </a:rPr>
              <a:t>Temporales</a:t>
            </a:r>
            <a:r>
              <a:rPr lang="es-ES" sz="2000">
                <a:solidFill>
                  <a:schemeClr val="dk1"/>
                </a:solidFill>
                <a:latin typeface="Libre Franklin"/>
                <a:ea typeface="Libre Franklin"/>
                <a:cs typeface="Libre Franklin"/>
                <a:sym typeface="Libre Franklin"/>
              </a:rPr>
              <a:t>: Se da cuando el recurso sobre el que se hace la petición ha sido “encontrado” pero reside temporalmente en una dirección distinta, es decir, en otra URL. Se devuelve un código de estado 302. Es la opción por defecto.</a:t>
            </a:r>
            <a:endParaRPr/>
          </a:p>
          <a:p>
            <a:pPr indent="0" lvl="0" marL="0" marR="0" rtl="0" algn="l">
              <a:spcBef>
                <a:spcPts val="0"/>
              </a:spcBef>
              <a:spcAft>
                <a:spcPts val="0"/>
              </a:spcAft>
              <a:buClr>
                <a:schemeClr val="dk1"/>
              </a:buClr>
              <a:buSzPts val="2000"/>
              <a:buFont typeface="Libre Franklin"/>
              <a:buNone/>
            </a:pPr>
            <a:r>
              <a:t/>
            </a:r>
            <a:endParaRPr sz="2000">
              <a:solidFill>
                <a:schemeClr val="dk1"/>
              </a:solidFill>
              <a:latin typeface="Libre Franklin"/>
              <a:ea typeface="Libre Franklin"/>
              <a:cs typeface="Libre Franklin"/>
              <a:sym typeface="Libre Franklin"/>
            </a:endParaRPr>
          </a:p>
          <a:p>
            <a:pPr indent="0" lvl="0" marL="0" marR="0" rtl="0" algn="l">
              <a:spcBef>
                <a:spcPts val="0"/>
              </a:spcBef>
              <a:spcAft>
                <a:spcPts val="0"/>
              </a:spcAft>
              <a:buClr>
                <a:schemeClr val="dk1"/>
              </a:buClr>
              <a:buSzPts val="2000"/>
              <a:buFont typeface="Libre Franklin"/>
              <a:buNone/>
            </a:pPr>
            <a:r>
              <a:rPr lang="es-ES" sz="2000">
                <a:solidFill>
                  <a:schemeClr val="dk1"/>
                </a:solidFill>
                <a:latin typeface="Libre Franklin"/>
                <a:ea typeface="Libre Franklin"/>
                <a:cs typeface="Libre Franklin"/>
                <a:sym typeface="Libre Franklin"/>
              </a:rPr>
              <a:t>Para implementar esta redirección tenemos que aplicar las siguientes directivas:</a:t>
            </a:r>
            <a:endParaRPr/>
          </a:p>
          <a:p>
            <a:pPr indent="0" lvl="0" marL="0" marR="0" rtl="0" algn="l">
              <a:spcBef>
                <a:spcPts val="0"/>
              </a:spcBef>
              <a:spcAft>
                <a:spcPts val="0"/>
              </a:spcAft>
              <a:buClr>
                <a:schemeClr val="dk1"/>
              </a:buClr>
              <a:buSzPts val="2000"/>
              <a:buFont typeface="Libre Franklin"/>
              <a:buNone/>
            </a:pPr>
            <a:r>
              <a:rPr lang="es-ES" sz="2000">
                <a:solidFill>
                  <a:schemeClr val="dk1"/>
                </a:solidFill>
                <a:latin typeface="Libre Franklin"/>
                <a:ea typeface="Libre Franklin"/>
                <a:cs typeface="Libre Franklin"/>
                <a:sym typeface="Libre Franklin"/>
              </a:rPr>
              <a:t>Redirect “/web2” “http://www.realbetisbalompie.es</a:t>
            </a:r>
            <a:endParaRPr/>
          </a:p>
          <a:p>
            <a:pPr indent="0" lvl="0" marL="0" marR="0" rtl="0" algn="l">
              <a:spcBef>
                <a:spcPts val="0"/>
              </a:spcBef>
              <a:spcAft>
                <a:spcPts val="0"/>
              </a:spcAft>
              <a:buClr>
                <a:schemeClr val="dk1"/>
              </a:buClr>
              <a:buSzPts val="2000"/>
              <a:buFont typeface="Libre Franklin"/>
              <a:buNone/>
            </a:pPr>
            <a:r>
              <a:rPr lang="es-ES" sz="2000">
                <a:solidFill>
                  <a:schemeClr val="dk1"/>
                </a:solidFill>
                <a:latin typeface="Libre Franklin"/>
                <a:ea typeface="Libre Franklin"/>
                <a:cs typeface="Libre Franklin"/>
                <a:sym typeface="Libre Franklin"/>
              </a:rPr>
              <a:t>Redirect “/web3” “/fotos”</a:t>
            </a:r>
            <a:endParaRPr/>
          </a:p>
          <a:p>
            <a:pPr indent="0" lvl="0" marL="0" marR="0" rtl="0" algn="l">
              <a:spcBef>
                <a:spcPts val="0"/>
              </a:spcBef>
              <a:spcAft>
                <a:spcPts val="0"/>
              </a:spcAft>
              <a:buClr>
                <a:schemeClr val="dk1"/>
              </a:buClr>
              <a:buSzPts val="2000"/>
              <a:buFont typeface="Libre Franklin"/>
              <a:buNone/>
            </a:pPr>
            <a:r>
              <a:t/>
            </a:r>
            <a:endParaRPr sz="2000">
              <a:solidFill>
                <a:schemeClr val="dk1"/>
              </a:solidFill>
              <a:latin typeface="Libre Franklin"/>
              <a:ea typeface="Libre Franklin"/>
              <a:cs typeface="Libre Franklin"/>
              <a:sym typeface="Libre Franklin"/>
            </a:endParaRPr>
          </a:p>
          <a:p>
            <a:pPr indent="0" lvl="0" marL="0" marR="0" rtl="0" algn="l">
              <a:spcBef>
                <a:spcPts val="0"/>
              </a:spcBef>
              <a:spcAft>
                <a:spcPts val="0"/>
              </a:spcAft>
              <a:buClr>
                <a:schemeClr val="dk1"/>
              </a:buClr>
              <a:buSzPts val="2000"/>
              <a:buFont typeface="Libre Franklin"/>
              <a:buNone/>
            </a:pPr>
            <a:r>
              <a:rPr lang="es-ES" sz="2000">
                <a:solidFill>
                  <a:schemeClr val="dk1"/>
                </a:solidFill>
                <a:latin typeface="Libre Franklin"/>
                <a:ea typeface="Libre Franklin"/>
                <a:cs typeface="Libre Franklin"/>
                <a:sym typeface="Libre Franklin"/>
              </a:rPr>
              <a:t>Para que esta redirecciones sean permanentes, debemos incluir la opción permanent o 301.  Por ejemplo Redirect 301 “/web2” “http://www.marca.es”</a:t>
            </a:r>
            <a:endParaRPr/>
          </a:p>
          <a:p>
            <a:pPr indent="0" lvl="0" marL="0" marR="0" rtl="0" algn="l">
              <a:spcBef>
                <a:spcPts val="0"/>
              </a:spcBef>
              <a:spcAft>
                <a:spcPts val="0"/>
              </a:spcAft>
              <a:buNone/>
            </a:pPr>
            <a:r>
              <a:t/>
            </a:r>
            <a:endParaRPr sz="2800">
              <a:solidFill>
                <a:schemeClr val="dk1"/>
              </a:solidFill>
              <a:latin typeface="Libre Franklin"/>
              <a:ea typeface="Libre Franklin"/>
              <a:cs typeface="Libre Franklin"/>
              <a:sym typeface="Libre Frankli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2"/>
          <p:cNvSpPr txBox="1"/>
          <p:nvPr>
            <p:ph type="title"/>
          </p:nvPr>
        </p:nvSpPr>
        <p:spPr>
          <a:xfrm>
            <a:off x="1371600" y="304800"/>
            <a:ext cx="10318500" cy="864000"/>
          </a:xfrm>
          <a:prstGeom prst="rect">
            <a:avLst/>
          </a:prstGeom>
          <a:gradFill>
            <a:gsLst>
              <a:gs pos="0">
                <a:srgbClr val="CAD9E1"/>
              </a:gs>
              <a:gs pos="50000">
                <a:srgbClr val="B4C9D6"/>
              </a:gs>
              <a:gs pos="100000">
                <a:srgbClr val="A4C0D1"/>
              </a:gs>
            </a:gsLst>
            <a:lin ang="5400000" scaled="0"/>
          </a:grad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89000"/>
              </a:lnSpc>
              <a:spcBef>
                <a:spcPts val="0"/>
              </a:spcBef>
              <a:spcAft>
                <a:spcPts val="0"/>
              </a:spcAft>
              <a:buClr>
                <a:schemeClr val="dk1"/>
              </a:buClr>
              <a:buSzPts val="4400"/>
              <a:buFont typeface="Libre Franklin"/>
              <a:buNone/>
            </a:pPr>
            <a:r>
              <a:rPr lang="es-ES" sz="3700">
                <a:solidFill>
                  <a:schemeClr val="dk1"/>
                </a:solidFill>
                <a:latin typeface="Libre Franklin"/>
                <a:ea typeface="Libre Franklin"/>
                <a:cs typeface="Libre Franklin"/>
                <a:sym typeface="Libre Franklin"/>
              </a:rPr>
              <a:t>Configurar apache. Autentificación con Digest.</a:t>
            </a:r>
            <a:endParaRPr sz="3700"/>
          </a:p>
        </p:txBody>
      </p:sp>
      <p:sp>
        <p:nvSpPr>
          <p:cNvPr id="214" name="Google Shape;214;p32"/>
          <p:cNvSpPr txBox="1"/>
          <p:nvPr/>
        </p:nvSpPr>
        <p:spPr>
          <a:xfrm>
            <a:off x="1371600" y="1168675"/>
            <a:ext cx="10673100" cy="5325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Libre Franklin"/>
              <a:buNone/>
            </a:pPr>
            <a:r>
              <a:rPr lang="es-ES" sz="2000">
                <a:solidFill>
                  <a:schemeClr val="dk1"/>
                </a:solidFill>
                <a:latin typeface="Libre Franklin"/>
                <a:ea typeface="Libre Franklin"/>
                <a:cs typeface="Libre Franklin"/>
                <a:sym typeface="Libre Franklin"/>
              </a:rPr>
              <a:t>El servidor web Apache nos proporciona varios módulos con diferentes formas de autenticación. Por una parte tenemos el módulo de autenticación básica “mod_auth_basic” que viene instalado de serie pero con el inconveniente de que las contraseñas no viajan encriptadas a través de la red y tendríamos que habilitar el </a:t>
            </a:r>
            <a:r>
              <a:rPr lang="es-ES" sz="2000">
                <a:solidFill>
                  <a:schemeClr val="dk1"/>
                </a:solidFill>
                <a:latin typeface="Libre Franklin"/>
                <a:ea typeface="Libre Franklin"/>
                <a:cs typeface="Libre Franklin"/>
                <a:sym typeface="Libre Franklin"/>
              </a:rPr>
              <a:t>módulo</a:t>
            </a:r>
            <a:r>
              <a:rPr lang="es-ES" sz="2000">
                <a:solidFill>
                  <a:schemeClr val="dk1"/>
                </a:solidFill>
                <a:latin typeface="Libre Franklin"/>
                <a:ea typeface="Libre Franklin"/>
                <a:cs typeface="Libre Franklin"/>
                <a:sym typeface="Libre Franklin"/>
              </a:rPr>
              <a:t> SSL para ello. </a:t>
            </a:r>
            <a:endParaRPr/>
          </a:p>
          <a:p>
            <a:pPr indent="0" lvl="0" marL="0" marR="0" rtl="0" algn="l">
              <a:lnSpc>
                <a:spcPct val="100000"/>
              </a:lnSpc>
              <a:spcBef>
                <a:spcPts val="0"/>
              </a:spcBef>
              <a:spcAft>
                <a:spcPts val="0"/>
              </a:spcAft>
              <a:buClr>
                <a:schemeClr val="dk1"/>
              </a:buClr>
              <a:buSzPts val="2000"/>
              <a:buFont typeface="Libre Franklin"/>
              <a:buNone/>
            </a:pPr>
            <a:r>
              <a:t/>
            </a:r>
            <a:endParaRPr sz="2000">
              <a:solidFill>
                <a:schemeClr val="dk1"/>
              </a:solidFill>
              <a:latin typeface="Libre Franklin"/>
              <a:ea typeface="Libre Franklin"/>
              <a:cs typeface="Libre Franklin"/>
              <a:sym typeface="Libre Franklin"/>
            </a:endParaRPr>
          </a:p>
          <a:p>
            <a:pPr indent="0" lvl="0" marL="0" marR="0" rtl="0" algn="l">
              <a:lnSpc>
                <a:spcPct val="100000"/>
              </a:lnSpc>
              <a:spcBef>
                <a:spcPts val="0"/>
              </a:spcBef>
              <a:spcAft>
                <a:spcPts val="0"/>
              </a:spcAft>
              <a:buClr>
                <a:schemeClr val="dk1"/>
              </a:buClr>
              <a:buSzPts val="2000"/>
              <a:buFont typeface="Libre Franklin"/>
              <a:buNone/>
            </a:pPr>
            <a:r>
              <a:rPr lang="es-ES" sz="2000">
                <a:solidFill>
                  <a:schemeClr val="dk1"/>
                </a:solidFill>
                <a:latin typeface="Libre Franklin"/>
                <a:ea typeface="Libre Franklin"/>
                <a:cs typeface="Libre Franklin"/>
                <a:sym typeface="Libre Franklin"/>
              </a:rPr>
              <a:t>Por otro lado tenemos el módulo digest que soluciona este problema sin tener que activar el </a:t>
            </a:r>
            <a:r>
              <a:rPr lang="es-ES" sz="2000">
                <a:solidFill>
                  <a:schemeClr val="dk1"/>
                </a:solidFill>
                <a:latin typeface="Libre Franklin"/>
                <a:ea typeface="Libre Franklin"/>
                <a:cs typeface="Libre Franklin"/>
                <a:sym typeface="Libre Franklin"/>
              </a:rPr>
              <a:t>módulo</a:t>
            </a:r>
            <a:r>
              <a:rPr lang="es-ES" sz="2000">
                <a:solidFill>
                  <a:schemeClr val="dk1"/>
                </a:solidFill>
                <a:latin typeface="Libre Franklin"/>
                <a:ea typeface="Libre Franklin"/>
                <a:cs typeface="Libre Franklin"/>
                <a:sym typeface="Libre Franklin"/>
              </a:rPr>
              <a:t> SSL. Este módulo no viene activado por defecto y debemos hacerlo nosotros con la instrucción a2enmod auth_digest y posteriormente reiniciar apache.</a:t>
            </a:r>
            <a:endParaRPr/>
          </a:p>
          <a:p>
            <a:pPr indent="0" lvl="0" marL="0" marR="0" rtl="0" algn="l">
              <a:lnSpc>
                <a:spcPct val="100000"/>
              </a:lnSpc>
              <a:spcBef>
                <a:spcPts val="0"/>
              </a:spcBef>
              <a:spcAft>
                <a:spcPts val="0"/>
              </a:spcAft>
              <a:buNone/>
            </a:pPr>
            <a:r>
              <a:t/>
            </a:r>
            <a:endParaRPr sz="2000">
              <a:solidFill>
                <a:schemeClr val="dk1"/>
              </a:solidFill>
              <a:latin typeface="Libre Franklin"/>
              <a:ea typeface="Libre Franklin"/>
              <a:cs typeface="Libre Franklin"/>
              <a:sym typeface="Libre Franklin"/>
            </a:endParaRPr>
          </a:p>
          <a:p>
            <a:pPr indent="0" lvl="0" marL="0" marR="0" rtl="0" algn="l">
              <a:lnSpc>
                <a:spcPct val="100000"/>
              </a:lnSpc>
              <a:spcBef>
                <a:spcPts val="0"/>
              </a:spcBef>
              <a:spcAft>
                <a:spcPts val="0"/>
              </a:spcAft>
              <a:buNone/>
            </a:pPr>
            <a:r>
              <a:rPr lang="es-ES" sz="2000">
                <a:solidFill>
                  <a:schemeClr val="dk1"/>
                </a:solidFill>
                <a:latin typeface="Libre Franklin"/>
                <a:ea typeface="Libre Franklin"/>
                <a:cs typeface="Libre Franklin"/>
                <a:sym typeface="Libre Franklin"/>
              </a:rPr>
              <a:t>Luego incluimos una sección como esta en el fichero de configuración de nuestro Virtual Host:</a:t>
            </a:r>
            <a:endParaRPr/>
          </a:p>
          <a:p>
            <a:pPr indent="0" lvl="0" marL="0" marR="0" rtl="0" algn="l">
              <a:lnSpc>
                <a:spcPct val="100000"/>
              </a:lnSpc>
              <a:spcBef>
                <a:spcPts val="0"/>
              </a:spcBef>
              <a:spcAft>
                <a:spcPts val="0"/>
              </a:spcAft>
              <a:buClr>
                <a:schemeClr val="dk1"/>
              </a:buClr>
              <a:buSzPts val="2000"/>
              <a:buFont typeface="Libre Franklin"/>
              <a:buNone/>
            </a:pPr>
            <a:r>
              <a:rPr lang="es-ES" sz="2000">
                <a:solidFill>
                  <a:schemeClr val="dk1"/>
                </a:solidFill>
                <a:latin typeface="Libre Franklin"/>
                <a:ea typeface="Libre Franklin"/>
                <a:cs typeface="Libre Franklin"/>
                <a:sym typeface="Libre Franklin"/>
              </a:rPr>
              <a:t>	</a:t>
            </a:r>
            <a:r>
              <a:rPr lang="es-ES" sz="1600">
                <a:solidFill>
                  <a:schemeClr val="dk1"/>
                </a:solidFill>
                <a:latin typeface="Courier New"/>
                <a:ea typeface="Courier New"/>
                <a:cs typeface="Courier New"/>
                <a:sym typeface="Courier New"/>
              </a:rPr>
              <a:t>&lt;Directory "/var/www/sitio1/privado"&gt;</a:t>
            </a:r>
            <a:endParaRPr sz="1000">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Libre Franklin"/>
              <a:buNone/>
            </a:pPr>
            <a:r>
              <a:rPr lang="es-ES" sz="1600">
                <a:solidFill>
                  <a:schemeClr val="dk1"/>
                </a:solidFill>
                <a:latin typeface="Courier New"/>
                <a:ea typeface="Courier New"/>
                <a:cs typeface="Courier New"/>
                <a:sym typeface="Courier New"/>
              </a:rPr>
              <a:t>    		AuthType Digest</a:t>
            </a:r>
            <a:endParaRPr sz="1600">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Libre Franklin"/>
              <a:buNone/>
            </a:pPr>
            <a:r>
              <a:rPr lang="es-ES" sz="1600">
                <a:solidFill>
                  <a:schemeClr val="dk1"/>
                </a:solidFill>
                <a:latin typeface="Courier New"/>
                <a:ea typeface="Courier New"/>
                <a:cs typeface="Courier New"/>
                <a:sym typeface="Courier New"/>
              </a:rPr>
              <a:t>    		AuthName "dominio1"</a:t>
            </a:r>
            <a:endParaRPr sz="1000">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Libre Franklin"/>
              <a:buNone/>
            </a:pPr>
            <a:r>
              <a:rPr lang="es-ES" sz="1600">
                <a:solidFill>
                  <a:schemeClr val="dk1"/>
                </a:solidFill>
                <a:latin typeface="Courier New"/>
                <a:ea typeface="Courier New"/>
                <a:cs typeface="Courier New"/>
                <a:sym typeface="Courier New"/>
              </a:rPr>
              <a:t>    		AuthUserFile "/etc/claves/digest.txt"</a:t>
            </a:r>
            <a:endParaRPr sz="1000">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Libre Franklin"/>
              <a:buNone/>
            </a:pPr>
            <a:r>
              <a:rPr lang="es-ES" sz="1600">
                <a:solidFill>
                  <a:schemeClr val="dk1"/>
                </a:solidFill>
                <a:latin typeface="Courier New"/>
                <a:ea typeface="Courier New"/>
                <a:cs typeface="Courier New"/>
                <a:sym typeface="Courier New"/>
              </a:rPr>
              <a:t>    		Require valid-user</a:t>
            </a:r>
            <a:endParaRPr sz="1600">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2000"/>
              <a:buFont typeface="Libre Franklin"/>
              <a:buNone/>
            </a:pPr>
            <a:r>
              <a:rPr lang="es-ES" sz="1600">
                <a:solidFill>
                  <a:schemeClr val="dk1"/>
                </a:solidFill>
                <a:latin typeface="Courier New"/>
                <a:ea typeface="Courier New"/>
                <a:cs typeface="Courier New"/>
                <a:sym typeface="Courier New"/>
              </a:rPr>
              <a:t>	&lt;/Directory&gt;</a:t>
            </a:r>
            <a:endParaRPr sz="1000">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3"/>
          <p:cNvSpPr txBox="1"/>
          <p:nvPr>
            <p:ph type="title"/>
          </p:nvPr>
        </p:nvSpPr>
        <p:spPr>
          <a:xfrm>
            <a:off x="1371600" y="228600"/>
            <a:ext cx="10419600" cy="864000"/>
          </a:xfrm>
          <a:prstGeom prst="rect">
            <a:avLst/>
          </a:prstGeom>
          <a:gradFill>
            <a:gsLst>
              <a:gs pos="0">
                <a:srgbClr val="CAD9E1"/>
              </a:gs>
              <a:gs pos="50000">
                <a:srgbClr val="B4C9D6"/>
              </a:gs>
              <a:gs pos="100000">
                <a:srgbClr val="A4C0D1"/>
              </a:gs>
            </a:gsLst>
            <a:lin ang="5400012" scaled="0"/>
          </a:grad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89000"/>
              </a:lnSpc>
              <a:spcBef>
                <a:spcPts val="0"/>
              </a:spcBef>
              <a:spcAft>
                <a:spcPts val="0"/>
              </a:spcAft>
              <a:buClr>
                <a:schemeClr val="dk1"/>
              </a:buClr>
              <a:buSzPts val="4400"/>
              <a:buFont typeface="Libre Franklin"/>
              <a:buNone/>
            </a:pPr>
            <a:r>
              <a:rPr lang="es-ES" sz="3700">
                <a:solidFill>
                  <a:schemeClr val="dk1"/>
                </a:solidFill>
                <a:latin typeface="Libre Franklin"/>
                <a:ea typeface="Libre Franklin"/>
                <a:cs typeface="Libre Franklin"/>
                <a:sym typeface="Libre Franklin"/>
              </a:rPr>
              <a:t>Configurar apache. Autentificación con Digest.</a:t>
            </a:r>
            <a:endParaRPr sz="3700"/>
          </a:p>
        </p:txBody>
      </p:sp>
      <p:sp>
        <p:nvSpPr>
          <p:cNvPr id="220" name="Google Shape;220;p33"/>
          <p:cNvSpPr txBox="1"/>
          <p:nvPr/>
        </p:nvSpPr>
        <p:spPr>
          <a:xfrm>
            <a:off x="1371600" y="1092467"/>
            <a:ext cx="10130700" cy="5633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s-ES" sz="2000">
                <a:solidFill>
                  <a:schemeClr val="dk1"/>
                </a:solidFill>
                <a:latin typeface="Libre Franklin"/>
                <a:ea typeface="Libre Franklin"/>
                <a:cs typeface="Libre Franklin"/>
                <a:sym typeface="Libre Franklin"/>
              </a:rPr>
              <a:t>Antes de generar el fichero con la utilidad htdigest debemos crear la carpeta claves:</a:t>
            </a:r>
            <a:endParaRPr/>
          </a:p>
          <a:p>
            <a:pPr indent="0" lvl="0" marL="0" marR="0" rtl="0" algn="l">
              <a:lnSpc>
                <a:spcPct val="100000"/>
              </a:lnSpc>
              <a:spcBef>
                <a:spcPts val="0"/>
              </a:spcBef>
              <a:spcAft>
                <a:spcPts val="0"/>
              </a:spcAft>
              <a:buClr>
                <a:schemeClr val="dk1"/>
              </a:buClr>
              <a:buSzPts val="2000"/>
              <a:buFont typeface="Libre Franklin"/>
              <a:buNone/>
            </a:pPr>
            <a:r>
              <a:rPr lang="es-ES" sz="2000">
                <a:solidFill>
                  <a:schemeClr val="dk1"/>
                </a:solidFill>
                <a:latin typeface="Libre Franklin"/>
                <a:ea typeface="Libre Franklin"/>
                <a:cs typeface="Libre Franklin"/>
                <a:sym typeface="Libre Franklin"/>
              </a:rPr>
              <a:t>		</a:t>
            </a:r>
            <a:r>
              <a:rPr b="1" lang="es-ES" sz="2000">
                <a:solidFill>
                  <a:srgbClr val="902135"/>
                </a:solidFill>
                <a:latin typeface="Libre Franklin"/>
                <a:ea typeface="Libre Franklin"/>
                <a:cs typeface="Libre Franklin"/>
                <a:sym typeface="Libre Franklin"/>
              </a:rPr>
              <a:t>htdigest -c /etc/claves/digest.txt dominio1 usuario </a:t>
            </a:r>
            <a:endParaRPr/>
          </a:p>
          <a:p>
            <a:pPr indent="0" lvl="0" marL="0" marR="0" rtl="0" algn="l">
              <a:lnSpc>
                <a:spcPct val="100000"/>
              </a:lnSpc>
              <a:spcBef>
                <a:spcPts val="0"/>
              </a:spcBef>
              <a:spcAft>
                <a:spcPts val="0"/>
              </a:spcAft>
              <a:buClr>
                <a:schemeClr val="dk1"/>
              </a:buClr>
              <a:buSzPts val="2000"/>
              <a:buFont typeface="Libre Franklin"/>
              <a:buNone/>
            </a:pPr>
            <a:r>
              <a:rPr lang="es-ES" sz="2000">
                <a:solidFill>
                  <a:schemeClr val="dk1"/>
                </a:solidFill>
                <a:latin typeface="Libre Franklin"/>
                <a:ea typeface="Libre Franklin"/>
                <a:cs typeface="Libre Franklin"/>
                <a:sym typeface="Libre Franklin"/>
              </a:rPr>
              <a:t>Y nos solicita el password para el nuevo usuario.</a:t>
            </a:r>
            <a:endParaRPr/>
          </a:p>
          <a:p>
            <a:pPr indent="0" lvl="0" marL="0" marR="0" rtl="0" algn="l">
              <a:lnSpc>
                <a:spcPct val="100000"/>
              </a:lnSpc>
              <a:spcBef>
                <a:spcPts val="0"/>
              </a:spcBef>
              <a:spcAft>
                <a:spcPts val="0"/>
              </a:spcAft>
              <a:buClr>
                <a:schemeClr val="dk1"/>
              </a:buClr>
              <a:buSzPts val="2000"/>
              <a:buFont typeface="Libre Franklin"/>
              <a:buNone/>
            </a:pPr>
            <a:r>
              <a:rPr lang="es-ES" sz="2000">
                <a:solidFill>
                  <a:schemeClr val="dk1"/>
                </a:solidFill>
                <a:latin typeface="Libre Franklin"/>
                <a:ea typeface="Libre Franklin"/>
                <a:cs typeface="Libre Franklin"/>
                <a:sym typeface="Libre Franklin"/>
              </a:rPr>
              <a:t>		</a:t>
            </a:r>
            <a:r>
              <a:rPr b="1" lang="es-ES" sz="2000">
                <a:solidFill>
                  <a:srgbClr val="902135"/>
                </a:solidFill>
                <a:latin typeface="Libre Franklin"/>
                <a:ea typeface="Libre Franklin"/>
                <a:cs typeface="Libre Franklin"/>
                <a:sym typeface="Libre Franklin"/>
              </a:rPr>
              <a:t>Adding password for usuario in realm dominio1. </a:t>
            </a:r>
            <a:endParaRPr/>
          </a:p>
          <a:p>
            <a:pPr indent="0" lvl="0" marL="0" marR="0" rtl="0" algn="l">
              <a:lnSpc>
                <a:spcPct val="100000"/>
              </a:lnSpc>
              <a:spcBef>
                <a:spcPts val="0"/>
              </a:spcBef>
              <a:spcAft>
                <a:spcPts val="0"/>
              </a:spcAft>
              <a:buClr>
                <a:srgbClr val="902135"/>
              </a:buClr>
              <a:buSzPts val="2000"/>
              <a:buFont typeface="Libre Franklin"/>
              <a:buNone/>
            </a:pPr>
            <a:r>
              <a:rPr b="1" lang="es-ES" sz="2000">
                <a:solidFill>
                  <a:srgbClr val="902135"/>
                </a:solidFill>
                <a:latin typeface="Libre Franklin"/>
                <a:ea typeface="Libre Franklin"/>
                <a:cs typeface="Libre Franklin"/>
                <a:sym typeface="Libre Franklin"/>
              </a:rPr>
              <a:t>		New password: </a:t>
            </a:r>
            <a:endParaRPr/>
          </a:p>
          <a:p>
            <a:pPr indent="0" lvl="0" marL="0" marR="0" rtl="0" algn="l">
              <a:lnSpc>
                <a:spcPct val="100000"/>
              </a:lnSpc>
              <a:spcBef>
                <a:spcPts val="0"/>
              </a:spcBef>
              <a:spcAft>
                <a:spcPts val="0"/>
              </a:spcAft>
              <a:buClr>
                <a:srgbClr val="902135"/>
              </a:buClr>
              <a:buSzPts val="2000"/>
              <a:buFont typeface="Libre Franklin"/>
              <a:buNone/>
            </a:pPr>
            <a:r>
              <a:rPr b="1" lang="es-ES" sz="2000">
                <a:solidFill>
                  <a:srgbClr val="902135"/>
                </a:solidFill>
                <a:latin typeface="Libre Franklin"/>
                <a:ea typeface="Libre Franklin"/>
                <a:cs typeface="Libre Franklin"/>
                <a:sym typeface="Libre Franklin"/>
              </a:rPr>
              <a:t>		Re-type new password:</a:t>
            </a:r>
            <a:endParaRPr/>
          </a:p>
          <a:p>
            <a:pPr indent="0" lvl="0" marL="0" marR="0" rtl="0" algn="l">
              <a:lnSpc>
                <a:spcPct val="100000"/>
              </a:lnSpc>
              <a:spcBef>
                <a:spcPts val="0"/>
              </a:spcBef>
              <a:spcAft>
                <a:spcPts val="0"/>
              </a:spcAft>
              <a:buNone/>
            </a:pPr>
            <a:r>
              <a:rPr lang="es-ES" sz="2000">
                <a:solidFill>
                  <a:schemeClr val="dk1"/>
                </a:solidFill>
                <a:latin typeface="Libre Franklin"/>
                <a:ea typeface="Libre Franklin"/>
                <a:cs typeface="Libre Franklin"/>
                <a:sym typeface="Libre Franklin"/>
              </a:rPr>
              <a:t>La opción -c (create) sólo debemos de usarla al crear el fichero con el primer usuario. Luego añadiremos los restantes usuarios prescindiendo de ella. Si editamos el contenido del fichero de claves generado, veremos un contenido parecido al siguiente.</a:t>
            </a:r>
            <a:endParaRPr/>
          </a:p>
          <a:p>
            <a:pPr indent="0" lvl="0" marL="0" marR="0" rtl="0" algn="l">
              <a:lnSpc>
                <a:spcPct val="100000"/>
              </a:lnSpc>
              <a:spcBef>
                <a:spcPts val="0"/>
              </a:spcBef>
              <a:spcAft>
                <a:spcPts val="0"/>
              </a:spcAft>
              <a:buNone/>
            </a:pPr>
            <a:r>
              <a:t/>
            </a:r>
            <a:endParaRPr sz="2000">
              <a:solidFill>
                <a:schemeClr val="dk1"/>
              </a:solidFill>
              <a:latin typeface="Libre Franklin"/>
              <a:ea typeface="Libre Franklin"/>
              <a:cs typeface="Libre Franklin"/>
              <a:sym typeface="Libre Franklin"/>
            </a:endParaRPr>
          </a:p>
          <a:p>
            <a:pPr indent="0" lvl="0" marL="0" marR="0" rtl="0" algn="l">
              <a:lnSpc>
                <a:spcPct val="100000"/>
              </a:lnSpc>
              <a:spcBef>
                <a:spcPts val="0"/>
              </a:spcBef>
              <a:spcAft>
                <a:spcPts val="0"/>
              </a:spcAft>
              <a:buNone/>
            </a:pPr>
            <a:r>
              <a:t/>
            </a:r>
            <a:endParaRPr sz="2000">
              <a:solidFill>
                <a:schemeClr val="dk1"/>
              </a:solidFill>
              <a:latin typeface="Libre Franklin"/>
              <a:ea typeface="Libre Franklin"/>
              <a:cs typeface="Libre Franklin"/>
              <a:sym typeface="Libre Franklin"/>
            </a:endParaRPr>
          </a:p>
          <a:p>
            <a:pPr indent="0" lvl="0" marL="0" marR="0" rtl="0" algn="l">
              <a:lnSpc>
                <a:spcPct val="100000"/>
              </a:lnSpc>
              <a:spcBef>
                <a:spcPts val="0"/>
              </a:spcBef>
              <a:spcAft>
                <a:spcPts val="0"/>
              </a:spcAft>
              <a:buNone/>
            </a:pPr>
            <a:r>
              <a:t/>
            </a:r>
            <a:endParaRPr sz="2000">
              <a:solidFill>
                <a:schemeClr val="dk1"/>
              </a:solidFill>
              <a:latin typeface="Libre Franklin"/>
              <a:ea typeface="Libre Franklin"/>
              <a:cs typeface="Libre Franklin"/>
              <a:sym typeface="Libre Franklin"/>
            </a:endParaRPr>
          </a:p>
          <a:p>
            <a:pPr indent="0" lvl="0" marL="0" marR="0" rtl="0" algn="l">
              <a:lnSpc>
                <a:spcPct val="100000"/>
              </a:lnSpc>
              <a:spcBef>
                <a:spcPts val="0"/>
              </a:spcBef>
              <a:spcAft>
                <a:spcPts val="0"/>
              </a:spcAft>
              <a:buNone/>
            </a:pPr>
            <a:r>
              <a:rPr lang="es-ES" sz="2000">
                <a:solidFill>
                  <a:schemeClr val="dk1"/>
                </a:solidFill>
                <a:latin typeface="Libre Franklin"/>
                <a:ea typeface="Libre Franklin"/>
                <a:cs typeface="Libre Franklin"/>
                <a:sym typeface="Libre Franklin"/>
              </a:rPr>
              <a:t>Comentar que la validación de usuarios y permisos de accesos se suele realizar desde la propia aplicación web y no desde los módulos estudiados, aunque dependiendo de las necesidades podríamos utilizarlo sin necesidad de implementar esa seguridad en nuestra aplicación.</a:t>
            </a:r>
            <a:endParaRPr/>
          </a:p>
          <a:p>
            <a:pPr indent="0" lvl="0" marL="0" marR="0" rtl="0" algn="l">
              <a:lnSpc>
                <a:spcPct val="100000"/>
              </a:lnSpc>
              <a:spcBef>
                <a:spcPts val="0"/>
              </a:spcBef>
              <a:spcAft>
                <a:spcPts val="0"/>
              </a:spcAft>
              <a:buClr>
                <a:schemeClr val="dk1"/>
              </a:buClr>
              <a:buSzPts val="2000"/>
              <a:buFont typeface="Libre Franklin"/>
              <a:buNone/>
            </a:pPr>
            <a:r>
              <a:t/>
            </a:r>
            <a:endParaRPr sz="2000">
              <a:solidFill>
                <a:schemeClr val="dk1"/>
              </a:solidFill>
              <a:latin typeface="Libre Franklin"/>
              <a:ea typeface="Libre Franklin"/>
              <a:cs typeface="Libre Franklin"/>
              <a:sym typeface="Libre Franklin"/>
            </a:endParaRPr>
          </a:p>
        </p:txBody>
      </p:sp>
      <p:pic>
        <p:nvPicPr>
          <p:cNvPr id="221" name="Google Shape;221;p33"/>
          <p:cNvPicPr preferRelativeResize="0"/>
          <p:nvPr/>
        </p:nvPicPr>
        <p:blipFill rotWithShape="1">
          <a:blip r:embed="rId3">
            <a:alphaModFix/>
          </a:blip>
          <a:srcRect b="0" l="0" r="0" t="0"/>
          <a:stretch/>
        </p:blipFill>
        <p:spPr>
          <a:xfrm>
            <a:off x="3759140" y="3923667"/>
            <a:ext cx="5125166" cy="106694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4"/>
          <p:cNvSpPr txBox="1"/>
          <p:nvPr>
            <p:ph type="title"/>
          </p:nvPr>
        </p:nvSpPr>
        <p:spPr>
          <a:xfrm>
            <a:off x="1371600" y="685800"/>
            <a:ext cx="9710700" cy="833700"/>
          </a:xfrm>
          <a:prstGeom prst="rect">
            <a:avLst/>
          </a:prstGeom>
          <a:solidFill>
            <a:schemeClr val="accent4"/>
          </a:solidFill>
          <a:ln cap="flat" cmpd="sng" w="34925">
            <a:solidFill>
              <a:srgbClr val="667C67"/>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89000"/>
              </a:lnSpc>
              <a:spcBef>
                <a:spcPts val="0"/>
              </a:spcBef>
              <a:spcAft>
                <a:spcPts val="0"/>
              </a:spcAft>
              <a:buClr>
                <a:schemeClr val="lt1"/>
              </a:buClr>
              <a:buSzPts val="4400"/>
              <a:buFont typeface="Libre Franklin"/>
              <a:buNone/>
            </a:pPr>
            <a:r>
              <a:rPr lang="es-ES" sz="4000">
                <a:solidFill>
                  <a:schemeClr val="lt1"/>
                </a:solidFill>
              </a:rPr>
              <a:t>6</a:t>
            </a:r>
            <a:r>
              <a:rPr lang="es-ES" sz="4000">
                <a:solidFill>
                  <a:schemeClr val="lt1"/>
                </a:solidFill>
              </a:rPr>
              <a:t>.</a:t>
            </a:r>
            <a:r>
              <a:rPr lang="es-ES" sz="4000">
                <a:solidFill>
                  <a:schemeClr val="lt1"/>
                </a:solidFill>
                <a:latin typeface="Libre Franklin"/>
                <a:ea typeface="Libre Franklin"/>
                <a:cs typeface="Libre Franklin"/>
                <a:sym typeface="Libre Franklin"/>
              </a:rPr>
              <a:t> Instalación servidor de base de datos</a:t>
            </a:r>
            <a:endParaRPr sz="4000"/>
          </a:p>
        </p:txBody>
      </p:sp>
      <p:sp>
        <p:nvSpPr>
          <p:cNvPr id="227" name="Google Shape;227;p34"/>
          <p:cNvSpPr txBox="1"/>
          <p:nvPr/>
        </p:nvSpPr>
        <p:spPr>
          <a:xfrm>
            <a:off x="1371600" y="1667647"/>
            <a:ext cx="9601200" cy="532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000">
                <a:solidFill>
                  <a:schemeClr val="dk1"/>
                </a:solidFill>
                <a:latin typeface="Libre Franklin"/>
                <a:ea typeface="Libre Franklin"/>
                <a:cs typeface="Libre Franklin"/>
                <a:sym typeface="Libre Franklin"/>
              </a:rPr>
              <a:t>MySQL es un S.G.B.D que se </a:t>
            </a:r>
            <a:r>
              <a:rPr b="1" lang="es-ES" sz="2000">
                <a:solidFill>
                  <a:schemeClr val="dk1"/>
                </a:solidFill>
                <a:latin typeface="Libre Franklin"/>
                <a:ea typeface="Libre Franklin"/>
                <a:cs typeface="Libre Franklin"/>
                <a:sym typeface="Libre Franklin"/>
              </a:rPr>
              <a:t>integra</a:t>
            </a:r>
            <a:r>
              <a:rPr lang="es-ES" sz="2000">
                <a:solidFill>
                  <a:schemeClr val="dk1"/>
                </a:solidFill>
                <a:latin typeface="Libre Franklin"/>
                <a:ea typeface="Libre Franklin"/>
                <a:cs typeface="Libre Franklin"/>
                <a:sym typeface="Libre Franklin"/>
              </a:rPr>
              <a:t> de manera muy robusta con el servidor web </a:t>
            </a:r>
            <a:r>
              <a:rPr b="1" lang="es-ES" sz="2000">
                <a:solidFill>
                  <a:schemeClr val="dk1"/>
                </a:solidFill>
                <a:latin typeface="Libre Franklin"/>
                <a:ea typeface="Libre Franklin"/>
                <a:cs typeface="Libre Franklin"/>
                <a:sym typeface="Libre Franklin"/>
              </a:rPr>
              <a:t>apache</a:t>
            </a:r>
            <a:r>
              <a:rPr lang="es-ES" sz="2000">
                <a:solidFill>
                  <a:schemeClr val="dk1"/>
                </a:solidFill>
                <a:latin typeface="Libre Franklin"/>
                <a:ea typeface="Libre Franklin"/>
                <a:cs typeface="Libre Franklin"/>
                <a:sym typeface="Libre Franklin"/>
              </a:rPr>
              <a:t> y los módulos de </a:t>
            </a:r>
            <a:r>
              <a:rPr b="1" lang="es-ES" sz="2000">
                <a:solidFill>
                  <a:schemeClr val="dk1"/>
                </a:solidFill>
                <a:latin typeface="Libre Franklin"/>
                <a:ea typeface="Libre Franklin"/>
                <a:cs typeface="Libre Franklin"/>
                <a:sym typeface="Libre Franklin"/>
              </a:rPr>
              <a:t>PHP</a:t>
            </a:r>
            <a:r>
              <a:rPr lang="es-ES" sz="2000">
                <a:solidFill>
                  <a:schemeClr val="dk1"/>
                </a:solidFill>
                <a:latin typeface="Libre Franklin"/>
                <a:ea typeface="Libre Franklin"/>
                <a:cs typeface="Libre Franklin"/>
                <a:sym typeface="Libre Franklin"/>
              </a:rPr>
              <a:t>, permitiéndonos crear aplicaciones web muy completa. Además MySQL es un sistema de gestión de bases de datos de código abierto que gestiona sus datos usando una </a:t>
            </a:r>
            <a:r>
              <a:rPr b="1" lang="es-ES" sz="2000">
                <a:solidFill>
                  <a:schemeClr val="dk1"/>
                </a:solidFill>
                <a:latin typeface="Libre Franklin"/>
                <a:ea typeface="Libre Franklin"/>
                <a:cs typeface="Libre Franklin"/>
                <a:sym typeface="Libre Franklin"/>
              </a:rPr>
              <a:t>base de datos relacional </a:t>
            </a:r>
            <a:r>
              <a:rPr lang="es-ES" sz="2000">
                <a:solidFill>
                  <a:schemeClr val="dk1"/>
                </a:solidFill>
                <a:latin typeface="Libre Franklin"/>
                <a:ea typeface="Libre Franklin"/>
                <a:cs typeface="Libre Franklin"/>
                <a:sym typeface="Libre Franklin"/>
              </a:rPr>
              <a:t>y </a:t>
            </a:r>
            <a:r>
              <a:rPr b="1" lang="es-ES" sz="2000">
                <a:solidFill>
                  <a:schemeClr val="dk1"/>
                </a:solidFill>
                <a:latin typeface="Libre Franklin"/>
                <a:ea typeface="Libre Franklin"/>
                <a:cs typeface="Libre Franklin"/>
                <a:sym typeface="Libre Franklin"/>
              </a:rPr>
              <a:t>SQL</a:t>
            </a:r>
            <a:r>
              <a:rPr lang="es-ES" sz="2000">
                <a:solidFill>
                  <a:schemeClr val="dk1"/>
                </a:solidFill>
                <a:latin typeface="Libre Franklin"/>
                <a:ea typeface="Libre Franklin"/>
                <a:cs typeface="Libre Franklin"/>
                <a:sym typeface="Libre Franklin"/>
              </a:rPr>
              <a:t>. </a:t>
            </a:r>
            <a:endParaRPr/>
          </a:p>
          <a:p>
            <a:pPr indent="0" lvl="0" marL="0" marR="0" rtl="0" algn="l">
              <a:spcBef>
                <a:spcPts val="0"/>
              </a:spcBef>
              <a:spcAft>
                <a:spcPts val="0"/>
              </a:spcAft>
              <a:buNone/>
            </a:pPr>
            <a:r>
              <a:rPr lang="es-ES" sz="2000">
                <a:solidFill>
                  <a:schemeClr val="dk1"/>
                </a:solidFill>
                <a:latin typeface="Libre Franklin"/>
                <a:ea typeface="Libre Franklin"/>
                <a:cs typeface="Libre Franklin"/>
                <a:sym typeface="Libre Franklin"/>
              </a:rPr>
              <a:t>Para su instalación podemos optar por el interfaz gráfico o la línea de comandos.</a:t>
            </a:r>
            <a:endParaRPr/>
          </a:p>
          <a:p>
            <a:pPr indent="0" lvl="0" marL="0" marR="0" rtl="0" algn="l">
              <a:spcBef>
                <a:spcPts val="0"/>
              </a:spcBef>
              <a:spcAft>
                <a:spcPts val="0"/>
              </a:spcAft>
              <a:buNone/>
            </a:pPr>
            <a:r>
              <a:t/>
            </a:r>
            <a:endParaRPr sz="2000">
              <a:solidFill>
                <a:schemeClr val="dk1"/>
              </a:solidFill>
              <a:latin typeface="Libre Franklin"/>
              <a:ea typeface="Libre Franklin"/>
              <a:cs typeface="Libre Franklin"/>
              <a:sym typeface="Libre Franklin"/>
            </a:endParaRPr>
          </a:p>
          <a:p>
            <a:pPr indent="-306999" lvl="0" marL="540000" marR="0" rtl="0" algn="l">
              <a:spcBef>
                <a:spcPts val="0"/>
              </a:spcBef>
              <a:spcAft>
                <a:spcPts val="0"/>
              </a:spcAft>
              <a:buClr>
                <a:schemeClr val="dk1"/>
              </a:buClr>
              <a:buSzPts val="2000"/>
              <a:buFont typeface="Libre Franklin"/>
              <a:buAutoNum type="alphaUcPeriod"/>
            </a:pPr>
            <a:r>
              <a:rPr lang="es-ES" sz="2000" u="sng">
                <a:solidFill>
                  <a:schemeClr val="dk1"/>
                </a:solidFill>
                <a:latin typeface="Libre Franklin"/>
                <a:ea typeface="Libre Franklin"/>
                <a:cs typeface="Libre Franklin"/>
                <a:sym typeface="Libre Franklin"/>
                <a:hlinkClick r:id="rId3">
                  <a:extLst>
                    <a:ext uri="{A12FA001-AC4F-418D-AE19-62706E023703}">
                      <ahyp:hlinkClr val="tx"/>
                    </a:ext>
                  </a:extLst>
                </a:hlinkClick>
              </a:rPr>
              <a:t>Instalar MySQL en Windows 10</a:t>
            </a:r>
            <a:r>
              <a:rPr lang="es-ES" sz="2000">
                <a:solidFill>
                  <a:schemeClr val="dk1"/>
                </a:solidFill>
                <a:latin typeface="Libre Franklin"/>
                <a:ea typeface="Libre Franklin"/>
                <a:cs typeface="Libre Franklin"/>
                <a:sym typeface="Libre Franklin"/>
              </a:rPr>
              <a:t>.</a:t>
            </a:r>
            <a:endParaRPr/>
          </a:p>
          <a:p>
            <a:pPr indent="-330200" lvl="0" marL="457200" marR="0" rtl="0" algn="l">
              <a:spcBef>
                <a:spcPts val="0"/>
              </a:spcBef>
              <a:spcAft>
                <a:spcPts val="0"/>
              </a:spcAft>
              <a:buClr>
                <a:schemeClr val="dk1"/>
              </a:buClr>
              <a:buSzPts val="2000"/>
              <a:buFont typeface="Libre Franklin"/>
              <a:buNone/>
            </a:pPr>
            <a:r>
              <a:t/>
            </a:r>
            <a:endParaRPr sz="2000">
              <a:solidFill>
                <a:schemeClr val="dk1"/>
              </a:solidFill>
              <a:latin typeface="Libre Franklin"/>
              <a:ea typeface="Libre Franklin"/>
              <a:cs typeface="Libre Franklin"/>
              <a:sym typeface="Libre Franklin"/>
            </a:endParaRPr>
          </a:p>
          <a:p>
            <a:pPr indent="-306999" lvl="0" marL="540000" marR="0" rtl="0" algn="l">
              <a:spcBef>
                <a:spcPts val="0"/>
              </a:spcBef>
              <a:spcAft>
                <a:spcPts val="0"/>
              </a:spcAft>
              <a:buClr>
                <a:schemeClr val="dk1"/>
              </a:buClr>
              <a:buSzPts val="2000"/>
              <a:buFont typeface="Libre Franklin"/>
              <a:buAutoNum type="alphaUcPeriod"/>
            </a:pPr>
            <a:r>
              <a:rPr lang="es-ES" sz="2000" u="sng">
                <a:solidFill>
                  <a:schemeClr val="dk1"/>
                </a:solidFill>
                <a:latin typeface="Libre Franklin"/>
                <a:ea typeface="Libre Franklin"/>
                <a:cs typeface="Libre Franklin"/>
                <a:sym typeface="Libre Franklin"/>
                <a:hlinkClick r:id="rId4">
                  <a:extLst>
                    <a:ext uri="{A12FA001-AC4F-418D-AE19-62706E023703}">
                      <ahyp:hlinkClr val="tx"/>
                    </a:ext>
                  </a:extLst>
                </a:hlinkClick>
              </a:rPr>
              <a:t>Instalar MySQL en Ubuntu mediante línea de comandos</a:t>
            </a:r>
            <a:r>
              <a:rPr lang="es-ES" sz="2000">
                <a:solidFill>
                  <a:schemeClr val="dk1"/>
                </a:solidFill>
                <a:latin typeface="Libre Franklin"/>
                <a:ea typeface="Libre Franklin"/>
                <a:cs typeface="Libre Franklin"/>
                <a:sym typeface="Libre Franklin"/>
              </a:rPr>
              <a:t>.</a:t>
            </a:r>
            <a:endParaRPr/>
          </a:p>
          <a:p>
            <a:pPr indent="-330200" lvl="0" marL="457200" marR="0" rtl="0" algn="l">
              <a:spcBef>
                <a:spcPts val="0"/>
              </a:spcBef>
              <a:spcAft>
                <a:spcPts val="0"/>
              </a:spcAft>
              <a:buClr>
                <a:schemeClr val="dk1"/>
              </a:buClr>
              <a:buSzPts val="2000"/>
              <a:buFont typeface="Libre Franklin"/>
              <a:buNone/>
            </a:pPr>
            <a:r>
              <a:t/>
            </a:r>
            <a:endParaRPr sz="2000">
              <a:solidFill>
                <a:schemeClr val="dk1"/>
              </a:solidFill>
              <a:latin typeface="Libre Franklin"/>
              <a:ea typeface="Libre Franklin"/>
              <a:cs typeface="Libre Franklin"/>
              <a:sym typeface="Libre Franklin"/>
            </a:endParaRPr>
          </a:p>
          <a:p>
            <a:pPr indent="0" lvl="0" marL="0" marR="0" rtl="0" algn="l">
              <a:spcBef>
                <a:spcPts val="0"/>
              </a:spcBef>
              <a:spcAft>
                <a:spcPts val="0"/>
              </a:spcAft>
              <a:buNone/>
            </a:pPr>
            <a:r>
              <a:rPr lang="es-ES" sz="2000">
                <a:solidFill>
                  <a:schemeClr val="dk1"/>
                </a:solidFill>
                <a:latin typeface="Libre Franklin"/>
                <a:ea typeface="Libre Franklin"/>
                <a:cs typeface="Libre Franklin"/>
                <a:sym typeface="Libre Franklin"/>
              </a:rPr>
              <a:t>Cuando los instalamos en Linux nos crea la carpeta </a:t>
            </a:r>
            <a:r>
              <a:rPr b="1" lang="es-ES" sz="2000">
                <a:solidFill>
                  <a:schemeClr val="dk1"/>
                </a:solidFill>
                <a:latin typeface="Libre Franklin"/>
                <a:ea typeface="Libre Franklin"/>
                <a:cs typeface="Libre Franklin"/>
                <a:sym typeface="Libre Franklin"/>
              </a:rPr>
              <a:t>/etc/mysql </a:t>
            </a:r>
            <a:r>
              <a:rPr lang="es-ES" sz="2000">
                <a:solidFill>
                  <a:schemeClr val="dk1"/>
                </a:solidFill>
                <a:latin typeface="Libre Franklin"/>
                <a:ea typeface="Libre Franklin"/>
                <a:cs typeface="Libre Franklin"/>
                <a:sym typeface="Libre Franklin"/>
              </a:rPr>
              <a:t>que contiene todos los ficheros de configuración y la carpeta </a:t>
            </a:r>
            <a:r>
              <a:rPr b="1" lang="es-ES" sz="2000">
                <a:solidFill>
                  <a:schemeClr val="dk1"/>
                </a:solidFill>
                <a:latin typeface="Libre Franklin"/>
                <a:ea typeface="Libre Franklin"/>
                <a:cs typeface="Libre Franklin"/>
                <a:sym typeface="Libre Franklin"/>
              </a:rPr>
              <a:t>var/lib/mysql</a:t>
            </a:r>
            <a:r>
              <a:rPr lang="es-ES" sz="2000">
                <a:solidFill>
                  <a:schemeClr val="dk1"/>
                </a:solidFill>
                <a:latin typeface="Libre Franklin"/>
                <a:ea typeface="Libre Franklin"/>
                <a:cs typeface="Libre Franklin"/>
                <a:sym typeface="Libre Franklin"/>
              </a:rPr>
              <a:t> con los ficheros de datos de la base de datos desplegada. Tal y como se indica en el artículo anterior, es aconsejable </a:t>
            </a:r>
            <a:r>
              <a:rPr lang="es-ES" sz="2000" u="sng">
                <a:solidFill>
                  <a:schemeClr val="dk1"/>
                </a:solidFill>
                <a:latin typeface="Libre Franklin"/>
                <a:ea typeface="Libre Franklin"/>
                <a:cs typeface="Libre Franklin"/>
                <a:sym typeface="Libre Franklin"/>
              </a:rPr>
              <a:t>crear un usuario administrador </a:t>
            </a:r>
            <a:r>
              <a:rPr lang="es-ES" sz="2000">
                <a:solidFill>
                  <a:schemeClr val="dk1"/>
                </a:solidFill>
                <a:latin typeface="Libre Franklin"/>
                <a:ea typeface="Libre Franklin"/>
                <a:cs typeface="Libre Franklin"/>
                <a:sym typeface="Libre Franklin"/>
              </a:rPr>
              <a:t>y </a:t>
            </a:r>
            <a:r>
              <a:rPr lang="es-ES" sz="2000" u="sng">
                <a:solidFill>
                  <a:schemeClr val="dk1"/>
                </a:solidFill>
                <a:latin typeface="Libre Franklin"/>
                <a:ea typeface="Libre Franklin"/>
                <a:cs typeface="Libre Franklin"/>
                <a:sym typeface="Libre Franklin"/>
              </a:rPr>
              <a:t>no utilizar el usuario root</a:t>
            </a:r>
            <a:r>
              <a:rPr lang="es-ES" sz="2000">
                <a:solidFill>
                  <a:schemeClr val="dk1"/>
                </a:solidFill>
                <a:latin typeface="Libre Franklin"/>
                <a:ea typeface="Libre Franklin"/>
                <a:cs typeface="Libre Franklin"/>
                <a:sym typeface="Libre Franklin"/>
              </a:rPr>
              <a:t> para trabajar con la BD.</a:t>
            </a:r>
            <a:endParaRPr sz="2000">
              <a:solidFill>
                <a:schemeClr val="dk1"/>
              </a:solidFill>
              <a:latin typeface="Libre Franklin"/>
              <a:ea typeface="Libre Franklin"/>
              <a:cs typeface="Libre Franklin"/>
              <a:sym typeface="Libre Franklin"/>
            </a:endParaRPr>
          </a:p>
          <a:p>
            <a:pPr indent="0" lvl="0" marL="0" marR="0" rtl="0" algn="l">
              <a:spcBef>
                <a:spcPts val="0"/>
              </a:spcBef>
              <a:spcAft>
                <a:spcPts val="0"/>
              </a:spcAft>
              <a:buNone/>
            </a:pPr>
            <a:r>
              <a:t/>
            </a:r>
            <a:endParaRPr sz="2000">
              <a:solidFill>
                <a:schemeClr val="dk1"/>
              </a:solidFill>
              <a:latin typeface="Libre Franklin"/>
              <a:ea typeface="Libre Franklin"/>
              <a:cs typeface="Libre Franklin"/>
              <a:sym typeface="Libre Frankli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5"/>
          <p:cNvSpPr txBox="1"/>
          <p:nvPr>
            <p:ph type="title"/>
          </p:nvPr>
        </p:nvSpPr>
        <p:spPr>
          <a:xfrm>
            <a:off x="1371600" y="685800"/>
            <a:ext cx="9601200" cy="772200"/>
          </a:xfrm>
          <a:prstGeom prst="rect">
            <a:avLst/>
          </a:prstGeom>
          <a:solidFill>
            <a:schemeClr val="accent4"/>
          </a:solidFill>
          <a:ln cap="flat" cmpd="sng" w="34925">
            <a:solidFill>
              <a:srgbClr val="667C67"/>
            </a:solidFill>
            <a:prstDash val="solid"/>
            <a:round/>
            <a:headEnd len="sm" w="sm" type="none"/>
            <a:tailEnd len="sm" w="sm" type="none"/>
          </a:ln>
        </p:spPr>
        <p:txBody>
          <a:bodyPr anchorCtr="0" anchor="ctr" bIns="45700" lIns="91425" spcFirstLastPara="1" rIns="91425" wrap="square" tIns="45700">
            <a:normAutofit/>
          </a:bodyPr>
          <a:lstStyle/>
          <a:p>
            <a:pPr indent="0" lvl="0" marL="0" rtl="0" algn="l">
              <a:spcBef>
                <a:spcPts val="0"/>
              </a:spcBef>
              <a:spcAft>
                <a:spcPts val="0"/>
              </a:spcAft>
              <a:buClr>
                <a:schemeClr val="lt1"/>
              </a:buClr>
              <a:buSzPts val="3400"/>
              <a:buFont typeface="Libre Franklin"/>
              <a:buNone/>
            </a:pPr>
            <a:r>
              <a:rPr lang="es-ES" sz="3700">
                <a:solidFill>
                  <a:schemeClr val="lt1"/>
                </a:solidFill>
              </a:rPr>
              <a:t>7. Instalación módulo PHP en servidor web</a:t>
            </a:r>
            <a:endParaRPr sz="4000"/>
          </a:p>
        </p:txBody>
      </p:sp>
      <p:sp>
        <p:nvSpPr>
          <p:cNvPr id="233" name="Google Shape;233;p35"/>
          <p:cNvSpPr txBox="1"/>
          <p:nvPr/>
        </p:nvSpPr>
        <p:spPr>
          <a:xfrm>
            <a:off x="1371600" y="1667647"/>
            <a:ext cx="9601200" cy="193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000">
                <a:solidFill>
                  <a:schemeClr val="dk1"/>
                </a:solidFill>
                <a:latin typeface="Libre Franklin"/>
                <a:ea typeface="Libre Franklin"/>
                <a:cs typeface="Libre Franklin"/>
                <a:sym typeface="Libre Franklin"/>
              </a:rPr>
              <a:t>PHP es</a:t>
            </a:r>
            <a:r>
              <a:rPr lang="es-ES" sz="2000">
                <a:solidFill>
                  <a:schemeClr val="dk1"/>
                </a:solidFill>
                <a:latin typeface="Libre Franklin"/>
                <a:ea typeface="Libre Franklin"/>
                <a:cs typeface="Libre Franklin"/>
                <a:sym typeface="Libre Franklin"/>
              </a:rPr>
              <a:t> un lenguaje de script de servidor que se incrusta en el código HTML de una página web. Al ser un script de servidor, se ejecuta en este y nos devuelve el resultado de su ejecución en código HTML para que sea mostrado en el navegador web</a:t>
            </a:r>
            <a:endParaRPr/>
          </a:p>
          <a:p>
            <a:pPr indent="0" lvl="0" marL="0" marR="0" rtl="0" algn="l">
              <a:spcBef>
                <a:spcPts val="0"/>
              </a:spcBef>
              <a:spcAft>
                <a:spcPts val="0"/>
              </a:spcAft>
              <a:buNone/>
            </a:pPr>
            <a:r>
              <a:t/>
            </a:r>
            <a:endParaRPr sz="2000">
              <a:solidFill>
                <a:schemeClr val="dk1"/>
              </a:solidFill>
              <a:latin typeface="Libre Franklin"/>
              <a:ea typeface="Libre Franklin"/>
              <a:cs typeface="Libre Franklin"/>
              <a:sym typeface="Libre Franklin"/>
            </a:endParaRPr>
          </a:p>
          <a:p>
            <a:pPr indent="0" lvl="0" marL="0" marR="0" rtl="0" algn="l">
              <a:spcBef>
                <a:spcPts val="0"/>
              </a:spcBef>
              <a:spcAft>
                <a:spcPts val="0"/>
              </a:spcAft>
              <a:buNone/>
            </a:pPr>
            <a:r>
              <a:t/>
            </a:r>
            <a:endParaRPr sz="2000">
              <a:solidFill>
                <a:schemeClr val="dk1"/>
              </a:solidFill>
              <a:latin typeface="Libre Franklin"/>
              <a:ea typeface="Libre Franklin"/>
              <a:cs typeface="Libre Franklin"/>
              <a:sym typeface="Libre Franklin"/>
            </a:endParaRPr>
          </a:p>
        </p:txBody>
      </p:sp>
      <p:pic>
        <p:nvPicPr>
          <p:cNvPr descr="Navegador + Servidor + PHP + Documento" id="234" name="Google Shape;234;p35"/>
          <p:cNvPicPr preferRelativeResize="0"/>
          <p:nvPr/>
        </p:nvPicPr>
        <p:blipFill rotWithShape="1">
          <a:blip r:embed="rId3">
            <a:alphaModFix/>
          </a:blip>
          <a:srcRect b="0" l="0" r="0" t="0"/>
          <a:stretch/>
        </p:blipFill>
        <p:spPr>
          <a:xfrm>
            <a:off x="1445750" y="3167450"/>
            <a:ext cx="6281350" cy="3153600"/>
          </a:xfrm>
          <a:prstGeom prst="rect">
            <a:avLst/>
          </a:prstGeom>
          <a:noFill/>
          <a:ln>
            <a:noFill/>
          </a:ln>
          <a:effectLst>
            <a:outerShdw blurRad="292100" rotWithShape="0" algn="tl" dir="2700000" dist="139700">
              <a:srgbClr val="333333">
                <a:alpha val="64709"/>
              </a:srgbClr>
            </a:outerShdw>
          </a:effectLst>
        </p:spPr>
      </p:pic>
      <p:sp>
        <p:nvSpPr>
          <p:cNvPr id="235" name="Google Shape;235;p35"/>
          <p:cNvSpPr/>
          <p:nvPr/>
        </p:nvSpPr>
        <p:spPr>
          <a:xfrm>
            <a:off x="8031900" y="3167451"/>
            <a:ext cx="3426900" cy="3153600"/>
          </a:xfrm>
          <a:prstGeom prst="rect">
            <a:avLst/>
          </a:prstGeom>
          <a:solidFill>
            <a:schemeClr val="lt1"/>
          </a:solidFill>
          <a:ln cap="flat" cmpd="sng" w="34925">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s-ES" sz="1400">
                <a:solidFill>
                  <a:schemeClr val="dk1"/>
                </a:solidFill>
                <a:latin typeface="Libre Franklin"/>
                <a:ea typeface="Libre Franklin"/>
                <a:cs typeface="Libre Franklin"/>
                <a:sym typeface="Libre Franklin"/>
              </a:rPr>
              <a:t>(1) El navegador la solicita al servidor web correspondiente (este paso requiere la participación de máquinas intermedias que no se comentan aquí)</a:t>
            </a:r>
            <a:endParaRPr/>
          </a:p>
          <a:p>
            <a:pPr indent="0" lvl="0" marL="0" marR="0" rtl="0" algn="l">
              <a:spcBef>
                <a:spcPts val="0"/>
              </a:spcBef>
              <a:spcAft>
                <a:spcPts val="0"/>
              </a:spcAft>
              <a:buNone/>
            </a:pPr>
            <a:r>
              <a:rPr lang="es-ES" sz="1400">
                <a:solidFill>
                  <a:schemeClr val="dk1"/>
                </a:solidFill>
                <a:latin typeface="Libre Franklin"/>
                <a:ea typeface="Libre Franklin"/>
                <a:cs typeface="Libre Franklin"/>
                <a:sym typeface="Libre Franklin"/>
              </a:rPr>
              <a:t>(2) El servidor detecta que es un programa PHP y lo envía al intérprete del lenguaje</a:t>
            </a:r>
            <a:endParaRPr/>
          </a:p>
          <a:p>
            <a:pPr indent="0" lvl="0" marL="0" marR="0" rtl="0" algn="l">
              <a:spcBef>
                <a:spcPts val="0"/>
              </a:spcBef>
              <a:spcAft>
                <a:spcPts val="0"/>
              </a:spcAft>
              <a:buNone/>
            </a:pPr>
            <a:r>
              <a:rPr lang="es-ES" sz="1400">
                <a:solidFill>
                  <a:schemeClr val="dk1"/>
                </a:solidFill>
                <a:latin typeface="Libre Franklin"/>
                <a:ea typeface="Libre Franklin"/>
                <a:cs typeface="Libre Franklin"/>
                <a:sym typeface="Libre Franklin"/>
              </a:rPr>
              <a:t>(3) El intérprete del lenguaje completa la ejecución del programa.</a:t>
            </a:r>
            <a:endParaRPr/>
          </a:p>
          <a:p>
            <a:pPr indent="0" lvl="0" marL="0" marR="0" rtl="0" algn="l">
              <a:spcBef>
                <a:spcPts val="0"/>
              </a:spcBef>
              <a:spcAft>
                <a:spcPts val="0"/>
              </a:spcAft>
              <a:buNone/>
            </a:pPr>
            <a:r>
              <a:rPr lang="es-ES" sz="1400">
                <a:solidFill>
                  <a:schemeClr val="dk1"/>
                </a:solidFill>
                <a:latin typeface="Libre Franklin"/>
                <a:ea typeface="Libre Franklin"/>
                <a:cs typeface="Libre Franklin"/>
                <a:sym typeface="Libre Franklin"/>
              </a:rPr>
              <a:t>(4) El resultado final del programa (por ejemplo, el código fuente de una página web) se envía al servidor</a:t>
            </a:r>
            <a:endParaRPr/>
          </a:p>
          <a:p>
            <a:pPr indent="0" lvl="0" marL="0" marR="0" rtl="0" algn="l">
              <a:spcBef>
                <a:spcPts val="0"/>
              </a:spcBef>
              <a:spcAft>
                <a:spcPts val="0"/>
              </a:spcAft>
              <a:buNone/>
            </a:pPr>
            <a:r>
              <a:rPr lang="es-ES" sz="1400">
                <a:solidFill>
                  <a:schemeClr val="dk1"/>
                </a:solidFill>
                <a:latin typeface="Libre Franklin"/>
                <a:ea typeface="Libre Franklin"/>
                <a:cs typeface="Libre Franklin"/>
                <a:sym typeface="Libre Franklin"/>
              </a:rPr>
              <a:t>(5) El servidor envía el fichero al navegador</a:t>
            </a:r>
            <a:endParaRPr sz="1400">
              <a:solidFill>
                <a:schemeClr val="dk1"/>
              </a:solidFill>
              <a:latin typeface="Libre Franklin"/>
              <a:ea typeface="Libre Franklin"/>
              <a:cs typeface="Libre Franklin"/>
              <a:sym typeface="Libre Frankli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6"/>
          <p:cNvSpPr txBox="1"/>
          <p:nvPr/>
        </p:nvSpPr>
        <p:spPr>
          <a:xfrm>
            <a:off x="1371600" y="1746421"/>
            <a:ext cx="9601200" cy="4402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2000">
                <a:solidFill>
                  <a:schemeClr val="dk1"/>
                </a:solidFill>
                <a:latin typeface="Libre Franklin"/>
                <a:ea typeface="Libre Franklin"/>
                <a:cs typeface="Libre Franklin"/>
                <a:sym typeface="Libre Franklin"/>
              </a:rPr>
              <a:t>Uno de los aspectos característicos del servidor HTTP Apache es su </a:t>
            </a:r>
            <a:r>
              <a:rPr b="1" lang="es-ES" sz="2000">
                <a:solidFill>
                  <a:schemeClr val="dk1"/>
                </a:solidFill>
                <a:latin typeface="Libre Franklin"/>
                <a:ea typeface="Libre Franklin"/>
                <a:cs typeface="Libre Franklin"/>
                <a:sym typeface="Libre Franklin"/>
              </a:rPr>
              <a:t>modularidad</a:t>
            </a:r>
            <a:r>
              <a:rPr lang="es-ES" sz="2000">
                <a:solidFill>
                  <a:schemeClr val="dk1"/>
                </a:solidFill>
                <a:latin typeface="Libre Franklin"/>
                <a:ea typeface="Libre Franklin"/>
                <a:cs typeface="Libre Franklin"/>
                <a:sym typeface="Libre Franklin"/>
              </a:rPr>
              <a:t>. Apache tiene un sinfín de características adicionales que si estuvieran siempre incluidas, harían de él un programa demasiado grande y pesado. En lugar de esto, Apache compila de forma modular y se cargan en memoria sólo los módulos necesarios en cada caso.</a:t>
            </a:r>
            <a:endParaRPr/>
          </a:p>
          <a:p>
            <a:pPr indent="0" lvl="0" marL="0" marR="0" rtl="0" algn="l">
              <a:spcBef>
                <a:spcPts val="0"/>
              </a:spcBef>
              <a:spcAft>
                <a:spcPts val="0"/>
              </a:spcAft>
              <a:buNone/>
            </a:pPr>
            <a:r>
              <a:t/>
            </a:r>
            <a:endParaRPr sz="2000">
              <a:solidFill>
                <a:schemeClr val="dk1"/>
              </a:solidFill>
              <a:latin typeface="Libre Franklin"/>
              <a:ea typeface="Libre Franklin"/>
              <a:cs typeface="Libre Franklin"/>
              <a:sym typeface="Libre Franklin"/>
            </a:endParaRPr>
          </a:p>
          <a:p>
            <a:pPr indent="0" lvl="0" marL="0" marR="0" rtl="0" algn="l">
              <a:spcBef>
                <a:spcPts val="0"/>
              </a:spcBef>
              <a:spcAft>
                <a:spcPts val="0"/>
              </a:spcAft>
              <a:buNone/>
            </a:pPr>
            <a:r>
              <a:rPr lang="es-ES" sz="2000">
                <a:solidFill>
                  <a:schemeClr val="dk1"/>
                </a:solidFill>
                <a:latin typeface="Libre Franklin"/>
                <a:ea typeface="Libre Franklin"/>
                <a:cs typeface="Libre Franklin"/>
                <a:sym typeface="Libre Franklin"/>
              </a:rPr>
              <a:t>Apache nos aporta un directorio para los módulos disponibles /etc/apache2/mods-available/) y otro para los habilitados y cargados en memoria (/etc/apache2/mods-enabled/). </a:t>
            </a:r>
            <a:endParaRPr/>
          </a:p>
          <a:p>
            <a:pPr indent="0" lvl="0" marL="0" marR="0" rtl="0" algn="l">
              <a:spcBef>
                <a:spcPts val="0"/>
              </a:spcBef>
              <a:spcAft>
                <a:spcPts val="0"/>
              </a:spcAft>
              <a:buNone/>
            </a:pPr>
            <a:r>
              <a:t/>
            </a:r>
            <a:endParaRPr sz="2000">
              <a:solidFill>
                <a:schemeClr val="dk1"/>
              </a:solidFill>
              <a:latin typeface="Libre Franklin"/>
              <a:ea typeface="Libre Franklin"/>
              <a:cs typeface="Libre Franklin"/>
              <a:sym typeface="Libre Franklin"/>
            </a:endParaRPr>
          </a:p>
          <a:p>
            <a:pPr indent="-342900" lvl="0" marL="342900" marR="0" rtl="0" algn="l">
              <a:spcBef>
                <a:spcPts val="0"/>
              </a:spcBef>
              <a:spcAft>
                <a:spcPts val="0"/>
              </a:spcAft>
              <a:buClr>
                <a:schemeClr val="dk1"/>
              </a:buClr>
              <a:buSzPts val="2000"/>
              <a:buFont typeface="Noto Sans Symbols"/>
              <a:buChar char="▪"/>
            </a:pPr>
            <a:r>
              <a:rPr b="1" lang="es-ES" sz="2000">
                <a:solidFill>
                  <a:schemeClr val="dk1"/>
                </a:solidFill>
                <a:latin typeface="Libre Franklin"/>
                <a:ea typeface="Libre Franklin"/>
                <a:cs typeface="Libre Franklin"/>
                <a:sym typeface="Libre Franklin"/>
              </a:rPr>
              <a:t>apache2 –l</a:t>
            </a:r>
            <a:r>
              <a:rPr lang="es-ES" sz="2000">
                <a:solidFill>
                  <a:schemeClr val="dk1"/>
                </a:solidFill>
                <a:latin typeface="Libre Franklin"/>
                <a:ea typeface="Libre Franklin"/>
                <a:cs typeface="Libre Franklin"/>
                <a:sym typeface="Libre Franklin"/>
              </a:rPr>
              <a:t>. Se visualizan los  módulos incluidos en el ejecutable de apache.</a:t>
            </a:r>
            <a:endParaRPr/>
          </a:p>
          <a:p>
            <a:pPr indent="-342900" lvl="0" marL="342900" marR="0" rtl="0" algn="l">
              <a:spcBef>
                <a:spcPts val="0"/>
              </a:spcBef>
              <a:spcAft>
                <a:spcPts val="0"/>
              </a:spcAft>
              <a:buClr>
                <a:schemeClr val="dk1"/>
              </a:buClr>
              <a:buSzPts val="2000"/>
              <a:buFont typeface="Noto Sans Symbols"/>
              <a:buChar char="▪"/>
            </a:pPr>
            <a:r>
              <a:rPr b="1" lang="es-ES" sz="2000">
                <a:solidFill>
                  <a:schemeClr val="dk1"/>
                </a:solidFill>
                <a:latin typeface="Libre Franklin"/>
                <a:ea typeface="Libre Franklin"/>
                <a:cs typeface="Libre Franklin"/>
                <a:sym typeface="Libre Franklin"/>
              </a:rPr>
              <a:t>a2enmod y a2dismod</a:t>
            </a:r>
            <a:r>
              <a:rPr lang="es-ES" sz="2000">
                <a:solidFill>
                  <a:schemeClr val="dk1"/>
                </a:solidFill>
                <a:latin typeface="Libre Franklin"/>
                <a:ea typeface="Libre Franklin"/>
                <a:cs typeface="Libre Franklin"/>
                <a:sym typeface="Libre Franklin"/>
              </a:rPr>
              <a:t>. Cargamos o descargamos los módulos.</a:t>
            </a:r>
            <a:endParaRPr sz="2000">
              <a:solidFill>
                <a:schemeClr val="dk1"/>
              </a:solidFill>
              <a:latin typeface="Libre Franklin"/>
              <a:ea typeface="Libre Franklin"/>
              <a:cs typeface="Libre Franklin"/>
              <a:sym typeface="Libre Franklin"/>
            </a:endParaRPr>
          </a:p>
          <a:p>
            <a:pPr indent="-342900" lvl="0" marL="342900" marR="0" rtl="0" algn="l">
              <a:spcBef>
                <a:spcPts val="0"/>
              </a:spcBef>
              <a:spcAft>
                <a:spcPts val="0"/>
              </a:spcAft>
              <a:buClr>
                <a:schemeClr val="dk1"/>
              </a:buClr>
              <a:buSzPts val="2000"/>
              <a:buFont typeface="Noto Sans Symbols"/>
              <a:buChar char="▪"/>
            </a:pPr>
            <a:r>
              <a:rPr b="1" lang="es-ES" sz="2000">
                <a:solidFill>
                  <a:schemeClr val="dk1"/>
                </a:solidFill>
                <a:latin typeface="Libre Franklin"/>
                <a:ea typeface="Libre Franklin"/>
                <a:cs typeface="Libre Franklin"/>
                <a:sym typeface="Libre Franklin"/>
              </a:rPr>
              <a:t>apache2ctl –M</a:t>
            </a:r>
            <a:r>
              <a:rPr lang="es-ES" sz="2000">
                <a:solidFill>
                  <a:schemeClr val="dk1"/>
                </a:solidFill>
                <a:latin typeface="Libre Franklin"/>
                <a:ea typeface="Libre Franklin"/>
                <a:cs typeface="Libre Franklin"/>
                <a:sym typeface="Libre Franklin"/>
              </a:rPr>
              <a:t>. Visualiza los módulos activos.</a:t>
            </a:r>
            <a:endParaRPr/>
          </a:p>
          <a:p>
            <a:pPr indent="0" lvl="0" marL="0" marR="0" rtl="0" algn="l">
              <a:spcBef>
                <a:spcPts val="0"/>
              </a:spcBef>
              <a:spcAft>
                <a:spcPts val="0"/>
              </a:spcAft>
              <a:buNone/>
            </a:pPr>
            <a:r>
              <a:t/>
            </a:r>
            <a:endParaRPr sz="2000">
              <a:solidFill>
                <a:schemeClr val="dk1"/>
              </a:solidFill>
              <a:latin typeface="Libre Franklin"/>
              <a:ea typeface="Libre Franklin"/>
              <a:cs typeface="Libre Franklin"/>
              <a:sym typeface="Libre Franklin"/>
            </a:endParaRPr>
          </a:p>
        </p:txBody>
      </p:sp>
      <p:sp>
        <p:nvSpPr>
          <p:cNvPr id="241" name="Google Shape;241;p36"/>
          <p:cNvSpPr txBox="1"/>
          <p:nvPr/>
        </p:nvSpPr>
        <p:spPr>
          <a:xfrm>
            <a:off x="1371600" y="685800"/>
            <a:ext cx="9943500" cy="772200"/>
          </a:xfrm>
          <a:prstGeom prst="rect">
            <a:avLst/>
          </a:prstGeom>
          <a:solidFill>
            <a:schemeClr val="accent4"/>
          </a:solidFill>
          <a:ln cap="flat" cmpd="sng" w="34925">
            <a:solidFill>
              <a:srgbClr val="667C6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89000"/>
              </a:lnSpc>
              <a:spcBef>
                <a:spcPts val="0"/>
              </a:spcBef>
              <a:spcAft>
                <a:spcPts val="0"/>
              </a:spcAft>
              <a:buClr>
                <a:schemeClr val="lt1"/>
              </a:buClr>
              <a:buSzPts val="3400"/>
              <a:buFont typeface="Libre Franklin"/>
              <a:buNone/>
            </a:pPr>
            <a:r>
              <a:rPr lang="es-ES" sz="3700">
                <a:solidFill>
                  <a:schemeClr val="lt1"/>
                </a:solidFill>
                <a:latin typeface="Libre Franklin"/>
                <a:ea typeface="Libre Franklin"/>
                <a:cs typeface="Libre Franklin"/>
                <a:sym typeface="Libre Franklin"/>
              </a:rPr>
              <a:t>7</a:t>
            </a:r>
            <a:r>
              <a:rPr lang="es-ES" sz="3700">
                <a:solidFill>
                  <a:schemeClr val="lt1"/>
                </a:solidFill>
                <a:latin typeface="Libre Franklin"/>
                <a:ea typeface="Libre Franklin"/>
                <a:cs typeface="Libre Franklin"/>
                <a:sym typeface="Libre Franklin"/>
              </a:rPr>
              <a:t>.</a:t>
            </a:r>
            <a:r>
              <a:rPr lang="es-ES" sz="3700">
                <a:solidFill>
                  <a:schemeClr val="lt1"/>
                </a:solidFill>
                <a:latin typeface="Libre Franklin"/>
                <a:ea typeface="Libre Franklin"/>
                <a:cs typeface="Libre Franklin"/>
                <a:sym typeface="Libre Franklin"/>
              </a:rPr>
              <a:t> Instalación módulos PHP en servidor web</a:t>
            </a:r>
            <a:endParaRPr sz="149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7"/>
          <p:cNvSpPr txBox="1"/>
          <p:nvPr/>
        </p:nvSpPr>
        <p:spPr>
          <a:xfrm>
            <a:off x="1371600" y="1482811"/>
            <a:ext cx="9601200" cy="501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000">
                <a:solidFill>
                  <a:schemeClr val="dk1"/>
                </a:solidFill>
                <a:latin typeface="Libre Franklin"/>
                <a:ea typeface="Libre Franklin"/>
                <a:cs typeface="Libre Franklin"/>
                <a:sym typeface="Libre Franklin"/>
              </a:rPr>
              <a:t>Instalación de módulos PHP</a:t>
            </a:r>
            <a:endParaRPr/>
          </a:p>
          <a:p>
            <a:pPr indent="0" lvl="0" marL="0" marR="0" rtl="0" algn="l">
              <a:spcBef>
                <a:spcPts val="0"/>
              </a:spcBef>
              <a:spcAft>
                <a:spcPts val="0"/>
              </a:spcAft>
              <a:buNone/>
            </a:pPr>
            <a:r>
              <a:t/>
            </a:r>
            <a:endParaRPr sz="2000">
              <a:solidFill>
                <a:schemeClr val="dk1"/>
              </a:solidFill>
              <a:latin typeface="Libre Franklin"/>
              <a:ea typeface="Libre Franklin"/>
              <a:cs typeface="Libre Franklin"/>
              <a:sym typeface="Libre Franklin"/>
            </a:endParaRPr>
          </a:p>
          <a:p>
            <a:pPr indent="0" lvl="0" marL="0" marR="0" rtl="0" algn="l">
              <a:spcBef>
                <a:spcPts val="0"/>
              </a:spcBef>
              <a:spcAft>
                <a:spcPts val="0"/>
              </a:spcAft>
              <a:buNone/>
            </a:pPr>
            <a:r>
              <a:t/>
            </a:r>
            <a:endParaRPr sz="2000">
              <a:solidFill>
                <a:schemeClr val="dk1"/>
              </a:solidFill>
              <a:latin typeface="Libre Franklin"/>
              <a:ea typeface="Libre Franklin"/>
              <a:cs typeface="Libre Franklin"/>
              <a:sym typeface="Libre Franklin"/>
            </a:endParaRPr>
          </a:p>
          <a:p>
            <a:pPr indent="0" lvl="0" marL="0" marR="0" rtl="0" algn="l">
              <a:spcBef>
                <a:spcPts val="0"/>
              </a:spcBef>
              <a:spcAft>
                <a:spcPts val="0"/>
              </a:spcAft>
              <a:buNone/>
            </a:pPr>
            <a:r>
              <a:t/>
            </a:r>
            <a:endParaRPr sz="2000">
              <a:solidFill>
                <a:schemeClr val="dk1"/>
              </a:solidFill>
              <a:latin typeface="Libre Franklin"/>
              <a:ea typeface="Libre Franklin"/>
              <a:cs typeface="Libre Franklin"/>
              <a:sym typeface="Libre Franklin"/>
            </a:endParaRPr>
          </a:p>
          <a:p>
            <a:pPr indent="0" lvl="1" marL="457200" marR="0" rtl="0" algn="l">
              <a:spcBef>
                <a:spcPts val="0"/>
              </a:spcBef>
              <a:spcAft>
                <a:spcPts val="0"/>
              </a:spcAft>
              <a:buNone/>
            </a:pPr>
            <a:r>
              <a:rPr b="0" i="0" lang="es-ES" sz="2000" u="sng" cap="none" strike="noStrike">
                <a:solidFill>
                  <a:schemeClr val="dk1"/>
                </a:solidFill>
                <a:latin typeface="Libre Franklin"/>
                <a:ea typeface="Libre Franklin"/>
                <a:cs typeface="Libre Franklin"/>
                <a:sym typeface="Libre Franklin"/>
              </a:rPr>
              <a:t>libapache2-mod-php</a:t>
            </a:r>
            <a:r>
              <a:rPr b="0" i="0" lang="es-ES" sz="2000" u="none" cap="none" strike="noStrike">
                <a:solidFill>
                  <a:schemeClr val="dk1"/>
                </a:solidFill>
                <a:latin typeface="Libre Franklin"/>
                <a:ea typeface="Libre Franklin"/>
                <a:cs typeface="Libre Franklin"/>
                <a:sym typeface="Libre Franklin"/>
              </a:rPr>
              <a:t>: Permite servir páginas PHP desde el servidor web apache.</a:t>
            </a:r>
            <a:endParaRPr/>
          </a:p>
          <a:p>
            <a:pPr indent="0" lvl="1" marL="457200" marR="0" rtl="0" algn="l">
              <a:spcBef>
                <a:spcPts val="0"/>
              </a:spcBef>
              <a:spcAft>
                <a:spcPts val="0"/>
              </a:spcAft>
              <a:buNone/>
            </a:pPr>
            <a:r>
              <a:rPr b="0" i="0" lang="es-ES" sz="2000" u="sng" cap="none" strike="noStrike">
                <a:solidFill>
                  <a:schemeClr val="dk1"/>
                </a:solidFill>
                <a:latin typeface="Libre Franklin"/>
                <a:ea typeface="Libre Franklin"/>
                <a:cs typeface="Libre Franklin"/>
                <a:sym typeface="Libre Franklin"/>
              </a:rPr>
              <a:t>php-mysql</a:t>
            </a:r>
            <a:r>
              <a:rPr b="0" i="0" lang="es-ES" sz="2000" u="none" cap="none" strike="noStrike">
                <a:solidFill>
                  <a:schemeClr val="dk1"/>
                </a:solidFill>
                <a:latin typeface="Libre Franklin"/>
                <a:ea typeface="Libre Franklin"/>
                <a:cs typeface="Libre Franklin"/>
                <a:sym typeface="Libre Franklin"/>
              </a:rPr>
              <a:t>: Permite conectar a una base de datos MySQL desde código PHP.</a:t>
            </a:r>
            <a:endParaRPr/>
          </a:p>
          <a:p>
            <a:pPr indent="0" lvl="0" marL="0" marR="0" rtl="0" algn="l">
              <a:spcBef>
                <a:spcPts val="0"/>
              </a:spcBef>
              <a:spcAft>
                <a:spcPts val="0"/>
              </a:spcAft>
              <a:buNone/>
            </a:pPr>
            <a:r>
              <a:t/>
            </a:r>
            <a:endParaRPr sz="2000">
              <a:solidFill>
                <a:schemeClr val="dk1"/>
              </a:solidFill>
              <a:latin typeface="Libre Franklin"/>
              <a:ea typeface="Libre Franklin"/>
              <a:cs typeface="Libre Franklin"/>
              <a:sym typeface="Libre Franklin"/>
            </a:endParaRPr>
          </a:p>
          <a:p>
            <a:pPr indent="0" lvl="0" marL="0" marR="0" rtl="0" algn="l">
              <a:spcBef>
                <a:spcPts val="0"/>
              </a:spcBef>
              <a:spcAft>
                <a:spcPts val="0"/>
              </a:spcAft>
              <a:buNone/>
            </a:pPr>
            <a:r>
              <a:rPr b="1" lang="es-ES" sz="2000">
                <a:solidFill>
                  <a:schemeClr val="dk1"/>
                </a:solidFill>
                <a:latin typeface="Libre Franklin"/>
                <a:ea typeface="Libre Franklin"/>
                <a:cs typeface="Libre Franklin"/>
                <a:sym typeface="Libre Franklin"/>
              </a:rPr>
              <a:t>Comprobar que la instalación se ha realizado correctamente</a:t>
            </a:r>
            <a:endParaRPr/>
          </a:p>
          <a:p>
            <a:pPr indent="0" lvl="0" marL="0" marR="0" rtl="0" algn="l">
              <a:spcBef>
                <a:spcPts val="0"/>
              </a:spcBef>
              <a:spcAft>
                <a:spcPts val="0"/>
              </a:spcAft>
              <a:buNone/>
            </a:pPr>
            <a:r>
              <a:rPr lang="es-ES" sz="2000">
                <a:solidFill>
                  <a:schemeClr val="dk1"/>
                </a:solidFill>
                <a:latin typeface="Libre Franklin"/>
                <a:ea typeface="Libre Franklin"/>
                <a:cs typeface="Libre Franklin"/>
                <a:sym typeface="Libre Franklin"/>
              </a:rPr>
              <a:t>Crea un archivo llamado info.php en el directorio /var/www/html con el siguiente contenido:</a:t>
            </a:r>
            <a:endParaRPr sz="2000">
              <a:solidFill>
                <a:schemeClr val="dk1"/>
              </a:solidFill>
              <a:latin typeface="Libre Franklin"/>
              <a:ea typeface="Libre Franklin"/>
              <a:cs typeface="Libre Franklin"/>
              <a:sym typeface="Libre Franklin"/>
            </a:endParaRPr>
          </a:p>
          <a:p>
            <a:pPr indent="0" lvl="0" marL="0" marR="0" rtl="0" algn="l">
              <a:spcBef>
                <a:spcPts val="0"/>
              </a:spcBef>
              <a:spcAft>
                <a:spcPts val="0"/>
              </a:spcAft>
              <a:buNone/>
            </a:pPr>
            <a:r>
              <a:t/>
            </a:r>
            <a:endParaRPr sz="2000">
              <a:solidFill>
                <a:schemeClr val="dk1"/>
              </a:solidFill>
              <a:latin typeface="Libre Franklin"/>
              <a:ea typeface="Libre Franklin"/>
              <a:cs typeface="Libre Franklin"/>
              <a:sym typeface="Libre Franklin"/>
            </a:endParaRPr>
          </a:p>
          <a:p>
            <a:pPr indent="0" lvl="0" marL="0" marR="0" rtl="0" algn="l">
              <a:spcBef>
                <a:spcPts val="0"/>
              </a:spcBef>
              <a:spcAft>
                <a:spcPts val="0"/>
              </a:spcAft>
              <a:buNone/>
            </a:pPr>
            <a:r>
              <a:t/>
            </a:r>
            <a:endParaRPr sz="2000">
              <a:solidFill>
                <a:schemeClr val="dk1"/>
              </a:solidFill>
              <a:latin typeface="Libre Franklin"/>
              <a:ea typeface="Libre Franklin"/>
              <a:cs typeface="Libre Franklin"/>
              <a:sym typeface="Libre Franklin"/>
            </a:endParaRPr>
          </a:p>
          <a:p>
            <a:pPr indent="0" lvl="0" marL="0" marR="0" rtl="0" algn="l">
              <a:spcBef>
                <a:spcPts val="0"/>
              </a:spcBef>
              <a:spcAft>
                <a:spcPts val="0"/>
              </a:spcAft>
              <a:buNone/>
            </a:pPr>
            <a:r>
              <a:t/>
            </a:r>
            <a:endParaRPr sz="2000">
              <a:solidFill>
                <a:schemeClr val="dk1"/>
              </a:solidFill>
              <a:latin typeface="Libre Franklin"/>
              <a:ea typeface="Libre Franklin"/>
              <a:cs typeface="Libre Franklin"/>
              <a:sym typeface="Libre Franklin"/>
            </a:endParaRPr>
          </a:p>
          <a:p>
            <a:pPr indent="0" lvl="0" marL="0" marR="0" rtl="0" algn="l">
              <a:spcBef>
                <a:spcPts val="0"/>
              </a:spcBef>
              <a:spcAft>
                <a:spcPts val="0"/>
              </a:spcAft>
              <a:buNone/>
            </a:pPr>
            <a:r>
              <a:t/>
            </a:r>
            <a:endParaRPr sz="2000">
              <a:solidFill>
                <a:schemeClr val="dk1"/>
              </a:solidFill>
              <a:latin typeface="Libre Franklin"/>
              <a:ea typeface="Libre Franklin"/>
              <a:cs typeface="Libre Franklin"/>
              <a:sym typeface="Libre Franklin"/>
            </a:endParaRPr>
          </a:p>
          <a:p>
            <a:pPr indent="0" lvl="0" marL="0" marR="0" rtl="0" algn="l">
              <a:spcBef>
                <a:spcPts val="0"/>
              </a:spcBef>
              <a:spcAft>
                <a:spcPts val="0"/>
              </a:spcAft>
              <a:buNone/>
            </a:pPr>
            <a:r>
              <a:rPr lang="es-ES" sz="2000">
                <a:solidFill>
                  <a:schemeClr val="dk1"/>
                </a:solidFill>
                <a:latin typeface="Libre Franklin"/>
                <a:ea typeface="Libre Franklin"/>
                <a:cs typeface="Libre Franklin"/>
                <a:sym typeface="Libre Franklin"/>
              </a:rPr>
              <a:t>Ahora accede desde un navegador a la URL: http://tu_IP/info.php</a:t>
            </a:r>
            <a:endParaRPr/>
          </a:p>
        </p:txBody>
      </p:sp>
      <p:sp>
        <p:nvSpPr>
          <p:cNvPr id="247" name="Google Shape;247;p37"/>
          <p:cNvSpPr/>
          <p:nvPr/>
        </p:nvSpPr>
        <p:spPr>
          <a:xfrm>
            <a:off x="1458097" y="1844318"/>
            <a:ext cx="5741766" cy="864864"/>
          </a:xfrm>
          <a:prstGeom prst="flowChartDocument">
            <a:avLst/>
          </a:prstGeom>
          <a:solidFill>
            <a:schemeClr val="dk1"/>
          </a:solidFill>
          <a:ln cap="flat" cmpd="sng" w="349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s-ES" sz="1800">
                <a:solidFill>
                  <a:schemeClr val="lt1"/>
                </a:solidFill>
                <a:latin typeface="Libre Franklin"/>
                <a:ea typeface="Libre Franklin"/>
                <a:cs typeface="Libre Franklin"/>
                <a:sym typeface="Libre Franklin"/>
              </a:rPr>
              <a:t>sudo apt install php libapache2-mod-php php-mysql -y</a:t>
            </a:r>
            <a:endParaRPr sz="1800">
              <a:solidFill>
                <a:schemeClr val="lt1"/>
              </a:solidFill>
              <a:latin typeface="Libre Franklin"/>
              <a:ea typeface="Libre Franklin"/>
              <a:cs typeface="Libre Franklin"/>
              <a:sym typeface="Libre Franklin"/>
            </a:endParaRPr>
          </a:p>
        </p:txBody>
      </p:sp>
      <p:sp>
        <p:nvSpPr>
          <p:cNvPr id="248" name="Google Shape;248;p37"/>
          <p:cNvSpPr/>
          <p:nvPr/>
        </p:nvSpPr>
        <p:spPr>
          <a:xfrm>
            <a:off x="1458098" y="4616350"/>
            <a:ext cx="1400436" cy="1018332"/>
          </a:xfrm>
          <a:prstGeom prst="flowChartDocument">
            <a:avLst/>
          </a:prstGeom>
          <a:solidFill>
            <a:schemeClr val="dk1"/>
          </a:solidFill>
          <a:ln cap="flat" cmpd="sng" w="349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s-ES" sz="1800">
                <a:solidFill>
                  <a:schemeClr val="lt1"/>
                </a:solidFill>
                <a:latin typeface="Libre Franklin"/>
                <a:ea typeface="Libre Franklin"/>
                <a:cs typeface="Libre Franklin"/>
                <a:sym typeface="Libre Franklin"/>
              </a:rPr>
              <a:t>&lt;?php</a:t>
            </a:r>
            <a:endParaRPr sz="1800">
              <a:solidFill>
                <a:schemeClr val="lt1"/>
              </a:solidFill>
              <a:latin typeface="Libre Franklin"/>
              <a:ea typeface="Libre Franklin"/>
              <a:cs typeface="Libre Franklin"/>
              <a:sym typeface="Libre Franklin"/>
            </a:endParaRPr>
          </a:p>
          <a:p>
            <a:pPr indent="0" lvl="0" marL="0" marR="0" rtl="0" algn="l">
              <a:spcBef>
                <a:spcPts val="0"/>
              </a:spcBef>
              <a:spcAft>
                <a:spcPts val="0"/>
              </a:spcAft>
              <a:buNone/>
            </a:pPr>
            <a:r>
              <a:rPr lang="es-ES" sz="1800">
                <a:solidFill>
                  <a:schemeClr val="lt1"/>
                </a:solidFill>
                <a:latin typeface="Libre Franklin"/>
                <a:ea typeface="Libre Franklin"/>
                <a:cs typeface="Libre Franklin"/>
                <a:sym typeface="Libre Franklin"/>
              </a:rPr>
              <a:t>phpinfo();</a:t>
            </a:r>
            <a:endParaRPr sz="1800">
              <a:solidFill>
                <a:schemeClr val="lt1"/>
              </a:solidFill>
              <a:latin typeface="Libre Franklin"/>
              <a:ea typeface="Libre Franklin"/>
              <a:cs typeface="Libre Franklin"/>
              <a:sym typeface="Libre Franklin"/>
            </a:endParaRPr>
          </a:p>
          <a:p>
            <a:pPr indent="0" lvl="0" marL="0" marR="0" rtl="0" algn="l">
              <a:spcBef>
                <a:spcPts val="0"/>
              </a:spcBef>
              <a:spcAft>
                <a:spcPts val="0"/>
              </a:spcAft>
              <a:buNone/>
            </a:pPr>
            <a:r>
              <a:rPr lang="es-ES" sz="1800">
                <a:solidFill>
                  <a:schemeClr val="lt1"/>
                </a:solidFill>
                <a:latin typeface="Libre Franklin"/>
                <a:ea typeface="Libre Franklin"/>
                <a:cs typeface="Libre Franklin"/>
                <a:sym typeface="Libre Franklin"/>
              </a:rPr>
              <a:t>?&gt;</a:t>
            </a:r>
            <a:endParaRPr/>
          </a:p>
        </p:txBody>
      </p:sp>
      <p:sp>
        <p:nvSpPr>
          <p:cNvPr id="249" name="Google Shape;249;p37"/>
          <p:cNvSpPr/>
          <p:nvPr/>
        </p:nvSpPr>
        <p:spPr>
          <a:xfrm>
            <a:off x="3365157" y="4616350"/>
            <a:ext cx="3690576" cy="864864"/>
          </a:xfrm>
          <a:prstGeom prst="flowChartDocument">
            <a:avLst/>
          </a:prstGeom>
          <a:solidFill>
            <a:schemeClr val="dk1"/>
          </a:solidFill>
          <a:ln cap="flat" cmpd="sng" w="349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s-ES" sz="1800">
                <a:solidFill>
                  <a:schemeClr val="lt1"/>
                </a:solidFill>
                <a:latin typeface="Libre Franklin"/>
                <a:ea typeface="Libre Franklin"/>
                <a:cs typeface="Libre Franklin"/>
                <a:sym typeface="Libre Franklin"/>
              </a:rPr>
              <a:t>sudo nano /var/www/html/info.php</a:t>
            </a:r>
            <a:endParaRPr sz="1800">
              <a:solidFill>
                <a:schemeClr val="lt1"/>
              </a:solidFill>
              <a:latin typeface="Libre Franklin"/>
              <a:ea typeface="Libre Franklin"/>
              <a:cs typeface="Libre Franklin"/>
              <a:sym typeface="Libre Franklin"/>
            </a:endParaRPr>
          </a:p>
        </p:txBody>
      </p:sp>
      <p:sp>
        <p:nvSpPr>
          <p:cNvPr id="250" name="Google Shape;250;p37"/>
          <p:cNvSpPr txBox="1"/>
          <p:nvPr/>
        </p:nvSpPr>
        <p:spPr>
          <a:xfrm>
            <a:off x="1371600" y="685800"/>
            <a:ext cx="9913200" cy="772200"/>
          </a:xfrm>
          <a:prstGeom prst="rect">
            <a:avLst/>
          </a:prstGeom>
          <a:solidFill>
            <a:schemeClr val="accent4"/>
          </a:solidFill>
          <a:ln cap="flat" cmpd="sng" w="34925">
            <a:solidFill>
              <a:srgbClr val="667C67"/>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89000"/>
              </a:lnSpc>
              <a:spcBef>
                <a:spcPts val="0"/>
              </a:spcBef>
              <a:spcAft>
                <a:spcPts val="0"/>
              </a:spcAft>
              <a:buClr>
                <a:schemeClr val="lt1"/>
              </a:buClr>
              <a:buSzPts val="3400"/>
              <a:buFont typeface="Libre Franklin"/>
              <a:buNone/>
            </a:pPr>
            <a:r>
              <a:rPr lang="es-ES" sz="3700">
                <a:solidFill>
                  <a:schemeClr val="lt1"/>
                </a:solidFill>
                <a:latin typeface="Libre Franklin"/>
                <a:ea typeface="Libre Franklin"/>
                <a:cs typeface="Libre Franklin"/>
                <a:sym typeface="Libre Franklin"/>
              </a:rPr>
              <a:t>7. Instalación módulos PHP en servidor web</a:t>
            </a:r>
            <a:endParaRPr sz="3600">
              <a:solidFill>
                <a:schemeClr val="lt1"/>
              </a:solidFill>
              <a:latin typeface="Libre Franklin"/>
              <a:ea typeface="Libre Franklin"/>
              <a:cs typeface="Libre Franklin"/>
              <a:sym typeface="Libre Frankli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8"/>
          <p:cNvSpPr txBox="1"/>
          <p:nvPr/>
        </p:nvSpPr>
        <p:spPr>
          <a:xfrm>
            <a:off x="1371600" y="1482800"/>
            <a:ext cx="9913200" cy="4402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000">
                <a:solidFill>
                  <a:schemeClr val="dk1"/>
                </a:solidFill>
                <a:latin typeface="Libre Franklin"/>
                <a:ea typeface="Libre Franklin"/>
                <a:cs typeface="Libre Franklin"/>
                <a:sym typeface="Libre Franklin"/>
              </a:rPr>
              <a:t>La configuración de php está dividida en distintos directorios:</a:t>
            </a:r>
            <a:endParaRPr/>
          </a:p>
          <a:p>
            <a:pPr indent="0" lvl="0" marL="0" marR="0" rtl="0" algn="l">
              <a:spcBef>
                <a:spcPts val="0"/>
              </a:spcBef>
              <a:spcAft>
                <a:spcPts val="0"/>
              </a:spcAft>
              <a:buNone/>
            </a:pPr>
            <a:r>
              <a:t/>
            </a:r>
            <a:endParaRPr sz="2000">
              <a:solidFill>
                <a:schemeClr val="dk1"/>
              </a:solidFill>
              <a:latin typeface="Libre Franklin"/>
              <a:ea typeface="Libre Franklin"/>
              <a:cs typeface="Libre Franklin"/>
              <a:sym typeface="Libre Franklin"/>
            </a:endParaRPr>
          </a:p>
          <a:p>
            <a:pPr indent="-342900" lvl="0" marL="342900" marR="0" rtl="0" algn="l">
              <a:spcBef>
                <a:spcPts val="0"/>
              </a:spcBef>
              <a:spcAft>
                <a:spcPts val="0"/>
              </a:spcAft>
              <a:buClr>
                <a:schemeClr val="dk1"/>
              </a:buClr>
              <a:buSzPts val="2000"/>
              <a:buFont typeface="Noto Sans Symbols"/>
              <a:buChar char="▪"/>
            </a:pPr>
            <a:r>
              <a:rPr lang="es-ES" sz="2000">
                <a:solidFill>
                  <a:schemeClr val="dk1"/>
                </a:solidFill>
                <a:latin typeface="Libre Franklin"/>
                <a:ea typeface="Libre Franklin"/>
                <a:cs typeface="Libre Franklin"/>
                <a:sym typeface="Libre Franklin"/>
              </a:rPr>
              <a:t>/etc/php/8.1/cli: Configuración de php para php7.2-cli, cuando se utiliza php desde la línea de comandos.</a:t>
            </a:r>
            <a:endParaRPr/>
          </a:p>
          <a:p>
            <a:pPr indent="-342900" lvl="0" marL="342900" marR="0" rtl="0" algn="l">
              <a:spcBef>
                <a:spcPts val="0"/>
              </a:spcBef>
              <a:spcAft>
                <a:spcPts val="0"/>
              </a:spcAft>
              <a:buClr>
                <a:schemeClr val="dk1"/>
              </a:buClr>
              <a:buSzPts val="2000"/>
              <a:buFont typeface="Noto Sans Symbols"/>
              <a:buChar char="▪"/>
            </a:pPr>
            <a:r>
              <a:rPr lang="es-ES" sz="2000">
                <a:solidFill>
                  <a:schemeClr val="dk1"/>
                </a:solidFill>
                <a:latin typeface="Libre Franklin"/>
                <a:ea typeface="Libre Franklin"/>
                <a:cs typeface="Libre Franklin"/>
                <a:sym typeface="Libre Franklin"/>
              </a:rPr>
              <a:t>/etc/php/8.1/apache2: Configuración de php para apache2 cuando utiliza el módulo.</a:t>
            </a:r>
            <a:endParaRPr/>
          </a:p>
          <a:p>
            <a:pPr indent="-342900" lvl="0" marL="342900" marR="0" rtl="0" algn="l">
              <a:spcBef>
                <a:spcPts val="0"/>
              </a:spcBef>
              <a:spcAft>
                <a:spcPts val="0"/>
              </a:spcAft>
              <a:buClr>
                <a:schemeClr val="dk1"/>
              </a:buClr>
              <a:buSzPts val="2000"/>
              <a:buFont typeface="Noto Sans Symbols"/>
              <a:buChar char="▪"/>
            </a:pPr>
            <a:r>
              <a:rPr lang="es-ES" sz="2000">
                <a:solidFill>
                  <a:schemeClr val="dk1"/>
                </a:solidFill>
                <a:latin typeface="Libre Franklin"/>
                <a:ea typeface="Libre Franklin"/>
                <a:cs typeface="Libre Franklin"/>
                <a:sym typeface="Libre Franklin"/>
              </a:rPr>
              <a:t>/etc/php/8.1/mods-available: Módulos disponibles de php que pueden estar configurados en cualquiera de los escenarios anteriores.</a:t>
            </a:r>
            <a:endParaRPr/>
          </a:p>
          <a:p>
            <a:pPr indent="0" lvl="0" marL="0" marR="0" rtl="0" algn="l">
              <a:spcBef>
                <a:spcPts val="0"/>
              </a:spcBef>
              <a:spcAft>
                <a:spcPts val="0"/>
              </a:spcAft>
              <a:buNone/>
            </a:pPr>
            <a:r>
              <a:t/>
            </a:r>
            <a:endParaRPr sz="2000">
              <a:solidFill>
                <a:schemeClr val="dk1"/>
              </a:solidFill>
              <a:latin typeface="Libre Franklin"/>
              <a:ea typeface="Libre Franklin"/>
              <a:cs typeface="Libre Franklin"/>
              <a:sym typeface="Libre Franklin"/>
            </a:endParaRPr>
          </a:p>
          <a:p>
            <a:pPr indent="0" lvl="0" marL="0" marR="0" rtl="0" algn="l">
              <a:spcBef>
                <a:spcPts val="0"/>
              </a:spcBef>
              <a:spcAft>
                <a:spcPts val="0"/>
              </a:spcAft>
              <a:buNone/>
            </a:pPr>
            <a:r>
              <a:rPr lang="es-ES" sz="2000">
                <a:solidFill>
                  <a:schemeClr val="dk1"/>
                </a:solidFill>
                <a:latin typeface="Libre Franklin"/>
                <a:ea typeface="Libre Franklin"/>
                <a:cs typeface="Libre Franklin"/>
                <a:sym typeface="Libre Franklin"/>
              </a:rPr>
              <a:t>Si nos fijamos en la configuración de php para apache2:</a:t>
            </a:r>
            <a:endParaRPr/>
          </a:p>
          <a:p>
            <a:pPr indent="-342900" lvl="0" marL="342900" marR="0" rtl="0" algn="l">
              <a:spcBef>
                <a:spcPts val="0"/>
              </a:spcBef>
              <a:spcAft>
                <a:spcPts val="0"/>
              </a:spcAft>
              <a:buClr>
                <a:schemeClr val="dk1"/>
              </a:buClr>
              <a:buSzPts val="2000"/>
              <a:buFont typeface="Arial"/>
              <a:buChar char="•"/>
            </a:pPr>
            <a:r>
              <a:rPr lang="es-ES" sz="2000">
                <a:solidFill>
                  <a:schemeClr val="dk1"/>
                </a:solidFill>
                <a:latin typeface="Libre Franklin"/>
                <a:ea typeface="Libre Franklin"/>
                <a:cs typeface="Libre Franklin"/>
                <a:sym typeface="Libre Franklin"/>
              </a:rPr>
              <a:t>/etc/php/8.1/apache2/conf.d: Módulos instalados en esta configuración de php (enlaces simbólicos a /etc/php/8.1/mods-available).</a:t>
            </a:r>
            <a:endParaRPr/>
          </a:p>
          <a:p>
            <a:pPr indent="-342900" lvl="0" marL="342900" marR="0" rtl="0" algn="l">
              <a:spcBef>
                <a:spcPts val="0"/>
              </a:spcBef>
              <a:spcAft>
                <a:spcPts val="0"/>
              </a:spcAft>
              <a:buClr>
                <a:schemeClr val="dk1"/>
              </a:buClr>
              <a:buSzPts val="2000"/>
              <a:buFont typeface="Arial"/>
              <a:buChar char="•"/>
            </a:pPr>
            <a:r>
              <a:rPr lang="es-ES" sz="2000">
                <a:solidFill>
                  <a:schemeClr val="dk1"/>
                </a:solidFill>
                <a:latin typeface="Libre Franklin"/>
                <a:ea typeface="Libre Franklin"/>
                <a:cs typeface="Libre Franklin"/>
                <a:sym typeface="Libre Franklin"/>
              </a:rPr>
              <a:t>/etc/php/8.1/apache2/php.ini: Configuración de php para este escenario.</a:t>
            </a:r>
            <a:endParaRPr/>
          </a:p>
          <a:p>
            <a:pPr indent="0" lvl="0" marL="0" marR="0" rtl="0" algn="l">
              <a:spcBef>
                <a:spcPts val="0"/>
              </a:spcBef>
              <a:spcAft>
                <a:spcPts val="0"/>
              </a:spcAft>
              <a:buNone/>
            </a:pPr>
            <a:r>
              <a:t/>
            </a:r>
            <a:endParaRPr sz="2000">
              <a:solidFill>
                <a:schemeClr val="dk1"/>
              </a:solidFill>
              <a:latin typeface="Libre Franklin"/>
              <a:ea typeface="Libre Franklin"/>
              <a:cs typeface="Libre Franklin"/>
              <a:sym typeface="Libre Franklin"/>
            </a:endParaRPr>
          </a:p>
        </p:txBody>
      </p:sp>
      <p:sp>
        <p:nvSpPr>
          <p:cNvPr id="256" name="Google Shape;256;p38"/>
          <p:cNvSpPr txBox="1"/>
          <p:nvPr/>
        </p:nvSpPr>
        <p:spPr>
          <a:xfrm>
            <a:off x="1371600" y="685800"/>
            <a:ext cx="9913200" cy="772200"/>
          </a:xfrm>
          <a:prstGeom prst="rect">
            <a:avLst/>
          </a:prstGeom>
          <a:solidFill>
            <a:schemeClr val="accent4"/>
          </a:solidFill>
          <a:ln cap="flat" cmpd="sng" w="34925">
            <a:solidFill>
              <a:srgbClr val="667C67"/>
            </a:solidFill>
            <a:prstDash val="solid"/>
            <a:round/>
            <a:headEnd len="sm" w="sm" type="none"/>
            <a:tailEnd len="sm" w="sm" type="none"/>
          </a:ln>
        </p:spPr>
        <p:txBody>
          <a:bodyPr anchorCtr="0" anchor="ctr" bIns="45700" lIns="91425" spcFirstLastPara="1" rIns="91425" wrap="square" tIns="45700">
            <a:noAutofit/>
          </a:bodyPr>
          <a:lstStyle/>
          <a:p>
            <a:pPr indent="0" lvl="0" marL="0" rtl="0" algn="l">
              <a:lnSpc>
                <a:spcPct val="89000"/>
              </a:lnSpc>
              <a:spcBef>
                <a:spcPts val="0"/>
              </a:spcBef>
              <a:spcAft>
                <a:spcPts val="0"/>
              </a:spcAft>
              <a:buClr>
                <a:schemeClr val="lt1"/>
              </a:buClr>
              <a:buSzPts val="3400"/>
              <a:buFont typeface="Libre Franklin"/>
              <a:buNone/>
            </a:pPr>
            <a:r>
              <a:rPr lang="es-ES" sz="3700">
                <a:solidFill>
                  <a:schemeClr val="lt1"/>
                </a:solidFill>
                <a:latin typeface="Libre Franklin"/>
                <a:ea typeface="Libre Franklin"/>
                <a:cs typeface="Libre Franklin"/>
                <a:sym typeface="Libre Franklin"/>
              </a:rPr>
              <a:t>7. Instalación módulos PHP en servidor web</a:t>
            </a:r>
            <a:endParaRPr sz="3700">
              <a:solidFill>
                <a:schemeClr val="lt1"/>
              </a:solidFill>
              <a:latin typeface="Libre Franklin"/>
              <a:ea typeface="Libre Franklin"/>
              <a:cs typeface="Libre Franklin"/>
              <a:sym typeface="Libre Franklin"/>
            </a:endParaRPr>
          </a:p>
        </p:txBody>
      </p:sp>
    </p:spTree>
  </p:cSld>
  <p:clrMapOvr>
    <a:masterClrMapping/>
  </p:clrMapOvr>
</p:sld>
</file>

<file path=ppt/theme/theme1.xml><?xml version="1.0" encoding="utf-8"?>
<a:theme xmlns:a="http://schemas.openxmlformats.org/drawingml/2006/main" xmlns:r="http://schemas.openxmlformats.org/officeDocument/2006/relationships" name="Crop">
  <a:themeElements>
    <a:clrScheme name="Crop">
      <a:dk1>
        <a:srgbClr val="000000"/>
      </a:dk1>
      <a:lt1>
        <a:srgbClr val="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