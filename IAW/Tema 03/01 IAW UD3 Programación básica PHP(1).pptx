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Nunito"/>
      <p:regular r:id="rId30"/>
      <p:bold r:id="rId31"/>
      <p:italic r:id="rId32"/>
      <p:boldItalic r:id="rId33"/>
    </p:embeddedFont>
    <p:embeddedFont>
      <p:font typeface="Century Gothic"/>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7.xml"/><Relationship Id="rId33" Type="http://schemas.openxmlformats.org/officeDocument/2006/relationships/font" Target="fonts/Nunito-boldItalic.fntdata"/><Relationship Id="rId10" Type="http://schemas.openxmlformats.org/officeDocument/2006/relationships/slide" Target="slides/slide6.xml"/><Relationship Id="rId32" Type="http://schemas.openxmlformats.org/officeDocument/2006/relationships/font" Target="fonts/Nunito-italic.fntdata"/><Relationship Id="rId13" Type="http://schemas.openxmlformats.org/officeDocument/2006/relationships/slide" Target="slides/slide9.xml"/><Relationship Id="rId35" Type="http://schemas.openxmlformats.org/officeDocument/2006/relationships/font" Target="fonts/CenturyGothic-bold.fntdata"/><Relationship Id="rId12" Type="http://schemas.openxmlformats.org/officeDocument/2006/relationships/slide" Target="slides/slide8.xml"/><Relationship Id="rId34" Type="http://schemas.openxmlformats.org/officeDocument/2006/relationships/font" Target="fonts/CenturyGothic-regular.fntdata"/><Relationship Id="rId15" Type="http://schemas.openxmlformats.org/officeDocument/2006/relationships/slide" Target="slides/slide11.xml"/><Relationship Id="rId37" Type="http://schemas.openxmlformats.org/officeDocument/2006/relationships/font" Target="fonts/CenturyGothic-boldItalic.fntdata"/><Relationship Id="rId14" Type="http://schemas.openxmlformats.org/officeDocument/2006/relationships/slide" Target="slides/slide10.xml"/><Relationship Id="rId36" Type="http://schemas.openxmlformats.org/officeDocument/2006/relationships/font" Target="fonts/CenturyGothic-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17c386c7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117c386c7a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117c386c7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117c386c7a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41" y="3766000"/>
            <a:ext cx="9827100" cy="3092100"/>
          </a:xfrm>
          <a:prstGeom prst="rtTriangle">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 name="Google Shape;11;p2"/>
          <p:cNvSpPr/>
          <p:nvPr/>
        </p:nvSpPr>
        <p:spPr>
          <a:xfrm flipH="1">
            <a:off x="4776900" y="2067600"/>
            <a:ext cx="7415100" cy="47904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 name="Google Shape;12;p2"/>
          <p:cNvSpPr/>
          <p:nvPr/>
        </p:nvSpPr>
        <p:spPr>
          <a:xfrm rot="10800000">
            <a:off x="6745206" y="-100"/>
            <a:ext cx="5446800" cy="2736900"/>
          </a:xfrm>
          <a:prstGeom prst="rtTriangle">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 name="Google Shape;13;p2"/>
          <p:cNvSpPr/>
          <p:nvPr/>
        </p:nvSpPr>
        <p:spPr>
          <a:xfrm>
            <a:off x="271033"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 name="Google Shape;14;p2"/>
          <p:cNvGrpSpPr/>
          <p:nvPr/>
        </p:nvGrpSpPr>
        <p:grpSpPr>
          <a:xfrm>
            <a:off x="340259" y="790"/>
            <a:ext cx="3000409" cy="1392365"/>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1207163" y="790"/>
            <a:ext cx="3000409" cy="1392365"/>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9409957" y="6784"/>
            <a:ext cx="2468376" cy="1002839"/>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8737606" y="5623802"/>
            <a:ext cx="3185498" cy="123431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265762" y="5407536"/>
            <a:ext cx="3727293" cy="1444382"/>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2478271" y="2430444"/>
            <a:ext cx="7148400" cy="1930800"/>
          </a:xfrm>
          <a:prstGeom prst="rect">
            <a:avLst/>
          </a:prstGeom>
        </p:spPr>
        <p:txBody>
          <a:bodyPr anchorCtr="0" anchor="ctr" bIns="121900" lIns="121900" spcFirstLastPara="1" rIns="121900" wrap="square" tIns="121900">
            <a:noAutofit/>
          </a:bodyPr>
          <a:lstStyle>
            <a:lvl1pPr lvl="0" algn="ctr">
              <a:spcBef>
                <a:spcPts val="0"/>
              </a:spcBef>
              <a:spcAft>
                <a:spcPts val="0"/>
              </a:spcAft>
              <a:buSzPts val="5100"/>
              <a:buNone/>
              <a:defRPr sz="5100"/>
            </a:lvl1pPr>
            <a:lvl2pPr lvl="1" algn="ctr">
              <a:spcBef>
                <a:spcPts val="0"/>
              </a:spcBef>
              <a:spcAft>
                <a:spcPts val="0"/>
              </a:spcAft>
              <a:buSzPts val="5100"/>
              <a:buNone/>
              <a:defRPr sz="5100"/>
            </a:lvl2pPr>
            <a:lvl3pPr lvl="2" algn="ctr">
              <a:spcBef>
                <a:spcPts val="0"/>
              </a:spcBef>
              <a:spcAft>
                <a:spcPts val="0"/>
              </a:spcAft>
              <a:buSzPts val="5100"/>
              <a:buNone/>
              <a:defRPr sz="5100"/>
            </a:lvl3pPr>
            <a:lvl4pPr lvl="3" algn="ctr">
              <a:spcBef>
                <a:spcPts val="0"/>
              </a:spcBef>
              <a:spcAft>
                <a:spcPts val="0"/>
              </a:spcAft>
              <a:buSzPts val="5100"/>
              <a:buNone/>
              <a:defRPr sz="5100"/>
            </a:lvl4pPr>
            <a:lvl5pPr lvl="4" algn="ctr">
              <a:spcBef>
                <a:spcPts val="0"/>
              </a:spcBef>
              <a:spcAft>
                <a:spcPts val="0"/>
              </a:spcAft>
              <a:buSzPts val="5100"/>
              <a:buNone/>
              <a:defRPr sz="5100"/>
            </a:lvl5pPr>
            <a:lvl6pPr lvl="5" algn="ctr">
              <a:spcBef>
                <a:spcPts val="0"/>
              </a:spcBef>
              <a:spcAft>
                <a:spcPts val="0"/>
              </a:spcAft>
              <a:buSzPts val="5100"/>
              <a:buNone/>
              <a:defRPr sz="5100"/>
            </a:lvl6pPr>
            <a:lvl7pPr lvl="6" algn="ctr">
              <a:spcBef>
                <a:spcPts val="0"/>
              </a:spcBef>
              <a:spcAft>
                <a:spcPts val="0"/>
              </a:spcAft>
              <a:buSzPts val="5100"/>
              <a:buNone/>
              <a:defRPr sz="5100"/>
            </a:lvl7pPr>
            <a:lvl8pPr lvl="7" algn="ctr">
              <a:spcBef>
                <a:spcPts val="0"/>
              </a:spcBef>
              <a:spcAft>
                <a:spcPts val="0"/>
              </a:spcAft>
              <a:buSzPts val="5100"/>
              <a:buNone/>
              <a:defRPr sz="5100"/>
            </a:lvl8pPr>
            <a:lvl9pPr lvl="8" algn="ctr">
              <a:spcBef>
                <a:spcPts val="0"/>
              </a:spcBef>
              <a:spcAft>
                <a:spcPts val="0"/>
              </a:spcAft>
              <a:buSzPts val="5100"/>
              <a:buNone/>
              <a:defRPr sz="5100"/>
            </a:lvl9pPr>
          </a:lstStyle>
          <a:p/>
        </p:txBody>
      </p:sp>
      <p:sp>
        <p:nvSpPr>
          <p:cNvPr id="35" name="Google Shape;35;p2"/>
          <p:cNvSpPr txBox="1"/>
          <p:nvPr>
            <p:ph idx="1" type="subTitle"/>
          </p:nvPr>
        </p:nvSpPr>
        <p:spPr>
          <a:xfrm>
            <a:off x="2478267" y="4550878"/>
            <a:ext cx="7148400" cy="696900"/>
          </a:xfrm>
          <a:prstGeom prst="rect">
            <a:avLst/>
          </a:prstGeom>
        </p:spPr>
        <p:txBody>
          <a:bodyPr anchorCtr="0" anchor="t" bIns="121900" lIns="121900" spcFirstLastPara="1" rIns="121900" wrap="square" tIns="121900">
            <a:no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Clr>
                <a:schemeClr val="lt1"/>
              </a:buClr>
              <a:buSzPts val="2100"/>
              <a:buNone/>
              <a:defRPr sz="2100">
                <a:solidFill>
                  <a:schemeClr val="lt1"/>
                </a:solidFill>
              </a:defRPr>
            </a:lvl2pPr>
            <a:lvl3pPr lvl="2" algn="ctr">
              <a:lnSpc>
                <a:spcPct val="100000"/>
              </a:lnSpc>
              <a:spcBef>
                <a:spcPts val="0"/>
              </a:spcBef>
              <a:spcAft>
                <a:spcPts val="0"/>
              </a:spcAft>
              <a:buClr>
                <a:schemeClr val="lt1"/>
              </a:buClr>
              <a:buSzPts val="2100"/>
              <a:buNone/>
              <a:defRPr sz="2100">
                <a:solidFill>
                  <a:schemeClr val="lt1"/>
                </a:solidFill>
              </a:defRPr>
            </a:lvl3pPr>
            <a:lvl4pPr lvl="3" algn="ctr">
              <a:lnSpc>
                <a:spcPct val="100000"/>
              </a:lnSpc>
              <a:spcBef>
                <a:spcPts val="0"/>
              </a:spcBef>
              <a:spcAft>
                <a:spcPts val="0"/>
              </a:spcAft>
              <a:buClr>
                <a:schemeClr val="lt1"/>
              </a:buClr>
              <a:buSzPts val="2100"/>
              <a:buNone/>
              <a:defRPr sz="2100">
                <a:solidFill>
                  <a:schemeClr val="lt1"/>
                </a:solidFill>
              </a:defRPr>
            </a:lvl4pPr>
            <a:lvl5pPr lvl="4" algn="ctr">
              <a:lnSpc>
                <a:spcPct val="100000"/>
              </a:lnSpc>
              <a:spcBef>
                <a:spcPts val="0"/>
              </a:spcBef>
              <a:spcAft>
                <a:spcPts val="0"/>
              </a:spcAft>
              <a:buClr>
                <a:schemeClr val="lt1"/>
              </a:buClr>
              <a:buSzPts val="2100"/>
              <a:buNone/>
              <a:defRPr sz="2100">
                <a:solidFill>
                  <a:schemeClr val="lt1"/>
                </a:solidFill>
              </a:defRPr>
            </a:lvl5pPr>
            <a:lvl6pPr lvl="5" algn="ctr">
              <a:lnSpc>
                <a:spcPct val="100000"/>
              </a:lnSpc>
              <a:spcBef>
                <a:spcPts val="0"/>
              </a:spcBef>
              <a:spcAft>
                <a:spcPts val="0"/>
              </a:spcAft>
              <a:buClr>
                <a:schemeClr val="lt1"/>
              </a:buClr>
              <a:buSzPts val="2100"/>
              <a:buNone/>
              <a:defRPr sz="2100">
                <a:solidFill>
                  <a:schemeClr val="lt1"/>
                </a:solidFill>
              </a:defRPr>
            </a:lvl6pPr>
            <a:lvl7pPr lvl="6" algn="ctr">
              <a:lnSpc>
                <a:spcPct val="100000"/>
              </a:lnSpc>
              <a:spcBef>
                <a:spcPts val="0"/>
              </a:spcBef>
              <a:spcAft>
                <a:spcPts val="0"/>
              </a:spcAft>
              <a:buClr>
                <a:schemeClr val="lt1"/>
              </a:buClr>
              <a:buSzPts val="2100"/>
              <a:buNone/>
              <a:defRPr sz="2100">
                <a:solidFill>
                  <a:schemeClr val="lt1"/>
                </a:solidFill>
              </a:defRPr>
            </a:lvl7pPr>
            <a:lvl8pPr lvl="7" algn="ctr">
              <a:lnSpc>
                <a:spcPct val="100000"/>
              </a:lnSpc>
              <a:spcBef>
                <a:spcPts val="0"/>
              </a:spcBef>
              <a:spcAft>
                <a:spcPts val="0"/>
              </a:spcAft>
              <a:buClr>
                <a:schemeClr val="lt1"/>
              </a:buClr>
              <a:buSzPts val="2100"/>
              <a:buNone/>
              <a:defRPr sz="2100">
                <a:solidFill>
                  <a:schemeClr val="lt1"/>
                </a:solidFill>
              </a:defRPr>
            </a:lvl8pPr>
            <a:lvl9pPr lvl="8" algn="ctr">
              <a:lnSpc>
                <a:spcPct val="100000"/>
              </a:lnSpc>
              <a:spcBef>
                <a:spcPts val="0"/>
              </a:spcBef>
              <a:spcAft>
                <a:spcPts val="0"/>
              </a:spcAft>
              <a:buClr>
                <a:schemeClr val="lt1"/>
              </a:buClr>
              <a:buSzPts val="2100"/>
              <a:buNone/>
              <a:defRPr sz="2100">
                <a:solidFill>
                  <a:schemeClr val="lt1"/>
                </a:solidFill>
              </a:defRPr>
            </a:lvl9pPr>
          </a:lstStyle>
          <a:p/>
        </p:txBody>
      </p:sp>
      <p:sp>
        <p:nvSpPr>
          <p:cNvPr id="36" name="Google Shape;36;p2"/>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6342900" y="3079200"/>
            <a:ext cx="5849100" cy="3778800"/>
          </a:xfrm>
          <a:prstGeom prst="rtTriangle">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9" name="Google Shape;39;p3"/>
          <p:cNvGrpSpPr/>
          <p:nvPr/>
        </p:nvGrpSpPr>
        <p:grpSpPr>
          <a:xfrm>
            <a:off x="7458691" y="5281486"/>
            <a:ext cx="3880118" cy="1576482"/>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265762" y="3"/>
            <a:ext cx="3727293" cy="1444382"/>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2518245" y="2328133"/>
            <a:ext cx="7170000" cy="2194800"/>
          </a:xfrm>
          <a:prstGeom prst="rect">
            <a:avLst/>
          </a:prstGeom>
        </p:spPr>
        <p:txBody>
          <a:bodyPr anchorCtr="0" anchor="ctr" bIns="121900" lIns="121900" spcFirstLastPara="1" rIns="121900" wrap="square" tIns="121900">
            <a:noAutofit/>
          </a:bodyPr>
          <a:lstStyle>
            <a:lvl1pPr lvl="0" algn="ctr">
              <a:spcBef>
                <a:spcPts val="0"/>
              </a:spcBef>
              <a:spcAft>
                <a:spcPts val="0"/>
              </a:spcAft>
              <a:buClr>
                <a:schemeClr val="dk2"/>
              </a:buClr>
              <a:buSzPts val="4300"/>
              <a:buNone/>
              <a:defRPr sz="4300">
                <a:solidFill>
                  <a:schemeClr val="dk2"/>
                </a:solidFill>
              </a:defRPr>
            </a:lvl1pPr>
            <a:lvl2pPr lvl="1" algn="ctr">
              <a:spcBef>
                <a:spcPts val="0"/>
              </a:spcBef>
              <a:spcAft>
                <a:spcPts val="0"/>
              </a:spcAft>
              <a:buClr>
                <a:schemeClr val="dk2"/>
              </a:buClr>
              <a:buSzPts val="4300"/>
              <a:buNone/>
              <a:defRPr sz="4300">
                <a:solidFill>
                  <a:schemeClr val="dk2"/>
                </a:solidFill>
              </a:defRPr>
            </a:lvl2pPr>
            <a:lvl3pPr lvl="2" algn="ctr">
              <a:spcBef>
                <a:spcPts val="0"/>
              </a:spcBef>
              <a:spcAft>
                <a:spcPts val="0"/>
              </a:spcAft>
              <a:buClr>
                <a:schemeClr val="dk2"/>
              </a:buClr>
              <a:buSzPts val="4300"/>
              <a:buNone/>
              <a:defRPr sz="4300">
                <a:solidFill>
                  <a:schemeClr val="dk2"/>
                </a:solidFill>
              </a:defRPr>
            </a:lvl3pPr>
            <a:lvl4pPr lvl="3" algn="ctr">
              <a:spcBef>
                <a:spcPts val="0"/>
              </a:spcBef>
              <a:spcAft>
                <a:spcPts val="0"/>
              </a:spcAft>
              <a:buClr>
                <a:schemeClr val="dk2"/>
              </a:buClr>
              <a:buSzPts val="4300"/>
              <a:buNone/>
              <a:defRPr sz="4300">
                <a:solidFill>
                  <a:schemeClr val="dk2"/>
                </a:solidFill>
              </a:defRPr>
            </a:lvl4pPr>
            <a:lvl5pPr lvl="4" algn="ctr">
              <a:spcBef>
                <a:spcPts val="0"/>
              </a:spcBef>
              <a:spcAft>
                <a:spcPts val="0"/>
              </a:spcAft>
              <a:buClr>
                <a:schemeClr val="dk2"/>
              </a:buClr>
              <a:buSzPts val="4300"/>
              <a:buNone/>
              <a:defRPr sz="4300">
                <a:solidFill>
                  <a:schemeClr val="dk2"/>
                </a:solidFill>
              </a:defRPr>
            </a:lvl5pPr>
            <a:lvl6pPr lvl="5" algn="ctr">
              <a:spcBef>
                <a:spcPts val="0"/>
              </a:spcBef>
              <a:spcAft>
                <a:spcPts val="0"/>
              </a:spcAft>
              <a:buClr>
                <a:schemeClr val="dk2"/>
              </a:buClr>
              <a:buSzPts val="4300"/>
              <a:buNone/>
              <a:defRPr sz="4300">
                <a:solidFill>
                  <a:schemeClr val="dk2"/>
                </a:solidFill>
              </a:defRPr>
            </a:lvl6pPr>
            <a:lvl7pPr lvl="6" algn="ctr">
              <a:spcBef>
                <a:spcPts val="0"/>
              </a:spcBef>
              <a:spcAft>
                <a:spcPts val="0"/>
              </a:spcAft>
              <a:buClr>
                <a:schemeClr val="dk2"/>
              </a:buClr>
              <a:buSzPts val="4300"/>
              <a:buNone/>
              <a:defRPr sz="4300">
                <a:solidFill>
                  <a:schemeClr val="dk2"/>
                </a:solidFill>
              </a:defRPr>
            </a:lvl7pPr>
            <a:lvl8pPr lvl="7" algn="ctr">
              <a:spcBef>
                <a:spcPts val="0"/>
              </a:spcBef>
              <a:spcAft>
                <a:spcPts val="0"/>
              </a:spcAft>
              <a:buClr>
                <a:schemeClr val="dk2"/>
              </a:buClr>
              <a:buSzPts val="4300"/>
              <a:buNone/>
              <a:defRPr sz="4300">
                <a:solidFill>
                  <a:schemeClr val="dk2"/>
                </a:solidFill>
              </a:defRPr>
            </a:lvl8pPr>
            <a:lvl9pPr lvl="8" algn="ctr">
              <a:spcBef>
                <a:spcPts val="0"/>
              </a:spcBef>
              <a:spcAft>
                <a:spcPts val="0"/>
              </a:spcAft>
              <a:buClr>
                <a:schemeClr val="dk2"/>
              </a:buClr>
              <a:buSzPts val="4300"/>
              <a:buNone/>
              <a:defRPr sz="4300">
                <a:solidFill>
                  <a:schemeClr val="dk2"/>
                </a:solidFill>
              </a:defRPr>
            </a:lvl9pPr>
          </a:lstStyle>
          <a:p/>
        </p:txBody>
      </p:sp>
      <p:sp>
        <p:nvSpPr>
          <p:cNvPr id="48" name="Google Shape;48;p3"/>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4776900" y="2067600"/>
            <a:ext cx="7415100" cy="47904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 name="Google Shape;51;p4"/>
          <p:cNvSpPr/>
          <p:nvPr/>
        </p:nvSpPr>
        <p:spPr>
          <a:xfrm>
            <a:off x="41" y="3766000"/>
            <a:ext cx="9827100" cy="30921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 name="Google Shape;52;p4"/>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1092200" y="1127467"/>
            <a:ext cx="10007700" cy="1272900"/>
          </a:xfrm>
          <a:prstGeom prst="rect">
            <a:avLst/>
          </a:prstGeom>
        </p:spPr>
        <p:txBody>
          <a:bodyPr anchorCtr="0" anchor="t"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54" name="Google Shape;54;p4"/>
          <p:cNvSpPr txBox="1"/>
          <p:nvPr>
            <p:ph idx="1" type="body"/>
          </p:nvPr>
        </p:nvSpPr>
        <p:spPr>
          <a:xfrm>
            <a:off x="1092200" y="2654300"/>
            <a:ext cx="10007700" cy="3264000"/>
          </a:xfrm>
          <a:prstGeom prst="rect">
            <a:avLst/>
          </a:prstGeom>
        </p:spPr>
        <p:txBody>
          <a:bodyPr anchorCtr="0" anchor="t" bIns="121900" lIns="121900" spcFirstLastPara="1" rIns="121900" wrap="square" tIns="121900">
            <a:noAutofit/>
          </a:bodyPr>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55" name="Google Shape;55;p4"/>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4776900" y="2067600"/>
            <a:ext cx="7415100" cy="47904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 name="Google Shape;58;p5"/>
          <p:cNvSpPr/>
          <p:nvPr/>
        </p:nvSpPr>
        <p:spPr>
          <a:xfrm>
            <a:off x="41" y="3766000"/>
            <a:ext cx="9827100" cy="30921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 name="Google Shape;59;p5"/>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1092200" y="1127467"/>
            <a:ext cx="10007700" cy="1272900"/>
          </a:xfrm>
          <a:prstGeom prst="rect">
            <a:avLst/>
          </a:prstGeom>
        </p:spPr>
        <p:txBody>
          <a:bodyPr anchorCtr="0" anchor="t"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61" name="Google Shape;61;p5"/>
          <p:cNvSpPr txBox="1"/>
          <p:nvPr>
            <p:ph idx="1" type="body"/>
          </p:nvPr>
        </p:nvSpPr>
        <p:spPr>
          <a:xfrm>
            <a:off x="1092200" y="2654300"/>
            <a:ext cx="4914900" cy="3264000"/>
          </a:xfrm>
          <a:prstGeom prst="rect">
            <a:avLst/>
          </a:prstGeom>
        </p:spPr>
        <p:txBody>
          <a:bodyPr anchorCtr="0" anchor="t" bIns="121900" lIns="121900" spcFirstLastPara="1" rIns="121900" wrap="square" tIns="121900">
            <a:noAutofit/>
          </a:bodyPr>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62" name="Google Shape;62;p5"/>
          <p:cNvSpPr txBox="1"/>
          <p:nvPr>
            <p:ph idx="2" type="body"/>
          </p:nvPr>
        </p:nvSpPr>
        <p:spPr>
          <a:xfrm>
            <a:off x="6184900" y="2654300"/>
            <a:ext cx="4914900" cy="3264000"/>
          </a:xfrm>
          <a:prstGeom prst="rect">
            <a:avLst/>
          </a:prstGeom>
        </p:spPr>
        <p:txBody>
          <a:bodyPr anchorCtr="0" anchor="t" bIns="121900" lIns="121900" spcFirstLastPara="1" rIns="121900" wrap="square" tIns="121900">
            <a:noAutofit/>
          </a:bodyPr>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63" name="Google Shape;63;p5"/>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4776900" y="2067600"/>
            <a:ext cx="7415100" cy="47904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 name="Google Shape;66;p6"/>
          <p:cNvSpPr/>
          <p:nvPr/>
        </p:nvSpPr>
        <p:spPr>
          <a:xfrm>
            <a:off x="41" y="3766000"/>
            <a:ext cx="9827100" cy="30921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 name="Google Shape;67;p6"/>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1092200" y="1127467"/>
            <a:ext cx="10007700" cy="1272900"/>
          </a:xfrm>
          <a:prstGeom prst="rect">
            <a:avLst/>
          </a:prstGeom>
        </p:spPr>
        <p:txBody>
          <a:bodyPr anchorCtr="0" anchor="t"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69" name="Google Shape;69;p6"/>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4776900" y="2067600"/>
            <a:ext cx="7415100" cy="47904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 name="Google Shape;72;p7"/>
          <p:cNvSpPr/>
          <p:nvPr/>
        </p:nvSpPr>
        <p:spPr>
          <a:xfrm>
            <a:off x="41" y="3766000"/>
            <a:ext cx="9827100" cy="3092100"/>
          </a:xfrm>
          <a:prstGeom prst="rtTriangle">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 name="Google Shape;73;p7"/>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1092200" y="1127467"/>
            <a:ext cx="4945500" cy="1844100"/>
          </a:xfrm>
          <a:prstGeom prst="rect">
            <a:avLst/>
          </a:prstGeom>
        </p:spPr>
        <p:txBody>
          <a:bodyPr anchorCtr="0" anchor="t"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75" name="Google Shape;75;p7"/>
          <p:cNvSpPr txBox="1"/>
          <p:nvPr>
            <p:ph idx="1" type="body"/>
          </p:nvPr>
        </p:nvSpPr>
        <p:spPr>
          <a:xfrm>
            <a:off x="1107600" y="3092067"/>
            <a:ext cx="4945500" cy="2826300"/>
          </a:xfrm>
          <a:prstGeom prst="rect">
            <a:avLst/>
          </a:prstGeom>
        </p:spPr>
        <p:txBody>
          <a:bodyPr anchorCtr="0" anchor="t" bIns="121900" lIns="121900" spcFirstLastPara="1" rIns="121900" wrap="square" tIns="121900">
            <a:noAutofit/>
          </a:bodyPr>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76" name="Google Shape;76;p7"/>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3764192"/>
            <a:ext cx="9825600" cy="30891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 name="Google Shape;79;p8"/>
          <p:cNvSpPr/>
          <p:nvPr/>
        </p:nvSpPr>
        <p:spPr>
          <a:xfrm flipH="1">
            <a:off x="4777714" y="2072150"/>
            <a:ext cx="7413900" cy="47859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80" name="Google Shape;80;p8"/>
          <p:cNvGrpSpPr/>
          <p:nvPr/>
        </p:nvGrpSpPr>
        <p:grpSpPr>
          <a:xfrm>
            <a:off x="341189" y="-11"/>
            <a:ext cx="3001758" cy="1391229"/>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84" name="Google Shape;84;p8"/>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85" name="Google Shape;85;p8"/>
          <p:cNvGrpSpPr/>
          <p:nvPr/>
        </p:nvGrpSpPr>
        <p:grpSpPr>
          <a:xfrm>
            <a:off x="46579" y="6029501"/>
            <a:ext cx="2124408" cy="822734"/>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7848470" y="1657"/>
            <a:ext cx="4343273" cy="1681990"/>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858572" y="1734861"/>
            <a:ext cx="8489100" cy="3385500"/>
          </a:xfrm>
          <a:prstGeom prst="rect">
            <a:avLst/>
          </a:prstGeom>
        </p:spPr>
        <p:txBody>
          <a:bodyPr anchorCtr="0" anchor="ctr" bIns="121900" lIns="121900" spcFirstLastPara="1" rIns="121900" wrap="square" tIns="121900">
            <a:no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94" name="Google Shape;94;p8"/>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4776900" y="2067600"/>
            <a:ext cx="7415100" cy="47904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 name="Google Shape;97;p9"/>
          <p:cNvSpPr/>
          <p:nvPr/>
        </p:nvSpPr>
        <p:spPr>
          <a:xfrm>
            <a:off x="41" y="3766000"/>
            <a:ext cx="9827100" cy="30921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 name="Google Shape;98;p9"/>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1092200" y="1127467"/>
            <a:ext cx="8565600" cy="939900"/>
          </a:xfrm>
          <a:prstGeom prst="rect">
            <a:avLst/>
          </a:prstGeom>
        </p:spPr>
        <p:txBody>
          <a:bodyPr anchorCtr="0" anchor="t"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00" name="Google Shape;100;p9"/>
          <p:cNvSpPr txBox="1"/>
          <p:nvPr>
            <p:ph idx="1" type="subTitle"/>
          </p:nvPr>
        </p:nvSpPr>
        <p:spPr>
          <a:xfrm>
            <a:off x="1092200" y="2067600"/>
            <a:ext cx="7813200" cy="5247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01" name="Google Shape;101;p9"/>
          <p:cNvSpPr txBox="1"/>
          <p:nvPr>
            <p:ph idx="2" type="body"/>
          </p:nvPr>
        </p:nvSpPr>
        <p:spPr>
          <a:xfrm>
            <a:off x="1092200" y="3289400"/>
            <a:ext cx="7813200" cy="2793900"/>
          </a:xfrm>
          <a:prstGeom prst="rect">
            <a:avLst/>
          </a:prstGeom>
        </p:spPr>
        <p:txBody>
          <a:bodyPr anchorCtr="0" anchor="t" bIns="121900" lIns="121900" spcFirstLastPara="1" rIns="121900" wrap="square" tIns="121900">
            <a:noAutofit/>
          </a:bodyPr>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102" name="Google Shape;102;p9"/>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41" y="3766000"/>
            <a:ext cx="9827100" cy="30921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 name="Google Shape;105;p10"/>
          <p:cNvSpPr/>
          <p:nvPr/>
        </p:nvSpPr>
        <p:spPr>
          <a:xfrm flipH="1">
            <a:off x="4776900" y="2067600"/>
            <a:ext cx="7415100" cy="4790400"/>
          </a:xfrm>
          <a:prstGeom prst="rtTriangle">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 name="Google Shape;106;p10"/>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437367" y="5551333"/>
            <a:ext cx="9886800" cy="806700"/>
          </a:xfrm>
          <a:prstGeom prst="rect">
            <a:avLst/>
          </a:prstGeom>
        </p:spPr>
        <p:txBody>
          <a:bodyPr anchorCtr="0" anchor="b" bIns="121900" lIns="121900" spcFirstLastPara="1" rIns="121900" wrap="square" tIns="121900">
            <a:noAutofit/>
          </a:bodyPr>
          <a:lstStyle>
            <a:lvl1pPr indent="-228600" lvl="0" marL="457200">
              <a:lnSpc>
                <a:spcPct val="100000"/>
              </a:lnSpc>
              <a:spcBef>
                <a:spcPts val="0"/>
              </a:spcBef>
              <a:spcAft>
                <a:spcPts val="0"/>
              </a:spcAft>
              <a:buSzPts val="1700"/>
              <a:buNone/>
              <a:defRPr/>
            </a:lvl1pPr>
          </a:lstStyle>
          <a:p/>
        </p:txBody>
      </p:sp>
      <p:sp>
        <p:nvSpPr>
          <p:cNvPr id="108" name="Google Shape;108;p10"/>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7425600" y="3778767"/>
            <a:ext cx="4766400" cy="3079200"/>
          </a:xfrm>
          <a:prstGeom prst="rtTriangle">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11" name="Google Shape;111;p11"/>
          <p:cNvGrpSpPr/>
          <p:nvPr/>
        </p:nvGrpSpPr>
        <p:grpSpPr>
          <a:xfrm>
            <a:off x="7945629" y="5492768"/>
            <a:ext cx="3361269" cy="1365553"/>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265762" y="3"/>
            <a:ext cx="3727293" cy="1444382"/>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847800" y="1845133"/>
            <a:ext cx="8496300" cy="1839600"/>
          </a:xfrm>
          <a:prstGeom prst="rect">
            <a:avLst/>
          </a:prstGeom>
        </p:spPr>
        <p:txBody>
          <a:bodyPr anchorCtr="0" anchor="ctr" bIns="121900" lIns="121900" spcFirstLastPara="1" rIns="121900" wrap="square" tIns="121900">
            <a:noAutofit/>
          </a:bodyPr>
          <a:lstStyle>
            <a:lvl1pPr lvl="0" algn="ctr">
              <a:spcBef>
                <a:spcPts val="0"/>
              </a:spcBef>
              <a:spcAft>
                <a:spcPts val="0"/>
              </a:spcAft>
              <a:buClr>
                <a:schemeClr val="dk2"/>
              </a:buClr>
              <a:buSzPts val="11500"/>
              <a:buNone/>
              <a:defRPr sz="11500">
                <a:solidFill>
                  <a:schemeClr val="dk2"/>
                </a:solidFill>
              </a:defRPr>
            </a:lvl1pPr>
            <a:lvl2pPr lvl="1" algn="ctr">
              <a:spcBef>
                <a:spcPts val="0"/>
              </a:spcBef>
              <a:spcAft>
                <a:spcPts val="0"/>
              </a:spcAft>
              <a:buClr>
                <a:schemeClr val="dk2"/>
              </a:buClr>
              <a:buSzPts val="11500"/>
              <a:buNone/>
              <a:defRPr sz="11500">
                <a:solidFill>
                  <a:schemeClr val="dk2"/>
                </a:solidFill>
              </a:defRPr>
            </a:lvl2pPr>
            <a:lvl3pPr lvl="2" algn="ctr">
              <a:spcBef>
                <a:spcPts val="0"/>
              </a:spcBef>
              <a:spcAft>
                <a:spcPts val="0"/>
              </a:spcAft>
              <a:buClr>
                <a:schemeClr val="dk2"/>
              </a:buClr>
              <a:buSzPts val="11500"/>
              <a:buNone/>
              <a:defRPr sz="11500">
                <a:solidFill>
                  <a:schemeClr val="dk2"/>
                </a:solidFill>
              </a:defRPr>
            </a:lvl3pPr>
            <a:lvl4pPr lvl="3" algn="ctr">
              <a:spcBef>
                <a:spcPts val="0"/>
              </a:spcBef>
              <a:spcAft>
                <a:spcPts val="0"/>
              </a:spcAft>
              <a:buClr>
                <a:schemeClr val="dk2"/>
              </a:buClr>
              <a:buSzPts val="11500"/>
              <a:buNone/>
              <a:defRPr sz="11500">
                <a:solidFill>
                  <a:schemeClr val="dk2"/>
                </a:solidFill>
              </a:defRPr>
            </a:lvl4pPr>
            <a:lvl5pPr lvl="4" algn="ctr">
              <a:spcBef>
                <a:spcPts val="0"/>
              </a:spcBef>
              <a:spcAft>
                <a:spcPts val="0"/>
              </a:spcAft>
              <a:buClr>
                <a:schemeClr val="dk2"/>
              </a:buClr>
              <a:buSzPts val="11500"/>
              <a:buNone/>
              <a:defRPr sz="11500">
                <a:solidFill>
                  <a:schemeClr val="dk2"/>
                </a:solidFill>
              </a:defRPr>
            </a:lvl5pPr>
            <a:lvl6pPr lvl="5" algn="ctr">
              <a:spcBef>
                <a:spcPts val="0"/>
              </a:spcBef>
              <a:spcAft>
                <a:spcPts val="0"/>
              </a:spcAft>
              <a:buClr>
                <a:schemeClr val="dk2"/>
              </a:buClr>
              <a:buSzPts val="11500"/>
              <a:buNone/>
              <a:defRPr sz="11500">
                <a:solidFill>
                  <a:schemeClr val="dk2"/>
                </a:solidFill>
              </a:defRPr>
            </a:lvl6pPr>
            <a:lvl7pPr lvl="6" algn="ctr">
              <a:spcBef>
                <a:spcPts val="0"/>
              </a:spcBef>
              <a:spcAft>
                <a:spcPts val="0"/>
              </a:spcAft>
              <a:buClr>
                <a:schemeClr val="dk2"/>
              </a:buClr>
              <a:buSzPts val="11500"/>
              <a:buNone/>
              <a:defRPr sz="11500">
                <a:solidFill>
                  <a:schemeClr val="dk2"/>
                </a:solidFill>
              </a:defRPr>
            </a:lvl7pPr>
            <a:lvl8pPr lvl="7" algn="ctr">
              <a:spcBef>
                <a:spcPts val="0"/>
              </a:spcBef>
              <a:spcAft>
                <a:spcPts val="0"/>
              </a:spcAft>
              <a:buClr>
                <a:schemeClr val="dk2"/>
              </a:buClr>
              <a:buSzPts val="11500"/>
              <a:buNone/>
              <a:defRPr sz="11500">
                <a:solidFill>
                  <a:schemeClr val="dk2"/>
                </a:solidFill>
              </a:defRPr>
            </a:lvl8pPr>
            <a:lvl9pPr lvl="8" algn="ctr">
              <a:spcBef>
                <a:spcPts val="0"/>
              </a:spcBef>
              <a:spcAft>
                <a:spcPts val="0"/>
              </a:spcAft>
              <a:buClr>
                <a:schemeClr val="dk2"/>
              </a:buClr>
              <a:buSzPts val="11500"/>
              <a:buNone/>
              <a:defRPr sz="11500">
                <a:solidFill>
                  <a:schemeClr val="dk2"/>
                </a:solidFill>
              </a:defRPr>
            </a:lvl9pPr>
          </a:lstStyle>
          <a:p>
            <a:r>
              <a:t>xx%</a:t>
            </a:r>
          </a:p>
        </p:txBody>
      </p:sp>
      <p:sp>
        <p:nvSpPr>
          <p:cNvPr id="120" name="Google Shape;120;p11"/>
          <p:cNvSpPr txBox="1"/>
          <p:nvPr>
            <p:ph idx="1" type="body"/>
          </p:nvPr>
        </p:nvSpPr>
        <p:spPr>
          <a:xfrm>
            <a:off x="1847800" y="3818467"/>
            <a:ext cx="8496300" cy="854700"/>
          </a:xfrm>
          <a:prstGeom prst="rect">
            <a:avLst/>
          </a:prstGeom>
        </p:spPr>
        <p:txBody>
          <a:bodyPr anchorCtr="0" anchor="t" bIns="121900" lIns="121900" spcFirstLastPara="1" rIns="121900" wrap="square" tIns="121900">
            <a:noAutofit/>
          </a:bodyPr>
          <a:lstStyle>
            <a:lvl1pPr indent="-336550" lvl="0" marL="457200" algn="ctr">
              <a:spcBef>
                <a:spcPts val="0"/>
              </a:spcBef>
              <a:spcAft>
                <a:spcPts val="0"/>
              </a:spcAft>
              <a:buSzPts val="1700"/>
              <a:buChar char="●"/>
              <a:defRPr/>
            </a:lvl1pPr>
            <a:lvl2pPr indent="-323850" lvl="1" marL="914400" algn="ctr">
              <a:spcBef>
                <a:spcPts val="2100"/>
              </a:spcBef>
              <a:spcAft>
                <a:spcPts val="0"/>
              </a:spcAft>
              <a:buSzPts val="1500"/>
              <a:buChar char="○"/>
              <a:defRPr/>
            </a:lvl2pPr>
            <a:lvl3pPr indent="-323850" lvl="2" marL="1371600" algn="ctr">
              <a:spcBef>
                <a:spcPts val="2100"/>
              </a:spcBef>
              <a:spcAft>
                <a:spcPts val="0"/>
              </a:spcAft>
              <a:buSzPts val="1500"/>
              <a:buChar char="■"/>
              <a:defRPr/>
            </a:lvl3pPr>
            <a:lvl4pPr indent="-323850" lvl="3" marL="1828800" algn="ctr">
              <a:spcBef>
                <a:spcPts val="2100"/>
              </a:spcBef>
              <a:spcAft>
                <a:spcPts val="0"/>
              </a:spcAft>
              <a:buSzPts val="1500"/>
              <a:buChar char="●"/>
              <a:defRPr/>
            </a:lvl4pPr>
            <a:lvl5pPr indent="-323850" lvl="4" marL="2286000" algn="ctr">
              <a:spcBef>
                <a:spcPts val="2100"/>
              </a:spcBef>
              <a:spcAft>
                <a:spcPts val="0"/>
              </a:spcAft>
              <a:buSzPts val="1500"/>
              <a:buChar char="○"/>
              <a:defRPr/>
            </a:lvl5pPr>
            <a:lvl6pPr indent="-323850" lvl="5" marL="2743200" algn="ctr">
              <a:spcBef>
                <a:spcPts val="2100"/>
              </a:spcBef>
              <a:spcAft>
                <a:spcPts val="0"/>
              </a:spcAft>
              <a:buSzPts val="1500"/>
              <a:buChar char="■"/>
              <a:defRPr/>
            </a:lvl6pPr>
            <a:lvl7pPr indent="-323850" lvl="6" marL="3200400" algn="ctr">
              <a:spcBef>
                <a:spcPts val="2100"/>
              </a:spcBef>
              <a:spcAft>
                <a:spcPts val="0"/>
              </a:spcAft>
              <a:buSzPts val="1500"/>
              <a:buChar char="●"/>
              <a:defRPr/>
            </a:lvl7pPr>
            <a:lvl8pPr indent="-323850" lvl="7" marL="3657600" algn="ctr">
              <a:spcBef>
                <a:spcPts val="2100"/>
              </a:spcBef>
              <a:spcAft>
                <a:spcPts val="0"/>
              </a:spcAft>
              <a:buSzPts val="1500"/>
              <a:buChar char="○"/>
              <a:defRPr/>
            </a:lvl8pPr>
            <a:lvl9pPr indent="-323850" lvl="8" marL="4114800" algn="ctr">
              <a:spcBef>
                <a:spcPts val="2100"/>
              </a:spcBef>
              <a:spcAft>
                <a:spcPts val="2100"/>
              </a:spcAft>
              <a:buSzPts val="1500"/>
              <a:buChar char="■"/>
              <a:defRPr/>
            </a:lvl9pPr>
          </a:lstStyle>
          <a:p/>
        </p:txBody>
      </p:sp>
      <p:sp>
        <p:nvSpPr>
          <p:cNvPr id="121" name="Google Shape;121;p11"/>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24" name="Shape 124"/>
        <p:cNvGrpSpPr/>
        <p:nvPr/>
      </p:nvGrpSpPr>
      <p:grpSpPr>
        <a:xfrm>
          <a:off x="0" y="0"/>
          <a:ext cx="0" cy="0"/>
          <a:chOff x="0" y="0"/>
          <a:chExt cx="0" cy="0"/>
        </a:xfrm>
      </p:grpSpPr>
      <p:sp>
        <p:nvSpPr>
          <p:cNvPr id="125" name="Google Shape;125;p13"/>
          <p:cNvSpPr txBox="1"/>
          <p:nvPr>
            <p:ph type="title"/>
          </p:nvPr>
        </p:nvSpPr>
        <p:spPr>
          <a:xfrm>
            <a:off x="684212" y="4487332"/>
            <a:ext cx="8534400" cy="150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Clr>
                <a:schemeClr val="lt1"/>
              </a:buClr>
              <a:buSzPts val="1800"/>
              <a:buNone/>
              <a:defRPr/>
            </a:lvl1pPr>
            <a:lvl2pPr lvl="1" rtl="0" algn="l">
              <a:spcBef>
                <a:spcPts val="0"/>
              </a:spcBef>
              <a:spcAft>
                <a:spcPts val="0"/>
              </a:spcAft>
              <a:buSzPts val="3700"/>
              <a:buNone/>
              <a:defRPr/>
            </a:lvl2pPr>
            <a:lvl3pPr lvl="2" rtl="0" algn="l">
              <a:spcBef>
                <a:spcPts val="0"/>
              </a:spcBef>
              <a:spcAft>
                <a:spcPts val="0"/>
              </a:spcAft>
              <a:buSzPts val="3700"/>
              <a:buNone/>
              <a:defRPr/>
            </a:lvl3pPr>
            <a:lvl4pPr lvl="3" rtl="0" algn="l">
              <a:spcBef>
                <a:spcPts val="0"/>
              </a:spcBef>
              <a:spcAft>
                <a:spcPts val="0"/>
              </a:spcAft>
              <a:buSzPts val="3700"/>
              <a:buNone/>
              <a:defRPr/>
            </a:lvl4pPr>
            <a:lvl5pPr lvl="4" rtl="0" algn="l">
              <a:spcBef>
                <a:spcPts val="0"/>
              </a:spcBef>
              <a:spcAft>
                <a:spcPts val="0"/>
              </a:spcAft>
              <a:buSzPts val="3700"/>
              <a:buNone/>
              <a:defRPr/>
            </a:lvl5pPr>
            <a:lvl6pPr lvl="5" rtl="0" algn="l">
              <a:spcBef>
                <a:spcPts val="0"/>
              </a:spcBef>
              <a:spcAft>
                <a:spcPts val="0"/>
              </a:spcAft>
              <a:buSzPts val="3700"/>
              <a:buNone/>
              <a:defRPr/>
            </a:lvl6pPr>
            <a:lvl7pPr lvl="6" rtl="0" algn="l">
              <a:spcBef>
                <a:spcPts val="0"/>
              </a:spcBef>
              <a:spcAft>
                <a:spcPts val="0"/>
              </a:spcAft>
              <a:buSzPts val="3700"/>
              <a:buNone/>
              <a:defRPr/>
            </a:lvl7pPr>
            <a:lvl8pPr lvl="7" rtl="0" algn="l">
              <a:spcBef>
                <a:spcPts val="0"/>
              </a:spcBef>
              <a:spcAft>
                <a:spcPts val="0"/>
              </a:spcAft>
              <a:buSzPts val="3700"/>
              <a:buNone/>
              <a:defRPr/>
            </a:lvl8pPr>
            <a:lvl9pPr lvl="8" rtl="0" algn="l">
              <a:spcBef>
                <a:spcPts val="0"/>
              </a:spcBef>
              <a:spcAft>
                <a:spcPts val="0"/>
              </a:spcAft>
              <a:buSzPts val="3700"/>
              <a:buNone/>
              <a:defRPr/>
            </a:lvl9pPr>
          </a:lstStyle>
          <a:p/>
        </p:txBody>
      </p:sp>
      <p:sp>
        <p:nvSpPr>
          <p:cNvPr id="126" name="Google Shape;126;p13"/>
          <p:cNvSpPr txBox="1"/>
          <p:nvPr>
            <p:ph idx="1" type="body"/>
          </p:nvPr>
        </p:nvSpPr>
        <p:spPr>
          <a:xfrm>
            <a:off x="684212" y="685800"/>
            <a:ext cx="8534400" cy="3615300"/>
          </a:xfrm>
          <a:prstGeom prst="rect">
            <a:avLst/>
          </a:prstGeom>
          <a:noFill/>
          <a:ln>
            <a:noFill/>
          </a:ln>
        </p:spPr>
        <p:txBody>
          <a:bodyPr anchorCtr="0" anchor="ctr" bIns="45700" lIns="91425" spcFirstLastPara="1" rIns="91425" wrap="square" tIns="45700">
            <a:noAutofit/>
          </a:bodyPr>
          <a:lstStyle>
            <a:lvl1pPr indent="-320040" lvl="0" marL="457200" rtl="0" algn="l">
              <a:spcBef>
                <a:spcPts val="360"/>
              </a:spcBef>
              <a:spcAft>
                <a:spcPts val="0"/>
              </a:spcAft>
              <a:buSzPts val="1440"/>
              <a:buChar char="●"/>
              <a:defRPr/>
            </a:lvl1pPr>
            <a:lvl2pPr indent="-320040" lvl="1" marL="914400" rtl="0" algn="l">
              <a:spcBef>
                <a:spcPts val="600"/>
              </a:spcBef>
              <a:spcAft>
                <a:spcPts val="0"/>
              </a:spcAft>
              <a:buSzPts val="1440"/>
              <a:buChar char="○"/>
              <a:defRPr/>
            </a:lvl2pPr>
            <a:lvl3pPr indent="-320039" lvl="2" marL="1371600" rtl="0" algn="l">
              <a:spcBef>
                <a:spcPts val="600"/>
              </a:spcBef>
              <a:spcAft>
                <a:spcPts val="0"/>
              </a:spcAft>
              <a:buSzPts val="1440"/>
              <a:buChar char="■"/>
              <a:defRPr/>
            </a:lvl3pPr>
            <a:lvl4pPr indent="-320039" lvl="3" marL="1828800" rtl="0" algn="l">
              <a:spcBef>
                <a:spcPts val="600"/>
              </a:spcBef>
              <a:spcAft>
                <a:spcPts val="0"/>
              </a:spcAft>
              <a:buSzPts val="1440"/>
              <a:buChar char="●"/>
              <a:defRPr/>
            </a:lvl4pPr>
            <a:lvl5pPr indent="-320039" lvl="4" marL="2286000" rtl="0" algn="l">
              <a:spcBef>
                <a:spcPts val="600"/>
              </a:spcBef>
              <a:spcAft>
                <a:spcPts val="0"/>
              </a:spcAft>
              <a:buSzPts val="1440"/>
              <a:buChar char="○"/>
              <a:defRPr/>
            </a:lvl5pPr>
            <a:lvl6pPr indent="-320039" lvl="5" marL="2743200" rtl="0" algn="l">
              <a:spcBef>
                <a:spcPts val="600"/>
              </a:spcBef>
              <a:spcAft>
                <a:spcPts val="0"/>
              </a:spcAft>
              <a:buSzPts val="1440"/>
              <a:buChar char="■"/>
              <a:defRPr/>
            </a:lvl6pPr>
            <a:lvl7pPr indent="-320039" lvl="6" marL="3200400" rtl="0" algn="l">
              <a:spcBef>
                <a:spcPts val="600"/>
              </a:spcBef>
              <a:spcAft>
                <a:spcPts val="0"/>
              </a:spcAft>
              <a:buSzPts val="1440"/>
              <a:buChar char="●"/>
              <a:defRPr/>
            </a:lvl7pPr>
            <a:lvl8pPr indent="-320040" lvl="7" marL="3657600" rtl="0" algn="l">
              <a:spcBef>
                <a:spcPts val="600"/>
              </a:spcBef>
              <a:spcAft>
                <a:spcPts val="0"/>
              </a:spcAft>
              <a:buSzPts val="1440"/>
              <a:buChar char="○"/>
              <a:defRPr/>
            </a:lvl8pPr>
            <a:lvl9pPr indent="-320040" lvl="8" marL="4114800" rtl="0" algn="l">
              <a:spcBef>
                <a:spcPts val="600"/>
              </a:spcBef>
              <a:spcAft>
                <a:spcPts val="600"/>
              </a:spcAft>
              <a:buSzPts val="1440"/>
              <a:buChar char="■"/>
              <a:defRPr/>
            </a:lvl9pPr>
          </a:lstStyle>
          <a:p/>
        </p:txBody>
      </p:sp>
      <p:sp>
        <p:nvSpPr>
          <p:cNvPr id="127" name="Google Shape;127;p13"/>
          <p:cNvSpPr txBox="1"/>
          <p:nvPr>
            <p:ph idx="10" type="dt"/>
          </p:nvPr>
        </p:nvSpPr>
        <p:spPr>
          <a:xfrm>
            <a:off x="9904412" y="6172200"/>
            <a:ext cx="1600200" cy="365100"/>
          </a:xfrm>
          <a:prstGeom prst="rect">
            <a:avLst/>
          </a:prstGeom>
          <a:noFill/>
          <a:ln>
            <a:noFill/>
          </a:ln>
        </p:spPr>
        <p:txBody>
          <a:bodyPr anchorCtr="0" anchor="t"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8" name="Google Shape;128;p13"/>
          <p:cNvSpPr txBox="1"/>
          <p:nvPr>
            <p:ph idx="11" type="ftr"/>
          </p:nvPr>
        </p:nvSpPr>
        <p:spPr>
          <a:xfrm>
            <a:off x="684212" y="6172200"/>
            <a:ext cx="7543800" cy="365100"/>
          </a:xfrm>
          <a:prstGeom prst="rect">
            <a:avLst/>
          </a:prstGeom>
          <a:noFill/>
          <a:ln>
            <a:noFill/>
          </a:ln>
        </p:spPr>
        <p:txBody>
          <a:bodyPr anchorCtr="0" anchor="t"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9" name="Google Shape;129;p13"/>
          <p:cNvSpPr txBox="1"/>
          <p:nvPr>
            <p:ph idx="12" type="sldNum"/>
          </p:nvPr>
        </p:nvSpPr>
        <p:spPr>
          <a:xfrm>
            <a:off x="10363200" y="5578475"/>
            <a:ext cx="1142100" cy="669900"/>
          </a:xfrm>
          <a:prstGeom prst="rect">
            <a:avLst/>
          </a:prstGeom>
          <a:noFill/>
          <a:ln>
            <a:noFill/>
          </a:ln>
        </p:spPr>
        <p:txBody>
          <a:bodyPr anchorCtr="0" anchor="b"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1pPr>
            <a:lvl2pPr lvl="1">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2pPr>
            <a:lvl3pPr lvl="2">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3pPr>
            <a:lvl4pPr lvl="3">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4pPr>
            <a:lvl5pPr lvl="4">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5pPr>
            <a:lvl6pPr lvl="5">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6pPr>
            <a:lvl7pPr lvl="6">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7pPr>
            <a:lvl8pPr lvl="7">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8pPr>
            <a:lvl9pPr lvl="8">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415600" y="1536633"/>
            <a:ext cx="11360700" cy="4521600"/>
          </a:xfrm>
          <a:prstGeom prst="rect">
            <a:avLst/>
          </a:prstGeom>
          <a:noFill/>
          <a:ln>
            <a:noFill/>
          </a:ln>
        </p:spPr>
        <p:txBody>
          <a:bodyPr anchorCtr="0" anchor="t" bIns="121900" lIns="121900" spcFirstLastPara="1" rIns="121900" wrap="square" tIns="121900">
            <a:noAutofit/>
          </a:bodyPr>
          <a:lstStyle>
            <a:lvl1pPr indent="-336550" lvl="0" marL="457200">
              <a:lnSpc>
                <a:spcPct val="115000"/>
              </a:lnSpc>
              <a:spcBef>
                <a:spcPts val="0"/>
              </a:spcBef>
              <a:spcAft>
                <a:spcPts val="0"/>
              </a:spcAft>
              <a:buClr>
                <a:schemeClr val="dk2"/>
              </a:buClr>
              <a:buSzPts val="1700"/>
              <a:buFont typeface="Calibri"/>
              <a:buChar char="●"/>
              <a:defRPr sz="1700">
                <a:solidFill>
                  <a:schemeClr val="dk2"/>
                </a:solidFill>
                <a:latin typeface="Calibri"/>
                <a:ea typeface="Calibri"/>
                <a:cs typeface="Calibri"/>
                <a:sym typeface="Calibri"/>
              </a:defRPr>
            </a:lvl1pPr>
            <a:lvl2pPr indent="-323850" lvl="1" marL="9144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2pPr>
            <a:lvl3pPr indent="-323850" lvl="2" marL="13716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3pPr>
            <a:lvl4pPr indent="-323850" lvl="3" marL="18288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4pPr>
            <a:lvl5pPr indent="-323850" lvl="4" marL="22860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5pPr>
            <a:lvl6pPr indent="-323850" lvl="5" marL="27432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6pPr>
            <a:lvl7pPr indent="-323850" lvl="6" marL="32004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7pPr>
            <a:lvl8pPr indent="-323850" lvl="7" marL="36576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8pPr>
            <a:lvl9pPr indent="-323850" lvl="8" marL="4114800">
              <a:lnSpc>
                <a:spcPct val="115000"/>
              </a:lnSpc>
              <a:spcBef>
                <a:spcPts val="2100"/>
              </a:spcBef>
              <a:spcAft>
                <a:spcPts val="2100"/>
              </a:spcAft>
              <a:buClr>
                <a:schemeClr val="dk2"/>
              </a:buClr>
              <a:buSzPts val="1500"/>
              <a:buFont typeface="Calibri"/>
              <a:buChar char="■"/>
              <a:defRPr sz="15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11187645" y="6058224"/>
            <a:ext cx="731700" cy="524700"/>
          </a:xfrm>
          <a:prstGeom prst="rect">
            <a:avLst/>
          </a:prstGeom>
          <a:noFill/>
          <a:ln>
            <a:noFill/>
          </a:ln>
        </p:spPr>
        <p:txBody>
          <a:bodyPr anchorCtr="0" anchor="ctr" bIns="121900" lIns="121900" spcFirstLastPara="1" rIns="121900" wrap="square" tIns="121900">
            <a:noAutofit/>
          </a:bodyPr>
          <a:lstStyle>
            <a:lvl1pPr lvl="0" algn="r">
              <a:buNone/>
              <a:defRPr sz="1300">
                <a:solidFill>
                  <a:schemeClr val="dk2"/>
                </a:solidFill>
                <a:latin typeface="Nunito"/>
                <a:ea typeface="Nunito"/>
                <a:cs typeface="Nunito"/>
                <a:sym typeface="Nunito"/>
              </a:defRPr>
            </a:lvl1pPr>
            <a:lvl2pPr lvl="1" algn="r">
              <a:buNone/>
              <a:defRPr sz="1300">
                <a:solidFill>
                  <a:schemeClr val="dk2"/>
                </a:solidFill>
                <a:latin typeface="Nunito"/>
                <a:ea typeface="Nunito"/>
                <a:cs typeface="Nunito"/>
                <a:sym typeface="Nunito"/>
              </a:defRPr>
            </a:lvl2pPr>
            <a:lvl3pPr lvl="2" algn="r">
              <a:buNone/>
              <a:defRPr sz="1300">
                <a:solidFill>
                  <a:schemeClr val="dk2"/>
                </a:solidFill>
                <a:latin typeface="Nunito"/>
                <a:ea typeface="Nunito"/>
                <a:cs typeface="Nunito"/>
                <a:sym typeface="Nunito"/>
              </a:defRPr>
            </a:lvl3pPr>
            <a:lvl4pPr lvl="3" algn="r">
              <a:buNone/>
              <a:defRPr sz="1300">
                <a:solidFill>
                  <a:schemeClr val="dk2"/>
                </a:solidFill>
                <a:latin typeface="Nunito"/>
                <a:ea typeface="Nunito"/>
                <a:cs typeface="Nunito"/>
                <a:sym typeface="Nunito"/>
              </a:defRPr>
            </a:lvl4pPr>
            <a:lvl5pPr lvl="4" algn="r">
              <a:buNone/>
              <a:defRPr sz="1300">
                <a:solidFill>
                  <a:schemeClr val="dk2"/>
                </a:solidFill>
                <a:latin typeface="Nunito"/>
                <a:ea typeface="Nunito"/>
                <a:cs typeface="Nunito"/>
                <a:sym typeface="Nunito"/>
              </a:defRPr>
            </a:lvl5pPr>
            <a:lvl6pPr lvl="5" algn="r">
              <a:buNone/>
              <a:defRPr sz="1300">
                <a:solidFill>
                  <a:schemeClr val="dk2"/>
                </a:solidFill>
                <a:latin typeface="Nunito"/>
                <a:ea typeface="Nunito"/>
                <a:cs typeface="Nunito"/>
                <a:sym typeface="Nunito"/>
              </a:defRPr>
            </a:lvl6pPr>
            <a:lvl7pPr lvl="6" algn="r">
              <a:buNone/>
              <a:defRPr sz="1300">
                <a:solidFill>
                  <a:schemeClr val="dk2"/>
                </a:solidFill>
                <a:latin typeface="Nunito"/>
                <a:ea typeface="Nunito"/>
                <a:cs typeface="Nunito"/>
                <a:sym typeface="Nunito"/>
              </a:defRPr>
            </a:lvl7pPr>
            <a:lvl8pPr lvl="7" algn="r">
              <a:buNone/>
              <a:defRPr sz="1300">
                <a:solidFill>
                  <a:schemeClr val="dk2"/>
                </a:solidFill>
                <a:latin typeface="Nunito"/>
                <a:ea typeface="Nunito"/>
                <a:cs typeface="Nunito"/>
                <a:sym typeface="Nunito"/>
              </a:defRPr>
            </a:lvl8pPr>
            <a:lvl9pPr lvl="8" algn="r">
              <a:buNone/>
              <a:defRPr sz="13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hyperlink" Target="https://www.significados.com/hipertexto/" TargetMode="Externa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desarrolloweb.com/manuales/teoria-programacion-orientada-objetos.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6.png"/><Relationship Id="rId4" Type="http://schemas.openxmlformats.org/officeDocument/2006/relationships/image" Target="../media/image3.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9.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0.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hyperlink" Target="https://www.php.net/manual/es/control-structures.foreach.php"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32.png"/><Relationship Id="rId5"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hyperlink" Target="https://www.php.net/manual/es/language.types.integer.php" TargetMode="External"/><Relationship Id="rId4" Type="http://schemas.openxmlformats.org/officeDocument/2006/relationships/hyperlink" Target="https://www.php.net/manual/es/language.types.string.php" TargetMode="External"/><Relationship Id="rId5" Type="http://schemas.openxmlformats.org/officeDocument/2006/relationships/image" Target="../media/image35.png"/><Relationship Id="rId6"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37.png"/><Relationship Id="rId4" Type="http://schemas.openxmlformats.org/officeDocument/2006/relationships/hyperlink" Target="https://desarrolloweb.com/articulos/funciones-para-trabajo-arrays-php.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ctrTitle"/>
          </p:nvPr>
        </p:nvSpPr>
        <p:spPr>
          <a:xfrm>
            <a:off x="2478271" y="2430444"/>
            <a:ext cx="7148400" cy="1930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4800"/>
              <a:buFont typeface="Century Gothic"/>
              <a:buNone/>
            </a:pPr>
            <a:r>
              <a:rPr lang="es-ES"/>
              <a:t>PROGRAMACIÓN BÁSICA CON PHP</a:t>
            </a:r>
            <a:endParaRPr/>
          </a:p>
        </p:txBody>
      </p:sp>
      <p:sp>
        <p:nvSpPr>
          <p:cNvPr id="135" name="Google Shape;135;p14"/>
          <p:cNvSpPr txBox="1"/>
          <p:nvPr>
            <p:ph idx="1" type="subTitle"/>
          </p:nvPr>
        </p:nvSpPr>
        <p:spPr>
          <a:xfrm>
            <a:off x="2478267" y="4550878"/>
            <a:ext cx="7148400" cy="696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680"/>
              <a:buNone/>
            </a:pPr>
            <a:r>
              <a:rPr lang="es-ES"/>
              <a:t>UD3 - IMPLANTACI</a:t>
            </a:r>
            <a:r>
              <a:rPr lang="es-ES"/>
              <a:t>ÓN DE APLICACIONES WEB</a:t>
            </a:r>
            <a:endParaRPr/>
          </a:p>
        </p:txBody>
      </p:sp>
      <p:pic>
        <p:nvPicPr>
          <p:cNvPr id="136" name="Google Shape;136;p14"/>
          <p:cNvPicPr preferRelativeResize="0"/>
          <p:nvPr/>
        </p:nvPicPr>
        <p:blipFill rotWithShape="1">
          <a:blip r:embed="rId3">
            <a:alphaModFix/>
          </a:blip>
          <a:srcRect b="0" l="0" r="0" t="0"/>
          <a:stretch/>
        </p:blipFill>
        <p:spPr>
          <a:xfrm>
            <a:off x="7483381" y="4106521"/>
            <a:ext cx="3677678" cy="198306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684196" y="438525"/>
            <a:ext cx="11103000" cy="92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¿POR QU</a:t>
            </a:r>
            <a:r>
              <a:rPr b="1" lang="es-ES"/>
              <a:t>É UTILIZAR LENGUAJES DE SERVIDOR</a:t>
            </a:r>
            <a:r>
              <a:rPr b="1" lang="es-ES"/>
              <a:t>?</a:t>
            </a:r>
            <a:endParaRPr b="1"/>
          </a:p>
        </p:txBody>
      </p:sp>
      <p:sp>
        <p:nvSpPr>
          <p:cNvPr id="142" name="Google Shape;142;p15"/>
          <p:cNvSpPr txBox="1"/>
          <p:nvPr>
            <p:ph idx="1" type="body"/>
          </p:nvPr>
        </p:nvSpPr>
        <p:spPr>
          <a:xfrm>
            <a:off x="879875" y="1500200"/>
            <a:ext cx="6937800" cy="4994400"/>
          </a:xfrm>
          <a:prstGeom prst="rect">
            <a:avLst/>
          </a:prstGeom>
          <a:noFill/>
          <a:ln>
            <a:noFill/>
          </a:ln>
        </p:spPr>
        <p:txBody>
          <a:bodyPr anchorCtr="0" anchor="ctr" bIns="45700" lIns="91425" spcFirstLastPara="1" rIns="91425" wrap="square" tIns="45700">
            <a:noAutofit/>
          </a:bodyPr>
          <a:lstStyle/>
          <a:p>
            <a:pPr indent="-321310" lvl="0" marL="285750" rtl="0" algn="l">
              <a:lnSpc>
                <a:spcPct val="90000"/>
              </a:lnSpc>
              <a:spcBef>
                <a:spcPts val="1000"/>
              </a:spcBef>
              <a:spcAft>
                <a:spcPts val="0"/>
              </a:spcAft>
              <a:buSzPts val="2000"/>
              <a:buChar char="●"/>
            </a:pPr>
            <a:r>
              <a:rPr b="1" lang="es-ES" sz="2100"/>
              <a:t>HTML</a:t>
            </a:r>
            <a:r>
              <a:rPr lang="es-ES" sz="2100"/>
              <a:t> está muy </a:t>
            </a:r>
            <a:r>
              <a:rPr b="1" lang="es-ES" sz="2100"/>
              <a:t>limitado</a:t>
            </a:r>
            <a:r>
              <a:rPr lang="es-ES" sz="2100"/>
              <a:t> para los requerimientos de las aplicaciones web actuales. </a:t>
            </a:r>
            <a:endParaRPr sz="2100"/>
          </a:p>
          <a:p>
            <a:pPr indent="-321310" lvl="0" marL="285750" rtl="0" algn="l">
              <a:lnSpc>
                <a:spcPct val="90000"/>
              </a:lnSpc>
              <a:spcBef>
                <a:spcPts val="1000"/>
              </a:spcBef>
              <a:spcAft>
                <a:spcPts val="0"/>
              </a:spcAft>
              <a:buSzPts val="2000"/>
              <a:buChar char="●"/>
            </a:pPr>
            <a:r>
              <a:rPr b="1" lang="es-ES" sz="2100"/>
              <a:t>HTML</a:t>
            </a:r>
            <a:r>
              <a:rPr lang="es-ES" sz="2100"/>
              <a:t> precisas de </a:t>
            </a:r>
            <a:r>
              <a:rPr b="1" lang="es-ES" sz="2100"/>
              <a:t>CSS</a:t>
            </a:r>
            <a:r>
              <a:rPr lang="es-ES" sz="2100"/>
              <a:t> para dar </a:t>
            </a:r>
            <a:r>
              <a:rPr b="1" lang="es-ES" sz="2100"/>
              <a:t>formato</a:t>
            </a:r>
            <a:r>
              <a:rPr lang="es-ES" sz="2100"/>
              <a:t> y </a:t>
            </a:r>
            <a:r>
              <a:rPr b="1" lang="es-ES" sz="2100"/>
              <a:t>Javascript</a:t>
            </a:r>
            <a:r>
              <a:rPr lang="es-ES" sz="2100"/>
              <a:t> para ofrecer </a:t>
            </a:r>
            <a:r>
              <a:rPr b="1" lang="es-ES" sz="2100"/>
              <a:t>interactividad</a:t>
            </a:r>
            <a:r>
              <a:rPr lang="es-ES" sz="2100"/>
              <a:t>. </a:t>
            </a:r>
            <a:endParaRPr sz="2100"/>
          </a:p>
          <a:p>
            <a:pPr indent="-321310" lvl="0" marL="285750" rtl="0" algn="l">
              <a:lnSpc>
                <a:spcPct val="90000"/>
              </a:lnSpc>
              <a:spcBef>
                <a:spcPts val="1000"/>
              </a:spcBef>
              <a:spcAft>
                <a:spcPts val="0"/>
              </a:spcAft>
              <a:buSzPts val="2000"/>
              <a:buChar char="●"/>
            </a:pPr>
            <a:r>
              <a:rPr b="1" lang="es-ES" sz="2100"/>
              <a:t>JavaScript</a:t>
            </a:r>
            <a:r>
              <a:rPr lang="es-ES" sz="2100"/>
              <a:t> se ejecuta en el lado del </a:t>
            </a:r>
            <a:r>
              <a:rPr b="1" lang="es-ES" sz="2100"/>
              <a:t>cliente</a:t>
            </a:r>
            <a:r>
              <a:rPr lang="es-ES" sz="2100"/>
              <a:t> y por lo tanto su código es </a:t>
            </a:r>
            <a:r>
              <a:rPr b="1" lang="es-ES" sz="2100"/>
              <a:t>visible</a:t>
            </a:r>
            <a:r>
              <a:rPr lang="es-ES" sz="2100"/>
              <a:t>. Por lo tanto no son válidos para determinadas tareas como acceso a datos, acceso, sesiones..etc.</a:t>
            </a:r>
            <a:endParaRPr sz="2100"/>
          </a:p>
          <a:p>
            <a:pPr indent="-321310" lvl="0" marL="285750" rtl="0" algn="l">
              <a:lnSpc>
                <a:spcPct val="90000"/>
              </a:lnSpc>
              <a:spcBef>
                <a:spcPts val="1000"/>
              </a:spcBef>
              <a:spcAft>
                <a:spcPts val="0"/>
              </a:spcAft>
              <a:buSzPts val="2000"/>
              <a:buChar char="●"/>
            </a:pPr>
            <a:r>
              <a:rPr lang="es-ES" sz="2100"/>
              <a:t>Por estos motivos aparecieron los lenguajes </a:t>
            </a:r>
            <a:r>
              <a:rPr b="1" lang="es-ES" sz="2100"/>
              <a:t>script</a:t>
            </a:r>
            <a:r>
              <a:rPr lang="es-ES" sz="2100"/>
              <a:t> de servidor. Añaden </a:t>
            </a:r>
            <a:r>
              <a:rPr b="1" lang="es-ES" sz="2100"/>
              <a:t>código incrustado</a:t>
            </a:r>
            <a:r>
              <a:rPr lang="es-ES" sz="2100"/>
              <a:t> en el HTML que se interpreta en el lado de servidor.</a:t>
            </a:r>
            <a:endParaRPr sz="2100"/>
          </a:p>
          <a:p>
            <a:pPr indent="-321310" lvl="0" marL="285750" rtl="0" algn="l">
              <a:lnSpc>
                <a:spcPct val="90000"/>
              </a:lnSpc>
              <a:spcBef>
                <a:spcPts val="1000"/>
              </a:spcBef>
              <a:spcAft>
                <a:spcPts val="0"/>
              </a:spcAft>
              <a:buSzPts val="2000"/>
              <a:buChar char="●"/>
            </a:pPr>
            <a:r>
              <a:rPr lang="es-ES" sz="2100"/>
              <a:t>El </a:t>
            </a:r>
            <a:r>
              <a:rPr b="1" lang="es-ES" sz="2100"/>
              <a:t>cliente</a:t>
            </a:r>
            <a:r>
              <a:rPr lang="es-ES" sz="2100"/>
              <a:t> tan solo recibe la página en </a:t>
            </a:r>
            <a:r>
              <a:rPr b="1" lang="es-ES" sz="2100"/>
              <a:t>HTML</a:t>
            </a:r>
            <a:r>
              <a:rPr lang="es-ES" sz="2100"/>
              <a:t> y por lo tanto ofrece mayor </a:t>
            </a:r>
            <a:r>
              <a:rPr b="1" lang="es-ES" sz="2100"/>
              <a:t>compatibilidad</a:t>
            </a:r>
            <a:r>
              <a:rPr lang="es-ES" sz="2100"/>
              <a:t> con los diferentes navegadores. </a:t>
            </a:r>
            <a:r>
              <a:rPr lang="es-ES" sz="2100"/>
              <a:t> </a:t>
            </a:r>
            <a:endParaRPr sz="2100"/>
          </a:p>
        </p:txBody>
      </p:sp>
      <p:pic>
        <p:nvPicPr>
          <p:cNvPr id="143" name="Google Shape;143;p15"/>
          <p:cNvPicPr preferRelativeResize="0"/>
          <p:nvPr/>
        </p:nvPicPr>
        <p:blipFill>
          <a:blip r:embed="rId3">
            <a:alphaModFix/>
          </a:blip>
          <a:stretch>
            <a:fillRect/>
          </a:stretch>
        </p:blipFill>
        <p:spPr>
          <a:xfrm>
            <a:off x="8024100" y="2841975"/>
            <a:ext cx="3828325" cy="2076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6"/>
          <p:cNvSpPr txBox="1"/>
          <p:nvPr>
            <p:ph type="title"/>
          </p:nvPr>
        </p:nvSpPr>
        <p:spPr>
          <a:xfrm>
            <a:off x="684196" y="438525"/>
            <a:ext cx="11103000" cy="92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TIPOS DE</a:t>
            </a:r>
            <a:r>
              <a:rPr b="1" lang="es-ES"/>
              <a:t> LENGUAJES SCRIPT DE SERVIDOR</a:t>
            </a:r>
            <a:endParaRPr b="1"/>
          </a:p>
        </p:txBody>
      </p:sp>
      <p:sp>
        <p:nvSpPr>
          <p:cNvPr id="149" name="Google Shape;149;p16"/>
          <p:cNvSpPr txBox="1"/>
          <p:nvPr>
            <p:ph idx="1" type="body"/>
          </p:nvPr>
        </p:nvSpPr>
        <p:spPr>
          <a:xfrm>
            <a:off x="879875" y="1500200"/>
            <a:ext cx="6621000" cy="4994400"/>
          </a:xfrm>
          <a:prstGeom prst="rect">
            <a:avLst/>
          </a:prstGeom>
          <a:noFill/>
          <a:ln>
            <a:noFill/>
          </a:ln>
        </p:spPr>
        <p:txBody>
          <a:bodyPr anchorCtr="0" anchor="ctr" bIns="45700" lIns="91425" spcFirstLastPara="1" rIns="91425" wrap="square" tIns="45700">
            <a:noAutofit/>
          </a:bodyPr>
          <a:lstStyle/>
          <a:p>
            <a:pPr indent="-321310" lvl="0" marL="285750" rtl="0" algn="l">
              <a:lnSpc>
                <a:spcPct val="90000"/>
              </a:lnSpc>
              <a:spcBef>
                <a:spcPts val="1000"/>
              </a:spcBef>
              <a:spcAft>
                <a:spcPts val="0"/>
              </a:spcAft>
              <a:buSzPts val="2000"/>
              <a:buChar char="●"/>
            </a:pPr>
            <a:r>
              <a:rPr b="1" lang="es-ES" sz="2100"/>
              <a:t>PHP. </a:t>
            </a:r>
            <a:r>
              <a:rPr lang="es-ES" sz="2100"/>
              <a:t>Es muy utilizado, se basa en el lenguaje C y en Perl. Fácil de aprender.</a:t>
            </a:r>
            <a:r>
              <a:rPr b="1" lang="es-ES" sz="2100"/>
              <a:t> </a:t>
            </a:r>
            <a:endParaRPr b="1" sz="2100"/>
          </a:p>
          <a:p>
            <a:pPr indent="-321310" lvl="0" marL="285750" rtl="0" algn="l">
              <a:lnSpc>
                <a:spcPct val="90000"/>
              </a:lnSpc>
              <a:spcBef>
                <a:spcPts val="1000"/>
              </a:spcBef>
              <a:spcAft>
                <a:spcPts val="0"/>
              </a:spcAft>
              <a:buSzPts val="2000"/>
              <a:buChar char="●"/>
            </a:pPr>
            <a:r>
              <a:rPr b="1" lang="es-ES" sz="2100"/>
              <a:t>ASP.NET. </a:t>
            </a:r>
            <a:r>
              <a:rPr lang="es-ES" sz="2100"/>
              <a:t>Tecnología de Microsoft similar al php para servidores de aplicaciones IIS.</a:t>
            </a:r>
            <a:r>
              <a:rPr b="1" lang="es-ES" sz="2100"/>
              <a:t> </a:t>
            </a:r>
            <a:endParaRPr b="1" sz="2100"/>
          </a:p>
          <a:p>
            <a:pPr indent="-321310" lvl="0" marL="285750" rtl="0" algn="l">
              <a:lnSpc>
                <a:spcPct val="90000"/>
              </a:lnSpc>
              <a:spcBef>
                <a:spcPts val="1000"/>
              </a:spcBef>
              <a:spcAft>
                <a:spcPts val="0"/>
              </a:spcAft>
              <a:buSzPts val="2000"/>
              <a:buChar char="●"/>
            </a:pPr>
            <a:r>
              <a:rPr b="1" lang="es-ES" sz="2100"/>
              <a:t>JSP.  </a:t>
            </a:r>
            <a:r>
              <a:rPr lang="es-ES" sz="2100"/>
              <a:t>Lenguaje basado en java.</a:t>
            </a:r>
            <a:endParaRPr sz="2100"/>
          </a:p>
          <a:p>
            <a:pPr indent="-321310" lvl="0" marL="285750" rtl="0" algn="l">
              <a:lnSpc>
                <a:spcPct val="90000"/>
              </a:lnSpc>
              <a:spcBef>
                <a:spcPts val="1000"/>
              </a:spcBef>
              <a:spcAft>
                <a:spcPts val="0"/>
              </a:spcAft>
              <a:buSzPts val="2000"/>
              <a:buChar char="●"/>
            </a:pPr>
            <a:r>
              <a:rPr b="1" lang="es-ES" sz="2100"/>
              <a:t>Ruby. </a:t>
            </a:r>
            <a:r>
              <a:rPr lang="es-ES" sz="2100"/>
              <a:t>Este lenguaje de programación open-source se inspiró en lenguajes como Perl, Eiffel y LISP.</a:t>
            </a:r>
            <a:endParaRPr sz="2100"/>
          </a:p>
          <a:p>
            <a:pPr indent="-321310" lvl="0" marL="285750" rtl="0" algn="l">
              <a:lnSpc>
                <a:spcPct val="90000"/>
              </a:lnSpc>
              <a:spcBef>
                <a:spcPts val="1000"/>
              </a:spcBef>
              <a:spcAft>
                <a:spcPts val="0"/>
              </a:spcAft>
              <a:buSzPts val="2000"/>
              <a:buChar char="●"/>
            </a:pPr>
            <a:r>
              <a:rPr b="1" lang="es-ES" sz="2100"/>
              <a:t>Scala. </a:t>
            </a:r>
            <a:r>
              <a:rPr lang="es-ES" sz="2100"/>
              <a:t>Nacido en 2001, es un lenguaje de programación de propósito general y de los más usados actualmente en el sector Big Data.</a:t>
            </a:r>
            <a:endParaRPr sz="2100"/>
          </a:p>
          <a:p>
            <a:pPr indent="-321310" lvl="0" marL="285750" rtl="0" algn="l">
              <a:lnSpc>
                <a:spcPct val="90000"/>
              </a:lnSpc>
              <a:spcBef>
                <a:spcPts val="1000"/>
              </a:spcBef>
              <a:spcAft>
                <a:spcPts val="0"/>
              </a:spcAft>
              <a:buSzPts val="2000"/>
              <a:buChar char="●"/>
            </a:pPr>
            <a:r>
              <a:rPr b="1" lang="es-ES" sz="2100"/>
              <a:t>Phyton. </a:t>
            </a:r>
            <a:r>
              <a:rPr lang="es-ES" sz="2100"/>
              <a:t>Es un lenguaje de programación orientado a objetos de alto nivel y fácil de interpretar con sintaxis fácil de leer. Python tiene un amplio uso en computación científica, desarrollo web y automatización.</a:t>
            </a:r>
            <a:r>
              <a:rPr lang="es-ES" sz="2100"/>
              <a:t>  </a:t>
            </a:r>
            <a:endParaRPr sz="2100"/>
          </a:p>
        </p:txBody>
      </p:sp>
      <p:pic>
        <p:nvPicPr>
          <p:cNvPr id="150" name="Google Shape;150;p16"/>
          <p:cNvPicPr preferRelativeResize="0"/>
          <p:nvPr/>
        </p:nvPicPr>
        <p:blipFill>
          <a:blip r:embed="rId3">
            <a:alphaModFix/>
          </a:blip>
          <a:stretch>
            <a:fillRect/>
          </a:stretch>
        </p:blipFill>
        <p:spPr>
          <a:xfrm>
            <a:off x="7500875" y="2398325"/>
            <a:ext cx="4438025" cy="3198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7"/>
          <p:cNvSpPr txBox="1"/>
          <p:nvPr>
            <p:ph type="title"/>
          </p:nvPr>
        </p:nvSpPr>
        <p:spPr>
          <a:xfrm>
            <a:off x="684212" y="438524"/>
            <a:ext cx="8534400" cy="92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¿QUÉ ES PHP?</a:t>
            </a:r>
            <a:endParaRPr b="1"/>
          </a:p>
        </p:txBody>
      </p:sp>
      <p:sp>
        <p:nvSpPr>
          <p:cNvPr id="156" name="Google Shape;156;p17"/>
          <p:cNvSpPr txBox="1"/>
          <p:nvPr>
            <p:ph idx="1" type="body"/>
          </p:nvPr>
        </p:nvSpPr>
        <p:spPr>
          <a:xfrm>
            <a:off x="861225" y="1559050"/>
            <a:ext cx="7074600" cy="4842300"/>
          </a:xfrm>
          <a:prstGeom prst="rect">
            <a:avLst/>
          </a:prstGeom>
          <a:noFill/>
          <a:ln>
            <a:noFill/>
          </a:ln>
        </p:spPr>
        <p:txBody>
          <a:bodyPr anchorCtr="0" anchor="ctr" bIns="45700" lIns="91425" spcFirstLastPara="1" rIns="91425" wrap="square" tIns="45700">
            <a:noAutofit/>
          </a:bodyPr>
          <a:lstStyle/>
          <a:p>
            <a:pPr indent="-317500" lvl="0" marL="285750" rtl="0" algn="l">
              <a:lnSpc>
                <a:spcPct val="90000"/>
              </a:lnSpc>
              <a:spcBef>
                <a:spcPts val="0"/>
              </a:spcBef>
              <a:spcAft>
                <a:spcPts val="0"/>
              </a:spcAft>
              <a:buSzPts val="2100"/>
              <a:buChar char="●"/>
            </a:pPr>
            <a:r>
              <a:rPr lang="es-ES" sz="2200"/>
              <a:t>Hypertext Preprocessor. Preprocesador de </a:t>
            </a:r>
            <a:r>
              <a:rPr lang="es-ES" sz="2200" u="sng">
                <a:solidFill>
                  <a:schemeClr val="hlink"/>
                </a:solidFill>
                <a:hlinkClick r:id="rId3"/>
              </a:rPr>
              <a:t>hipertexto</a:t>
            </a:r>
            <a:r>
              <a:rPr lang="es-ES" sz="2200"/>
              <a:t>.</a:t>
            </a:r>
            <a:endParaRPr sz="2200"/>
          </a:p>
          <a:p>
            <a:pPr indent="-317500" lvl="0" marL="285750" rtl="0" algn="l">
              <a:lnSpc>
                <a:spcPct val="90000"/>
              </a:lnSpc>
              <a:spcBef>
                <a:spcPts val="1000"/>
              </a:spcBef>
              <a:spcAft>
                <a:spcPts val="0"/>
              </a:spcAft>
              <a:buSzPts val="2100"/>
              <a:buChar char="●"/>
            </a:pPr>
            <a:r>
              <a:rPr lang="es-ES" sz="2200"/>
              <a:t>PHP es el </a:t>
            </a:r>
            <a:r>
              <a:rPr b="1" lang="es-ES" sz="2200"/>
              <a:t>lenguaje de lado servidor más extendido </a:t>
            </a:r>
            <a:r>
              <a:rPr lang="es-ES" sz="2200"/>
              <a:t>en la web.</a:t>
            </a:r>
            <a:endParaRPr sz="2200"/>
          </a:p>
          <a:p>
            <a:pPr indent="-317500" lvl="0" marL="285750" rtl="0" algn="l">
              <a:lnSpc>
                <a:spcPct val="90000"/>
              </a:lnSpc>
              <a:spcBef>
                <a:spcPts val="1000"/>
              </a:spcBef>
              <a:spcAft>
                <a:spcPts val="0"/>
              </a:spcAft>
              <a:buSzPts val="2100"/>
              <a:buChar char="●"/>
            </a:pPr>
            <a:r>
              <a:rPr lang="es-ES" sz="2200"/>
              <a:t>Es un lenguaje que ha tenido una gran aceptación en la comunidad de desarrolladores, debido a la </a:t>
            </a:r>
            <a:r>
              <a:rPr b="1" lang="es-ES" sz="2200"/>
              <a:t>potencia y simplicidad</a:t>
            </a:r>
            <a:r>
              <a:rPr lang="es-ES" sz="2200"/>
              <a:t>.</a:t>
            </a:r>
            <a:endParaRPr sz="2200"/>
          </a:p>
          <a:p>
            <a:pPr indent="-317500" lvl="0" marL="285750" rtl="0" algn="l">
              <a:lnSpc>
                <a:spcPct val="90000"/>
              </a:lnSpc>
              <a:spcBef>
                <a:spcPts val="1000"/>
              </a:spcBef>
              <a:spcAft>
                <a:spcPts val="0"/>
              </a:spcAft>
              <a:buSzPts val="2100"/>
              <a:buChar char="●"/>
            </a:pPr>
            <a:r>
              <a:rPr lang="es-ES" sz="2200"/>
              <a:t>La facilidad de PHP se basa en que permite embeber pequeños </a:t>
            </a:r>
            <a:r>
              <a:rPr b="1" lang="es-ES" sz="2200"/>
              <a:t>fragmentos de código dentro de lo que sería una página común creada con HTML</a:t>
            </a:r>
            <a:r>
              <a:rPr lang="es-ES" sz="2200"/>
              <a:t>.</a:t>
            </a:r>
            <a:endParaRPr sz="2200"/>
          </a:p>
          <a:p>
            <a:pPr indent="-311150" lvl="0" marL="285750" rtl="0" algn="l">
              <a:lnSpc>
                <a:spcPct val="90000"/>
              </a:lnSpc>
              <a:spcBef>
                <a:spcPts val="1000"/>
              </a:spcBef>
              <a:spcAft>
                <a:spcPts val="0"/>
              </a:spcAft>
              <a:buSzPts val="2000"/>
              <a:buChar char="●"/>
            </a:pPr>
            <a:r>
              <a:rPr lang="es-ES" sz="2200"/>
              <a:t>Otra de las claves del éxito de PHP es que la mayoría de </a:t>
            </a:r>
            <a:r>
              <a:rPr b="1" lang="es-ES" sz="2200"/>
              <a:t>los CMS más populares </a:t>
            </a:r>
            <a:r>
              <a:rPr lang="es-ES" sz="2200"/>
              <a:t>(WordPress, Joomla!, Drupal), así como otros cientos de herramientas, </a:t>
            </a:r>
            <a:r>
              <a:rPr b="1" lang="es-ES" sz="2200"/>
              <a:t>están desarrollados en PHP</a:t>
            </a:r>
            <a:r>
              <a:rPr lang="es-ES" sz="2200"/>
              <a:t>.</a:t>
            </a:r>
            <a:r>
              <a:rPr lang="es-ES" sz="2100"/>
              <a:t> </a:t>
            </a:r>
            <a:endParaRPr sz="2100"/>
          </a:p>
        </p:txBody>
      </p:sp>
      <p:pic>
        <p:nvPicPr>
          <p:cNvPr id="157" name="Google Shape;157;p17"/>
          <p:cNvPicPr preferRelativeResize="0"/>
          <p:nvPr/>
        </p:nvPicPr>
        <p:blipFill rotWithShape="1">
          <a:blip r:embed="rId4">
            <a:alphaModFix/>
          </a:blip>
          <a:srcRect b="0" l="0" r="0" t="0"/>
          <a:stretch/>
        </p:blipFill>
        <p:spPr>
          <a:xfrm>
            <a:off x="8138825" y="1975376"/>
            <a:ext cx="3723400" cy="3680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CARACTERÍSTICAS PRINCIPALES</a:t>
            </a:r>
            <a:endParaRPr b="1"/>
          </a:p>
        </p:txBody>
      </p:sp>
      <p:sp>
        <p:nvSpPr>
          <p:cNvPr id="163" name="Google Shape;163;p18"/>
          <p:cNvSpPr txBox="1"/>
          <p:nvPr>
            <p:ph idx="1" type="body"/>
          </p:nvPr>
        </p:nvSpPr>
        <p:spPr>
          <a:xfrm>
            <a:off x="861225" y="1435950"/>
            <a:ext cx="10245900" cy="4900200"/>
          </a:xfrm>
          <a:prstGeom prst="rect">
            <a:avLst/>
          </a:prstGeom>
          <a:noFill/>
          <a:ln>
            <a:noFill/>
          </a:ln>
        </p:spPr>
        <p:txBody>
          <a:bodyPr anchorCtr="0" anchor="ctr" bIns="45700" lIns="91425" spcFirstLastPara="1" rIns="91425" wrap="square" tIns="45700">
            <a:noAutofit/>
          </a:bodyPr>
          <a:lstStyle/>
          <a:p>
            <a:pPr indent="-317500" lvl="0" marL="285750" rtl="0" algn="l">
              <a:spcBef>
                <a:spcPts val="0"/>
              </a:spcBef>
              <a:spcAft>
                <a:spcPts val="0"/>
              </a:spcAft>
              <a:buSzPts val="2100"/>
              <a:buChar char="●"/>
            </a:pPr>
            <a:r>
              <a:rPr lang="es-ES" sz="2200"/>
              <a:t>PHP, aunque </a:t>
            </a:r>
            <a:r>
              <a:rPr b="1" lang="es-ES" sz="2200"/>
              <a:t>multiplataforma</a:t>
            </a:r>
            <a:r>
              <a:rPr lang="es-ES" sz="2200"/>
              <a:t>, fue concebido </a:t>
            </a:r>
            <a:r>
              <a:rPr b="1" lang="es-ES" sz="2200"/>
              <a:t>inicialmente</a:t>
            </a:r>
            <a:r>
              <a:rPr lang="es-ES" sz="2200"/>
              <a:t> para entornos </a:t>
            </a:r>
            <a:r>
              <a:rPr b="1" lang="es-ES" sz="2200"/>
              <a:t>Linux</a:t>
            </a:r>
            <a:r>
              <a:rPr lang="es-ES" sz="2200"/>
              <a:t> y es en este sistema operativo donde se pueden aprovechar mejor sus prestaciones. Además la mayoría de </a:t>
            </a:r>
            <a:r>
              <a:rPr b="1" lang="es-ES" sz="2200"/>
              <a:t>servidores</a:t>
            </a:r>
            <a:r>
              <a:rPr lang="es-ES" sz="2200"/>
              <a:t> web están instalados en </a:t>
            </a:r>
            <a:r>
              <a:rPr b="1" lang="es-ES" sz="2200"/>
              <a:t>Linux</a:t>
            </a:r>
            <a:r>
              <a:rPr lang="es-ES" sz="2200"/>
              <a:t>.</a:t>
            </a:r>
            <a:endParaRPr sz="2200"/>
          </a:p>
          <a:p>
            <a:pPr indent="-317500" lvl="0" marL="285750" rtl="0" algn="l">
              <a:spcBef>
                <a:spcPts val="1000"/>
              </a:spcBef>
              <a:spcAft>
                <a:spcPts val="0"/>
              </a:spcAft>
              <a:buSzPts val="2100"/>
              <a:buChar char="●"/>
            </a:pPr>
            <a:r>
              <a:rPr lang="es-ES" sz="2200"/>
              <a:t>El </a:t>
            </a:r>
            <a:r>
              <a:rPr b="1" lang="es-ES" sz="2200"/>
              <a:t>estilo</a:t>
            </a:r>
            <a:r>
              <a:rPr lang="es-ES" sz="2200"/>
              <a:t> de programación con PHP es totalmente </a:t>
            </a:r>
            <a:r>
              <a:rPr b="1" lang="es-ES" sz="2200"/>
              <a:t>libre</a:t>
            </a:r>
            <a:r>
              <a:rPr lang="es-ES" sz="2200"/>
              <a:t>. Puedes usar tanto programación estructurada (funciones) como </a:t>
            </a:r>
            <a:r>
              <a:rPr lang="es-ES" sz="2200" u="sng">
                <a:solidFill>
                  <a:schemeClr val="hlink"/>
                </a:solidFill>
                <a:hlinkClick r:id="rId3"/>
              </a:rPr>
              <a:t>Programación Orientada a Objetos</a:t>
            </a:r>
            <a:r>
              <a:rPr lang="es-ES" sz="2200"/>
              <a:t> (clases y objetos).</a:t>
            </a:r>
            <a:endParaRPr sz="2200"/>
          </a:p>
          <a:p>
            <a:pPr indent="-317500" lvl="0" marL="285750" rtl="0" algn="l">
              <a:spcBef>
                <a:spcPts val="1000"/>
              </a:spcBef>
              <a:spcAft>
                <a:spcPts val="0"/>
              </a:spcAft>
              <a:buSzPts val="2100"/>
              <a:buChar char="●"/>
            </a:pPr>
            <a:r>
              <a:rPr lang="es-ES" sz="2200"/>
              <a:t>Existen multitud de </a:t>
            </a:r>
            <a:r>
              <a:rPr b="1" lang="es-ES" sz="2200"/>
              <a:t>herramientas</a:t>
            </a:r>
            <a:r>
              <a:rPr lang="es-ES" sz="2200"/>
              <a:t>, librerías, funciones, frameworks gratuitos que llevan PHP a un nuevo nivel. </a:t>
            </a:r>
            <a:endParaRPr sz="2200"/>
          </a:p>
          <a:p>
            <a:pPr indent="-334010" lvl="0" marL="285750" rtl="0" algn="l">
              <a:spcBef>
                <a:spcPts val="1000"/>
              </a:spcBef>
              <a:spcAft>
                <a:spcPts val="0"/>
              </a:spcAft>
              <a:buSzPts val="2200"/>
              <a:buChar char="●"/>
            </a:pPr>
            <a:r>
              <a:rPr b="1" lang="es-ES" sz="2200"/>
              <a:t>Compatible</a:t>
            </a:r>
            <a:r>
              <a:rPr lang="es-ES" sz="2200"/>
              <a:t> con los principales </a:t>
            </a:r>
            <a:r>
              <a:rPr b="1" lang="es-ES" sz="2200"/>
              <a:t>SGBD</a:t>
            </a:r>
            <a:r>
              <a:rPr lang="es-ES" sz="2200"/>
              <a:t> (MYSQL, ORACLE…)</a:t>
            </a:r>
            <a:endParaRPr sz="2200"/>
          </a:p>
          <a:p>
            <a:pPr indent="-334010" lvl="0" marL="285750" rtl="0" algn="l">
              <a:spcBef>
                <a:spcPts val="1000"/>
              </a:spcBef>
              <a:spcAft>
                <a:spcPts val="0"/>
              </a:spcAft>
              <a:buSzPts val="2200"/>
              <a:buChar char="●"/>
            </a:pPr>
            <a:r>
              <a:rPr lang="es-ES" sz="2200"/>
              <a:t>Dispone de un gran número de </a:t>
            </a:r>
            <a:r>
              <a:rPr b="1" lang="es-ES" sz="2200"/>
              <a:t>librerías</a:t>
            </a:r>
            <a:r>
              <a:rPr lang="es-ES" sz="2200"/>
              <a:t> o </a:t>
            </a:r>
            <a:r>
              <a:rPr b="1" lang="es-ES" sz="2200"/>
              <a:t>extensiones</a:t>
            </a:r>
            <a:r>
              <a:rPr lang="es-ES" sz="2200"/>
              <a:t>.</a:t>
            </a:r>
            <a:endParaRPr sz="2200"/>
          </a:p>
          <a:p>
            <a:pPr indent="-334010" lvl="0" marL="285750" rtl="0" algn="l">
              <a:spcBef>
                <a:spcPts val="1000"/>
              </a:spcBef>
              <a:spcAft>
                <a:spcPts val="0"/>
              </a:spcAft>
              <a:buSzPts val="2200"/>
              <a:buChar char="●"/>
            </a:pPr>
            <a:r>
              <a:rPr b="1" lang="es-ES" sz="2200"/>
              <a:t>Abierto</a:t>
            </a:r>
            <a:r>
              <a:rPr lang="es-ES" sz="2200"/>
              <a:t> y </a:t>
            </a:r>
            <a:r>
              <a:rPr b="1" lang="es-ES" sz="2200"/>
              <a:t>gratuito</a:t>
            </a:r>
            <a:r>
              <a:rPr lang="es-ES" sz="2200"/>
              <a:t>.</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ETIQUETA &lt;?PHP…?&gt;</a:t>
            </a:r>
            <a:endParaRPr b="1"/>
          </a:p>
        </p:txBody>
      </p:sp>
      <p:sp>
        <p:nvSpPr>
          <p:cNvPr id="169" name="Google Shape;169;p19"/>
          <p:cNvSpPr txBox="1"/>
          <p:nvPr>
            <p:ph idx="1" type="body"/>
          </p:nvPr>
        </p:nvSpPr>
        <p:spPr>
          <a:xfrm>
            <a:off x="684212" y="1248696"/>
            <a:ext cx="11507700" cy="3318900"/>
          </a:xfrm>
          <a:prstGeom prst="rect">
            <a:avLst/>
          </a:prstGeom>
          <a:noFill/>
          <a:ln>
            <a:noFill/>
          </a:ln>
        </p:spPr>
        <p:txBody>
          <a:bodyPr anchorCtr="0" anchor="ctr" bIns="45700" lIns="91425" spcFirstLastPara="1" rIns="91425" wrap="square" tIns="45700">
            <a:noAutofit/>
          </a:bodyPr>
          <a:lstStyle/>
          <a:p>
            <a:pPr indent="-298450" lvl="0" marL="285750" rtl="0" algn="l">
              <a:spcBef>
                <a:spcPts val="0"/>
              </a:spcBef>
              <a:spcAft>
                <a:spcPts val="0"/>
              </a:spcAft>
              <a:buSzPts val="1800"/>
              <a:buChar char="●"/>
            </a:pPr>
            <a:r>
              <a:rPr lang="es-ES" sz="1900"/>
              <a:t>Los scripts de php deben estar contenidos en ficheros .php.</a:t>
            </a:r>
            <a:endParaRPr sz="1900"/>
          </a:p>
          <a:p>
            <a:pPr indent="-298450" lvl="0" marL="285750" rtl="0" algn="l">
              <a:spcBef>
                <a:spcPts val="1000"/>
              </a:spcBef>
              <a:spcAft>
                <a:spcPts val="0"/>
              </a:spcAft>
              <a:buSzPts val="1800"/>
              <a:buChar char="●"/>
            </a:pPr>
            <a:r>
              <a:rPr lang="es-ES" sz="1900"/>
              <a:t>El código PHP debe estar contenido en &lt;?PHP..?&gt;.</a:t>
            </a:r>
            <a:endParaRPr sz="1900"/>
          </a:p>
          <a:p>
            <a:pPr indent="-298450" lvl="0" marL="285750" rtl="0" algn="l">
              <a:spcBef>
                <a:spcPts val="1000"/>
              </a:spcBef>
              <a:spcAft>
                <a:spcPts val="0"/>
              </a:spcAft>
              <a:buSzPts val="1800"/>
              <a:buChar char="●"/>
            </a:pPr>
            <a:r>
              <a:rPr lang="es-ES" sz="1900"/>
              <a:t>Cada instrucción acaba en punto y coma;</a:t>
            </a:r>
            <a:endParaRPr sz="1900"/>
          </a:p>
          <a:p>
            <a:pPr indent="-298450" lvl="0" marL="285750" rtl="0" algn="l">
              <a:spcBef>
                <a:spcPts val="1000"/>
              </a:spcBef>
              <a:spcAft>
                <a:spcPts val="0"/>
              </a:spcAft>
              <a:buSzPts val="1800"/>
              <a:buChar char="●"/>
            </a:pPr>
            <a:r>
              <a:rPr lang="es-ES" sz="1900"/>
              <a:t>Para incluir comentarios de una línea utilizamos # y //. Para incluir párrafos /* y */.</a:t>
            </a:r>
            <a:endParaRPr sz="1900"/>
          </a:p>
          <a:p>
            <a:pPr indent="-298450" lvl="0" marL="285750" rtl="0" algn="l">
              <a:spcBef>
                <a:spcPts val="1000"/>
              </a:spcBef>
              <a:spcAft>
                <a:spcPts val="0"/>
              </a:spcAft>
              <a:buSzPts val="1800"/>
              <a:buChar char="●"/>
            </a:pPr>
            <a:r>
              <a:rPr lang="es-ES" sz="1900"/>
              <a:t>PHP entiende de manera distinta las mayúsculas y minúsculas, sobretodo con las variables. Sin embargo no es tan estricto con las palabras reservadas del propio lenguaje.</a:t>
            </a:r>
            <a:endParaRPr sz="1900"/>
          </a:p>
          <a:p>
            <a:pPr indent="-298450" lvl="0" marL="285750" rtl="0" algn="l">
              <a:spcBef>
                <a:spcPts val="1000"/>
              </a:spcBef>
              <a:spcAft>
                <a:spcPts val="0"/>
              </a:spcAft>
              <a:buSzPts val="1800"/>
              <a:buChar char="●"/>
            </a:pPr>
            <a:r>
              <a:rPr lang="es-ES" sz="1900"/>
              <a:t>Se puede agrupar código en bloque mediante llaves {}.</a:t>
            </a:r>
            <a:endParaRPr/>
          </a:p>
        </p:txBody>
      </p:sp>
      <p:pic>
        <p:nvPicPr>
          <p:cNvPr id="170" name="Google Shape;170;p19"/>
          <p:cNvPicPr preferRelativeResize="0"/>
          <p:nvPr/>
        </p:nvPicPr>
        <p:blipFill rotWithShape="1">
          <a:blip r:embed="rId3">
            <a:alphaModFix/>
          </a:blip>
          <a:srcRect b="0" l="0" r="0" t="0"/>
          <a:stretch/>
        </p:blipFill>
        <p:spPr>
          <a:xfrm>
            <a:off x="2784392" y="4636169"/>
            <a:ext cx="5984374" cy="20612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VARIABLES</a:t>
            </a:r>
            <a:endParaRPr b="1"/>
          </a:p>
        </p:txBody>
      </p:sp>
      <p:sp>
        <p:nvSpPr>
          <p:cNvPr id="176" name="Google Shape;176;p20"/>
          <p:cNvSpPr txBox="1"/>
          <p:nvPr>
            <p:ph idx="1" type="body"/>
          </p:nvPr>
        </p:nvSpPr>
        <p:spPr>
          <a:xfrm>
            <a:off x="684200" y="1401100"/>
            <a:ext cx="11373300" cy="3802800"/>
          </a:xfrm>
          <a:prstGeom prst="rect">
            <a:avLst/>
          </a:prstGeom>
          <a:noFill/>
          <a:ln>
            <a:noFill/>
          </a:ln>
        </p:spPr>
        <p:txBody>
          <a:bodyPr anchorCtr="0" anchor="ctr" bIns="45700" lIns="91425" spcFirstLastPara="1" rIns="91425" wrap="square" tIns="45700">
            <a:noAutofit/>
          </a:bodyPr>
          <a:lstStyle/>
          <a:p>
            <a:pPr indent="-317500" lvl="0" marL="285750" rtl="0" algn="l">
              <a:spcBef>
                <a:spcPts val="0"/>
              </a:spcBef>
              <a:spcAft>
                <a:spcPts val="0"/>
              </a:spcAft>
              <a:buSzPts val="2100"/>
              <a:buChar char="●"/>
            </a:pPr>
            <a:r>
              <a:rPr lang="es-ES" sz="2200"/>
              <a:t>Técnicamente una variable apunta a una posición de la memoria en donde se almacena un dato.</a:t>
            </a:r>
            <a:endParaRPr sz="2200"/>
          </a:p>
          <a:p>
            <a:pPr indent="-317500" lvl="0" marL="285750" rtl="0" algn="l">
              <a:spcBef>
                <a:spcPts val="1000"/>
              </a:spcBef>
              <a:spcAft>
                <a:spcPts val="0"/>
              </a:spcAft>
              <a:buSzPts val="2100"/>
              <a:buChar char="●"/>
            </a:pPr>
            <a:r>
              <a:rPr lang="es-ES" sz="2200"/>
              <a:t>Las variables siempre deberían tener un nombre descriptivo sobre lo que ellas van a almacenar. </a:t>
            </a:r>
            <a:endParaRPr sz="2200"/>
          </a:p>
          <a:p>
            <a:pPr indent="-317500" lvl="0" marL="285750" rtl="0" algn="l">
              <a:spcBef>
                <a:spcPts val="1000"/>
              </a:spcBef>
              <a:spcAft>
                <a:spcPts val="0"/>
              </a:spcAft>
              <a:buSzPts val="2100"/>
              <a:buChar char="●"/>
            </a:pPr>
            <a:r>
              <a:rPr lang="es-ES" sz="2200"/>
              <a:t>Tienen que comenzar por $. El segundo carácter puede ser un _ o una letra.</a:t>
            </a:r>
            <a:endParaRPr sz="2200"/>
          </a:p>
          <a:p>
            <a:pPr indent="-317500" lvl="0" marL="285750" rtl="0" algn="l">
              <a:spcBef>
                <a:spcPts val="1000"/>
              </a:spcBef>
              <a:spcAft>
                <a:spcPts val="0"/>
              </a:spcAft>
              <a:buSzPts val="2100"/>
              <a:buChar char="●"/>
            </a:pPr>
            <a:r>
              <a:rPr lang="es-ES" sz="2200"/>
              <a:t>A partir del tercer carácter se pueden incluir números.</a:t>
            </a:r>
            <a:endParaRPr sz="2200"/>
          </a:p>
          <a:p>
            <a:pPr indent="-317500" lvl="0" marL="285750" rtl="0" algn="l">
              <a:spcBef>
                <a:spcPts val="1000"/>
              </a:spcBef>
              <a:spcAft>
                <a:spcPts val="0"/>
              </a:spcAft>
              <a:buSzPts val="2100"/>
              <a:buChar char="●"/>
            </a:pPr>
            <a:r>
              <a:rPr lang="es-ES" sz="2200"/>
              <a:t>No hay </a:t>
            </a:r>
            <a:r>
              <a:rPr lang="es-ES" sz="2200"/>
              <a:t>límite</a:t>
            </a:r>
            <a:r>
              <a:rPr lang="es-ES" sz="2200"/>
              <a:t> de tamaño para el nombre.</a:t>
            </a:r>
            <a:endParaRPr sz="2200"/>
          </a:p>
          <a:p>
            <a:pPr indent="-317500" lvl="0" marL="285750" rtl="0" algn="l">
              <a:spcBef>
                <a:spcPts val="1000"/>
              </a:spcBef>
              <a:spcAft>
                <a:spcPts val="0"/>
              </a:spcAft>
              <a:buSzPts val="2100"/>
              <a:buChar char="●"/>
            </a:pPr>
            <a:r>
              <a:rPr lang="es-ES" sz="2200"/>
              <a:t>No puede contener espacios en blanco.</a:t>
            </a:r>
            <a:endParaRPr sz="2200"/>
          </a:p>
          <a:p>
            <a:pPr indent="0" lvl="0" marL="0" rtl="0" algn="l">
              <a:spcBef>
                <a:spcPts val="1000"/>
              </a:spcBef>
              <a:spcAft>
                <a:spcPts val="0"/>
              </a:spcAft>
              <a:buSzPts val="1600"/>
              <a:buNone/>
            </a:pPr>
            <a:r>
              <a:t/>
            </a:r>
            <a:endParaRPr/>
          </a:p>
        </p:txBody>
      </p:sp>
      <p:pic>
        <p:nvPicPr>
          <p:cNvPr id="177" name="Google Shape;177;p20"/>
          <p:cNvPicPr preferRelativeResize="0"/>
          <p:nvPr/>
        </p:nvPicPr>
        <p:blipFill rotWithShape="1">
          <a:blip r:embed="rId3">
            <a:alphaModFix/>
          </a:blip>
          <a:srcRect b="0" l="0" r="0" t="0"/>
          <a:stretch/>
        </p:blipFill>
        <p:spPr>
          <a:xfrm>
            <a:off x="1106400" y="4985700"/>
            <a:ext cx="1931250" cy="651650"/>
          </a:xfrm>
          <a:prstGeom prst="rect">
            <a:avLst/>
          </a:prstGeom>
          <a:noFill/>
          <a:ln>
            <a:noFill/>
          </a:ln>
        </p:spPr>
      </p:pic>
      <p:pic>
        <p:nvPicPr>
          <p:cNvPr id="178" name="Google Shape;178;p20"/>
          <p:cNvPicPr preferRelativeResize="0"/>
          <p:nvPr/>
        </p:nvPicPr>
        <p:blipFill rotWithShape="1">
          <a:blip r:embed="rId4">
            <a:alphaModFix/>
          </a:blip>
          <a:srcRect b="0" l="0" r="0" t="0"/>
          <a:stretch/>
        </p:blipFill>
        <p:spPr>
          <a:xfrm>
            <a:off x="1106389" y="5852660"/>
            <a:ext cx="4486901" cy="304843"/>
          </a:xfrm>
          <a:prstGeom prst="rect">
            <a:avLst/>
          </a:prstGeom>
          <a:noFill/>
          <a:ln>
            <a:noFill/>
          </a:ln>
        </p:spPr>
      </p:pic>
      <p:pic>
        <p:nvPicPr>
          <p:cNvPr id="179" name="Google Shape;179;p20"/>
          <p:cNvPicPr preferRelativeResize="0"/>
          <p:nvPr/>
        </p:nvPicPr>
        <p:blipFill rotWithShape="1">
          <a:blip r:embed="rId5">
            <a:alphaModFix/>
          </a:blip>
          <a:srcRect b="0" l="0" r="0" t="0"/>
          <a:stretch/>
        </p:blipFill>
        <p:spPr>
          <a:xfrm>
            <a:off x="5863625" y="4274175"/>
            <a:ext cx="6091400" cy="2248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TIPOS DE DATOS BÁSICOS</a:t>
            </a:r>
            <a:endParaRPr b="1"/>
          </a:p>
        </p:txBody>
      </p:sp>
      <p:sp>
        <p:nvSpPr>
          <p:cNvPr id="185" name="Google Shape;185;p21"/>
          <p:cNvSpPr txBox="1"/>
          <p:nvPr>
            <p:ph idx="1" type="body"/>
          </p:nvPr>
        </p:nvSpPr>
        <p:spPr>
          <a:xfrm>
            <a:off x="684212" y="1477296"/>
            <a:ext cx="11137500" cy="50805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SzPts val="1480"/>
              <a:buNone/>
            </a:pPr>
            <a:r>
              <a:rPr b="1" lang="es-ES" sz="1850">
                <a:solidFill>
                  <a:srgbClr val="7E367E"/>
                </a:solidFill>
              </a:rPr>
              <a:t>Variables numéricas</a:t>
            </a:r>
            <a:endParaRPr/>
          </a:p>
          <a:p>
            <a:pPr indent="-285750" lvl="0" marL="285750" rtl="0" algn="l">
              <a:lnSpc>
                <a:spcPct val="80000"/>
              </a:lnSpc>
              <a:spcBef>
                <a:spcPts val="970"/>
              </a:spcBef>
              <a:spcAft>
                <a:spcPts val="0"/>
              </a:spcAft>
              <a:buSzPts val="1480"/>
              <a:buChar char="●"/>
            </a:pPr>
            <a:r>
              <a:rPr lang="es-ES" sz="1850"/>
              <a:t>Este tipo de variables almacena cifras, números, que pueden tener dos clasificaciones distintas:</a:t>
            </a:r>
            <a:endParaRPr/>
          </a:p>
          <a:p>
            <a:pPr indent="-288290" lvl="1" marL="742950" rtl="0" algn="l">
              <a:lnSpc>
                <a:spcPct val="80000"/>
              </a:lnSpc>
              <a:spcBef>
                <a:spcPts val="970"/>
              </a:spcBef>
              <a:spcAft>
                <a:spcPts val="0"/>
              </a:spcAft>
              <a:buSzPts val="1480"/>
              <a:buChar char="○"/>
            </a:pPr>
            <a:r>
              <a:rPr b="1" lang="es-ES" sz="1850"/>
              <a:t>Enteros</a:t>
            </a:r>
            <a:r>
              <a:rPr lang="es-ES" sz="1850"/>
              <a:t> $entero=2002; Números sin decimales</a:t>
            </a:r>
            <a:endParaRPr/>
          </a:p>
          <a:p>
            <a:pPr indent="-288290" lvl="1" marL="742950" rtl="0" algn="l">
              <a:lnSpc>
                <a:spcPct val="80000"/>
              </a:lnSpc>
              <a:spcBef>
                <a:spcPts val="970"/>
              </a:spcBef>
              <a:spcAft>
                <a:spcPts val="0"/>
              </a:spcAft>
              <a:buSzPts val="1480"/>
              <a:buChar char="○"/>
            </a:pPr>
            <a:r>
              <a:rPr b="1" lang="es-ES" sz="1850"/>
              <a:t>Reales</a:t>
            </a:r>
            <a:r>
              <a:rPr lang="es-ES" sz="1850"/>
              <a:t> $real=3.14159; Números con o sin decimal</a:t>
            </a:r>
            <a:endParaRPr/>
          </a:p>
          <a:p>
            <a:pPr indent="0" lvl="0" marL="0" rtl="0" algn="l">
              <a:lnSpc>
                <a:spcPct val="80000"/>
              </a:lnSpc>
              <a:spcBef>
                <a:spcPts val="970"/>
              </a:spcBef>
              <a:spcAft>
                <a:spcPts val="0"/>
              </a:spcAft>
              <a:buSzPts val="1480"/>
              <a:buNone/>
            </a:pPr>
            <a:r>
              <a:t/>
            </a:r>
            <a:endParaRPr b="1" sz="1850">
              <a:solidFill>
                <a:srgbClr val="7E367E"/>
              </a:solidFill>
            </a:endParaRPr>
          </a:p>
          <a:p>
            <a:pPr indent="0" lvl="0" marL="0" rtl="0" algn="l">
              <a:lnSpc>
                <a:spcPct val="80000"/>
              </a:lnSpc>
              <a:spcBef>
                <a:spcPts val="970"/>
              </a:spcBef>
              <a:spcAft>
                <a:spcPts val="0"/>
              </a:spcAft>
              <a:buSzPts val="1480"/>
              <a:buNone/>
            </a:pPr>
            <a:r>
              <a:rPr b="1" lang="es-ES" sz="1850">
                <a:solidFill>
                  <a:srgbClr val="7E367E"/>
                </a:solidFill>
              </a:rPr>
              <a:t>Variables alfanuméricas</a:t>
            </a:r>
            <a:endParaRPr/>
          </a:p>
          <a:p>
            <a:pPr indent="-285750" lvl="0" marL="285750" rtl="0" algn="l">
              <a:lnSpc>
                <a:spcPct val="80000"/>
              </a:lnSpc>
              <a:spcBef>
                <a:spcPts val="970"/>
              </a:spcBef>
              <a:spcAft>
                <a:spcPts val="0"/>
              </a:spcAft>
              <a:buSzPts val="1480"/>
              <a:buChar char="●"/>
            </a:pPr>
            <a:r>
              <a:rPr lang="es-ES" sz="1850"/>
              <a:t>Este tipo de datos almacena textos compuestos, cadenas de caracteres, que pueden contener letras, símbolos y números o cifras.</a:t>
            </a:r>
            <a:endParaRPr/>
          </a:p>
          <a:p>
            <a:pPr indent="-288290" lvl="1" marL="742950" rtl="0" algn="l">
              <a:lnSpc>
                <a:spcPct val="80000"/>
              </a:lnSpc>
              <a:spcBef>
                <a:spcPts val="970"/>
              </a:spcBef>
              <a:spcAft>
                <a:spcPts val="0"/>
              </a:spcAft>
              <a:buSzPts val="1480"/>
              <a:buChar char="○"/>
            </a:pPr>
            <a:r>
              <a:rPr b="1" lang="es-ES" sz="1850"/>
              <a:t>Cadenas</a:t>
            </a:r>
            <a:r>
              <a:rPr lang="es-ES" sz="1850"/>
              <a:t> Almacenan variables alfanuméricas $cadena="Hola amigo";</a:t>
            </a:r>
            <a:endParaRPr/>
          </a:p>
          <a:p>
            <a:pPr indent="0" lvl="0" marL="0" rtl="0" algn="l">
              <a:lnSpc>
                <a:spcPct val="80000"/>
              </a:lnSpc>
              <a:spcBef>
                <a:spcPts val="970"/>
              </a:spcBef>
              <a:spcAft>
                <a:spcPts val="0"/>
              </a:spcAft>
              <a:buSzPts val="1480"/>
              <a:buNone/>
            </a:pPr>
            <a:r>
              <a:t/>
            </a:r>
            <a:endParaRPr b="1" sz="1850">
              <a:solidFill>
                <a:srgbClr val="7E367E"/>
              </a:solidFill>
            </a:endParaRPr>
          </a:p>
          <a:p>
            <a:pPr indent="0" lvl="0" marL="0" rtl="0" algn="l">
              <a:lnSpc>
                <a:spcPct val="80000"/>
              </a:lnSpc>
              <a:spcBef>
                <a:spcPts val="970"/>
              </a:spcBef>
              <a:spcAft>
                <a:spcPts val="0"/>
              </a:spcAft>
              <a:buSzPts val="1480"/>
              <a:buNone/>
            </a:pPr>
            <a:r>
              <a:rPr b="1" lang="es-ES" sz="1850">
                <a:solidFill>
                  <a:srgbClr val="7E367E"/>
                </a:solidFill>
              </a:rPr>
              <a:t>Booleanas</a:t>
            </a:r>
            <a:endParaRPr b="1" sz="1850">
              <a:solidFill>
                <a:srgbClr val="7E367E"/>
              </a:solidFill>
            </a:endParaRPr>
          </a:p>
          <a:p>
            <a:pPr indent="-285750" lvl="0" marL="285750" rtl="0" algn="l">
              <a:lnSpc>
                <a:spcPct val="80000"/>
              </a:lnSpc>
              <a:spcBef>
                <a:spcPts val="970"/>
              </a:spcBef>
              <a:spcAft>
                <a:spcPts val="0"/>
              </a:spcAft>
              <a:buSzPts val="1480"/>
              <a:buChar char="●"/>
            </a:pPr>
            <a:r>
              <a:rPr lang="es-ES" sz="1850"/>
              <a:t>Este tipo de variables almacena un valor lógico, que puede valer verdadero o falso. Es muy común en la programación este tipo de variables booleanas.</a:t>
            </a:r>
            <a:endParaRPr sz="1850"/>
          </a:p>
          <a:p>
            <a:pPr indent="-288290" lvl="1" marL="742950" rtl="0" algn="l">
              <a:lnSpc>
                <a:spcPct val="80000"/>
              </a:lnSpc>
              <a:spcBef>
                <a:spcPts val="970"/>
              </a:spcBef>
              <a:spcAft>
                <a:spcPts val="0"/>
              </a:spcAft>
              <a:buSzPts val="1480"/>
              <a:buChar char="○"/>
            </a:pPr>
            <a:r>
              <a:rPr b="1" lang="es-ES" sz="1850"/>
              <a:t>Booleano verdadero</a:t>
            </a:r>
            <a:r>
              <a:rPr lang="es-ES" sz="1850"/>
              <a:t> $verdadero = true;</a:t>
            </a:r>
            <a:endParaRPr/>
          </a:p>
          <a:p>
            <a:pPr indent="-288290" lvl="1" marL="742950" rtl="0" algn="l">
              <a:lnSpc>
                <a:spcPct val="80000"/>
              </a:lnSpc>
              <a:spcBef>
                <a:spcPts val="970"/>
              </a:spcBef>
              <a:spcAft>
                <a:spcPts val="0"/>
              </a:spcAft>
              <a:buSzPts val="1480"/>
              <a:buChar char="○"/>
            </a:pPr>
            <a:r>
              <a:rPr b="1" lang="es-ES" sz="1850"/>
              <a:t>Booleano falso</a:t>
            </a:r>
            <a:r>
              <a:rPr lang="es-ES" sz="1850"/>
              <a:t> $falso = false;</a:t>
            </a:r>
            <a:endParaRPr/>
          </a:p>
          <a:p>
            <a:pPr indent="0" lvl="0" marL="0" rtl="0" algn="l">
              <a:lnSpc>
                <a:spcPct val="80000"/>
              </a:lnSpc>
              <a:spcBef>
                <a:spcPts val="970"/>
              </a:spcBef>
              <a:spcAft>
                <a:spcPts val="0"/>
              </a:spcAft>
              <a:buSzPts val="1480"/>
              <a:buNone/>
            </a:pPr>
            <a:r>
              <a:t/>
            </a:r>
            <a:endParaRPr sz="18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684212" y="476238"/>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TIPADO DINÁMICO</a:t>
            </a:r>
            <a:endParaRPr b="1"/>
          </a:p>
        </p:txBody>
      </p:sp>
      <p:sp>
        <p:nvSpPr>
          <p:cNvPr id="191" name="Google Shape;191;p22"/>
          <p:cNvSpPr txBox="1"/>
          <p:nvPr>
            <p:ph idx="1" type="body"/>
          </p:nvPr>
        </p:nvSpPr>
        <p:spPr>
          <a:xfrm>
            <a:off x="684212" y="1401096"/>
            <a:ext cx="11137391" cy="528209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600"/>
              <a:buNone/>
            </a:pPr>
            <a:r>
              <a:rPr lang="es-ES"/>
              <a:t>A diferencia de otros lenguajes, PHP posee una gran flexibilidad a la hora de operar con variables. En efecto, cuando definimos una variable asignándole un valor, el ordenador le atribuye un tipo.  </a:t>
            </a:r>
            <a:endParaRPr/>
          </a:p>
          <a:p>
            <a:pPr indent="0" lvl="0" marL="0" rtl="0" algn="l">
              <a:spcBef>
                <a:spcPts val="1000"/>
              </a:spcBef>
              <a:spcAft>
                <a:spcPts val="0"/>
              </a:spcAft>
              <a:buSzPts val="1600"/>
              <a:buNone/>
            </a:pPr>
            <a:r>
              <a:rPr lang="es-ES"/>
              <a:t>Sin embargo, si pedimos en nuestro script realizar una operación matemática con esta variable, no obtendremos un mensaje de error sino que la variable cadena será asimilada a numérica (PHP hará todo lo posible por interpretar nuestra operación, aunque técnicamente no tenga mucho sentido hacer determinadas operaciones):</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rPr lang="es-ES"/>
              <a:t>Este script dará como resultado "8". La variable cadena ha sido asimilada en entero (aunque su tipo sigue siendo cadena) para poder realizar la operación matemática. Del mismo modo, podemos operar entre variables tipo entero y real.</a:t>
            </a:r>
            <a:endParaRPr/>
          </a:p>
          <a:p>
            <a:pPr indent="0" lvl="0" marL="0" rtl="0" algn="l">
              <a:spcBef>
                <a:spcPts val="1000"/>
              </a:spcBef>
              <a:spcAft>
                <a:spcPts val="0"/>
              </a:spcAft>
              <a:buSzPts val="1600"/>
              <a:buNone/>
            </a:pPr>
            <a:r>
              <a:t/>
            </a:r>
            <a:endParaRPr/>
          </a:p>
        </p:txBody>
      </p:sp>
      <p:pic>
        <p:nvPicPr>
          <p:cNvPr id="192" name="Google Shape;192;p22"/>
          <p:cNvPicPr preferRelativeResize="0"/>
          <p:nvPr/>
        </p:nvPicPr>
        <p:blipFill rotWithShape="1">
          <a:blip r:embed="rId3">
            <a:alphaModFix/>
          </a:blip>
          <a:srcRect b="0" l="0" r="0" t="0"/>
          <a:stretch/>
        </p:blipFill>
        <p:spPr>
          <a:xfrm>
            <a:off x="5451000" y="4100275"/>
            <a:ext cx="5348475" cy="528975"/>
          </a:xfrm>
          <a:prstGeom prst="rect">
            <a:avLst/>
          </a:prstGeom>
          <a:noFill/>
          <a:ln>
            <a:noFill/>
          </a:ln>
        </p:spPr>
      </p:pic>
      <p:pic>
        <p:nvPicPr>
          <p:cNvPr id="193" name="Google Shape;193;p22"/>
          <p:cNvPicPr preferRelativeResize="0"/>
          <p:nvPr/>
        </p:nvPicPr>
        <p:blipFill rotWithShape="1">
          <a:blip r:embed="rId4">
            <a:alphaModFix/>
          </a:blip>
          <a:srcRect b="0" l="0" r="0" t="0"/>
          <a:stretch/>
        </p:blipFill>
        <p:spPr>
          <a:xfrm>
            <a:off x="986800" y="3622062"/>
            <a:ext cx="3698150" cy="1485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type="title"/>
          </p:nvPr>
        </p:nvSpPr>
        <p:spPr>
          <a:xfrm>
            <a:off x="684198" y="438525"/>
            <a:ext cx="9807900" cy="92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240"/>
              <a:buFont typeface="Century Gothic"/>
              <a:buNone/>
            </a:pPr>
            <a:r>
              <a:rPr b="1" lang="es-ES" sz="3240"/>
              <a:t>VARIABLES ASIGNADOS POR REFERENCIA</a:t>
            </a:r>
            <a:endParaRPr b="1" sz="3240"/>
          </a:p>
        </p:txBody>
      </p:sp>
      <p:sp>
        <p:nvSpPr>
          <p:cNvPr id="199" name="Google Shape;199;p23"/>
          <p:cNvSpPr txBox="1"/>
          <p:nvPr>
            <p:ph idx="1" type="body"/>
          </p:nvPr>
        </p:nvSpPr>
        <p:spPr>
          <a:xfrm>
            <a:off x="684212" y="1401096"/>
            <a:ext cx="11137391" cy="5282092"/>
          </a:xfrm>
          <a:prstGeom prst="rect">
            <a:avLst/>
          </a:prstGeom>
          <a:noFill/>
          <a:ln>
            <a:noFill/>
          </a:ln>
        </p:spPr>
        <p:txBody>
          <a:bodyPr anchorCtr="0" anchor="ctr" bIns="45700" lIns="91425" spcFirstLastPara="1" rIns="91425" wrap="square" tIns="45700">
            <a:noAutofit/>
          </a:bodyPr>
          <a:lstStyle/>
          <a:p>
            <a:pPr indent="-285750" lvl="0" marL="285750" rtl="0" algn="l">
              <a:spcBef>
                <a:spcPts val="0"/>
              </a:spcBef>
              <a:spcAft>
                <a:spcPts val="0"/>
              </a:spcAft>
              <a:buSzPts val="1600"/>
              <a:buChar char="●"/>
            </a:pPr>
            <a:r>
              <a:rPr lang="es-ES"/>
              <a:t>En PHP también podemos asignar variables por referencia, aunque a decir verdad no es una característica que se use mucho. En ese caso no se les asigna un valor, sino otra variable, de tal modo que las dos variables comparten espacio en memoria para el mismo dato. La notación para asignar por referencia es colocar un "&amp;" antes del nombre de la variable.</a:t>
            </a:r>
            <a:endParaRPr/>
          </a:p>
          <a:p>
            <a:pPr indent="-184150" lvl="0" marL="285750" rtl="0" algn="l">
              <a:spcBef>
                <a:spcPts val="1000"/>
              </a:spcBef>
              <a:spcAft>
                <a:spcPts val="0"/>
              </a:spcAft>
              <a:buSzPts val="1600"/>
              <a:buNone/>
            </a:pPr>
            <a:r>
              <a:t/>
            </a:r>
            <a:endParaRPr/>
          </a:p>
          <a:p>
            <a:pPr indent="-184150" lvl="0" marL="285750" rtl="0" algn="l">
              <a:spcBef>
                <a:spcPts val="1000"/>
              </a:spcBef>
              <a:spcAft>
                <a:spcPts val="0"/>
              </a:spcAft>
              <a:buSzPts val="1600"/>
              <a:buNone/>
            </a:pPr>
            <a:r>
              <a:t/>
            </a:r>
            <a:endParaRPr/>
          </a:p>
          <a:p>
            <a:pPr indent="-184150" lvl="0" marL="28575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184150" lvl="0" marL="285750" rtl="0" algn="l">
              <a:spcBef>
                <a:spcPts val="1000"/>
              </a:spcBef>
              <a:spcAft>
                <a:spcPts val="0"/>
              </a:spcAft>
              <a:buSzPts val="1600"/>
              <a:buNone/>
            </a:pPr>
            <a:r>
              <a:t/>
            </a:r>
            <a:endParaRPr/>
          </a:p>
          <a:p>
            <a:pPr indent="-285750" lvl="0" marL="285750" rtl="0" algn="l">
              <a:spcBef>
                <a:spcPts val="1000"/>
              </a:spcBef>
              <a:spcAft>
                <a:spcPts val="0"/>
              </a:spcAft>
              <a:buSzPts val="1600"/>
              <a:buChar char="●"/>
            </a:pPr>
            <a:r>
              <a:rPr lang="es-ES"/>
              <a:t>Esto dará como resultado la visualización dos veces del string "Mi nombre es Bob". Algo como:  </a:t>
            </a:r>
            <a:r>
              <a:rPr b="1" lang="es-ES"/>
              <a:t>Mi nombre es BobMi nombre es Bob</a:t>
            </a:r>
            <a:endParaRPr/>
          </a:p>
          <a:p>
            <a:pPr indent="0" lvl="0" marL="0" rtl="0" algn="l">
              <a:spcBef>
                <a:spcPts val="1000"/>
              </a:spcBef>
              <a:spcAft>
                <a:spcPts val="0"/>
              </a:spcAft>
              <a:buSzPts val="1600"/>
              <a:buNone/>
            </a:pPr>
            <a:r>
              <a:t/>
            </a:r>
            <a:endParaRPr/>
          </a:p>
        </p:txBody>
      </p:sp>
      <p:pic>
        <p:nvPicPr>
          <p:cNvPr id="200" name="Google Shape;200;p23"/>
          <p:cNvPicPr preferRelativeResize="0"/>
          <p:nvPr/>
        </p:nvPicPr>
        <p:blipFill rotWithShape="1">
          <a:blip r:embed="rId3">
            <a:alphaModFix/>
          </a:blip>
          <a:srcRect b="0" l="0" r="0" t="0"/>
          <a:stretch/>
        </p:blipFill>
        <p:spPr>
          <a:xfrm>
            <a:off x="1018298" y="3070284"/>
            <a:ext cx="4534533" cy="182905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4"/>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FORZADO DE TIPOS</a:t>
            </a:r>
            <a:endParaRPr b="1"/>
          </a:p>
        </p:txBody>
      </p:sp>
      <p:sp>
        <p:nvSpPr>
          <p:cNvPr id="206" name="Google Shape;206;p24"/>
          <p:cNvSpPr txBox="1"/>
          <p:nvPr>
            <p:ph idx="1" type="body"/>
          </p:nvPr>
        </p:nvSpPr>
        <p:spPr>
          <a:xfrm>
            <a:off x="684212" y="1401096"/>
            <a:ext cx="11137391" cy="528209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600"/>
              <a:buNone/>
            </a:pPr>
            <a:r>
              <a:rPr lang="es-ES"/>
              <a:t>Tenemos varios métodos para forzar el tipo de datos:</a:t>
            </a:r>
            <a:endParaRPr/>
          </a:p>
          <a:p>
            <a:pPr indent="-288800" lvl="0" marL="457200" rtl="0" algn="l">
              <a:spcBef>
                <a:spcPts val="1000"/>
              </a:spcBef>
              <a:spcAft>
                <a:spcPts val="0"/>
              </a:spcAft>
              <a:buSzPts val="1600"/>
              <a:buFont typeface="Century Gothic"/>
              <a:buAutoNum type="alphaUcPeriod"/>
            </a:pPr>
            <a:r>
              <a:rPr lang="es-ES"/>
              <a:t>Para cambiar el tipo de una variable simplemente le asignamos un valor con un nuevo tipo.</a:t>
            </a:r>
            <a:endParaRPr/>
          </a:p>
          <a:p>
            <a:pPr indent="-355600" lvl="0" marL="457200" rtl="0" algn="l">
              <a:spcBef>
                <a:spcPts val="1000"/>
              </a:spcBef>
              <a:spcAft>
                <a:spcPts val="0"/>
              </a:spcAft>
              <a:buSzPts val="1600"/>
              <a:buFont typeface="Century Gothic"/>
              <a:buNone/>
            </a:pPr>
            <a:r>
              <a:t/>
            </a:r>
            <a:endParaRPr/>
          </a:p>
          <a:p>
            <a:pPr indent="-288800" lvl="0" marL="457200" rtl="0" algn="l">
              <a:spcBef>
                <a:spcPts val="1000"/>
              </a:spcBef>
              <a:spcAft>
                <a:spcPts val="0"/>
              </a:spcAft>
              <a:buSzPts val="1600"/>
              <a:buFont typeface="Century Gothic"/>
              <a:buAutoNum type="alphaUcPeriod"/>
            </a:pPr>
            <a:r>
              <a:rPr lang="es-ES"/>
              <a:t>Podemos forzar una variable para que cambie de tipo con la función settype(). Entre "nuevo_tipo" tenemos: "integer“, “double”, “string“, “array“ y "object“.</a:t>
            </a:r>
            <a:endParaRPr/>
          </a:p>
          <a:p>
            <a:pPr indent="0" lvl="0" marL="0" rtl="0" algn="l">
              <a:spcBef>
                <a:spcPts val="1000"/>
              </a:spcBef>
              <a:spcAft>
                <a:spcPts val="0"/>
              </a:spcAft>
              <a:buSzPts val="1600"/>
              <a:buNone/>
            </a:pPr>
            <a:r>
              <a:t/>
            </a:r>
            <a:endParaRPr/>
          </a:p>
          <a:p>
            <a:pPr indent="-288800" lvl="0" marL="457200" rtl="0" algn="l">
              <a:spcBef>
                <a:spcPts val="1000"/>
              </a:spcBef>
              <a:spcAft>
                <a:spcPts val="0"/>
              </a:spcAft>
              <a:buSzPts val="1600"/>
              <a:buFont typeface="Century Gothic"/>
              <a:buAutoNum type="alphaUcPeriod"/>
            </a:pPr>
            <a:r>
              <a:rPr lang="es-ES"/>
              <a:t>Por </a:t>
            </a:r>
            <a:r>
              <a:rPr lang="es-ES"/>
              <a:t>último</a:t>
            </a:r>
            <a:r>
              <a:rPr lang="es-ES"/>
              <a:t> podemos utilizar otros mecanismos de forzado que es similar al de otros lenguajes como C o Java.(Casting variables). Los forzados permitidos son: (int), (integer) - fuerza a entero (integer) (real), (double), (float) (string) (array) (object) (unser) - fuerza a null (binary) - fuerza a "binary string"</a:t>
            </a:r>
            <a:endParaRPr/>
          </a:p>
          <a:p>
            <a:pPr indent="-184150" lvl="0" marL="285750" rtl="0" algn="l">
              <a:spcBef>
                <a:spcPts val="1000"/>
              </a:spcBef>
              <a:spcAft>
                <a:spcPts val="0"/>
              </a:spcAft>
              <a:buSzPts val="1600"/>
              <a:buNone/>
            </a:pPr>
            <a:r>
              <a:t/>
            </a:r>
            <a:endParaRPr/>
          </a:p>
          <a:p>
            <a:pPr indent="-355600" lvl="0" marL="457200" rtl="0" algn="l">
              <a:spcBef>
                <a:spcPts val="1000"/>
              </a:spcBef>
              <a:spcAft>
                <a:spcPts val="0"/>
              </a:spcAft>
              <a:buSzPts val="1600"/>
              <a:buFont typeface="Century Gothic"/>
              <a:buNone/>
            </a:pPr>
            <a:r>
              <a:t/>
            </a:r>
            <a:endParaRPr/>
          </a:p>
        </p:txBody>
      </p:sp>
      <p:pic>
        <p:nvPicPr>
          <p:cNvPr id="207" name="Google Shape;207;p24"/>
          <p:cNvPicPr preferRelativeResize="0"/>
          <p:nvPr/>
        </p:nvPicPr>
        <p:blipFill rotWithShape="1">
          <a:blip r:embed="rId3">
            <a:alphaModFix/>
          </a:blip>
          <a:srcRect b="0" l="0" r="0" t="0"/>
          <a:stretch/>
        </p:blipFill>
        <p:spPr>
          <a:xfrm>
            <a:off x="2842758" y="2643741"/>
            <a:ext cx="4944165" cy="600159"/>
          </a:xfrm>
          <a:prstGeom prst="rect">
            <a:avLst/>
          </a:prstGeom>
          <a:noFill/>
          <a:ln>
            <a:noFill/>
          </a:ln>
        </p:spPr>
      </p:pic>
      <p:pic>
        <p:nvPicPr>
          <p:cNvPr id="208" name="Google Shape;208;p24"/>
          <p:cNvPicPr preferRelativeResize="0"/>
          <p:nvPr/>
        </p:nvPicPr>
        <p:blipFill rotWithShape="1">
          <a:blip r:embed="rId4">
            <a:alphaModFix/>
          </a:blip>
          <a:srcRect b="0" l="0" r="0" t="0"/>
          <a:stretch/>
        </p:blipFill>
        <p:spPr>
          <a:xfrm>
            <a:off x="2842758" y="3956495"/>
            <a:ext cx="3381847" cy="400106"/>
          </a:xfrm>
          <a:prstGeom prst="rect">
            <a:avLst/>
          </a:prstGeom>
          <a:noFill/>
          <a:ln>
            <a:noFill/>
          </a:ln>
        </p:spPr>
      </p:pic>
      <p:pic>
        <p:nvPicPr>
          <p:cNvPr id="209" name="Google Shape;209;p24"/>
          <p:cNvPicPr preferRelativeResize="0"/>
          <p:nvPr/>
        </p:nvPicPr>
        <p:blipFill rotWithShape="1">
          <a:blip r:embed="rId5">
            <a:alphaModFix/>
          </a:blip>
          <a:srcRect b="0" l="0" r="0" t="0"/>
          <a:stretch/>
        </p:blipFill>
        <p:spPr>
          <a:xfrm>
            <a:off x="2927083" y="5235070"/>
            <a:ext cx="2791215" cy="52394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5"/>
          <p:cNvSpPr txBox="1"/>
          <p:nvPr>
            <p:ph type="title"/>
          </p:nvPr>
        </p:nvSpPr>
        <p:spPr>
          <a:xfrm>
            <a:off x="684199" y="438525"/>
            <a:ext cx="9332700" cy="92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240"/>
              <a:buFont typeface="Century Gothic"/>
              <a:buNone/>
            </a:pPr>
            <a:r>
              <a:rPr b="1" lang="es-ES" sz="3240"/>
              <a:t>CONSTANTES Y VARIABLES DE VARIABLES</a:t>
            </a:r>
            <a:endParaRPr b="1" sz="3240"/>
          </a:p>
        </p:txBody>
      </p:sp>
      <p:sp>
        <p:nvSpPr>
          <p:cNvPr id="215" name="Google Shape;215;p25"/>
          <p:cNvSpPr txBox="1"/>
          <p:nvPr>
            <p:ph idx="1" type="body"/>
          </p:nvPr>
        </p:nvSpPr>
        <p:spPr>
          <a:xfrm>
            <a:off x="684212" y="1401096"/>
            <a:ext cx="11137391" cy="5282092"/>
          </a:xfrm>
          <a:prstGeom prst="rect">
            <a:avLst/>
          </a:prstGeom>
          <a:noFill/>
          <a:ln>
            <a:noFill/>
          </a:ln>
        </p:spPr>
        <p:txBody>
          <a:bodyPr anchorCtr="0" anchor="ctr" bIns="45700" lIns="91425" spcFirstLastPara="1" rIns="91425" wrap="square" tIns="45700">
            <a:noAutofit/>
          </a:bodyPr>
          <a:lstStyle/>
          <a:p>
            <a:pPr indent="-285750" lvl="0" marL="285750" rtl="0" algn="l">
              <a:spcBef>
                <a:spcPts val="0"/>
              </a:spcBef>
              <a:spcAft>
                <a:spcPts val="0"/>
              </a:spcAft>
              <a:buSzPts val="1600"/>
              <a:buChar char="●"/>
            </a:pPr>
            <a:r>
              <a:rPr lang="es-ES"/>
              <a:t>Las constantes son valores que no cambian durante la ejecución del programa y para definirlas se utiliza la función </a:t>
            </a:r>
            <a:r>
              <a:rPr b="1" lang="es-ES"/>
              <a:t>define y desde la versión PHP 5.3 también con const</a:t>
            </a:r>
            <a:r>
              <a:rPr lang="es-ES"/>
              <a:t>.</a:t>
            </a:r>
            <a:endParaRPr/>
          </a:p>
          <a:p>
            <a:pPr indent="0" lvl="0" marL="0" rtl="0" algn="l">
              <a:spcBef>
                <a:spcPts val="1000"/>
              </a:spcBef>
              <a:spcAft>
                <a:spcPts val="0"/>
              </a:spcAft>
              <a:buSzPts val="1600"/>
              <a:buNone/>
            </a:pPr>
            <a:r>
              <a:rPr lang="es-ES"/>
              <a:t>	Por ejemplo:  </a:t>
            </a:r>
            <a:r>
              <a:rPr b="1" lang="es-ES"/>
              <a:t>define(“PI”, 3.141592); </a:t>
            </a:r>
            <a:r>
              <a:rPr lang="es-ES"/>
              <a:t>y se utiliza sin el símbolo &amp;. Echo PI;</a:t>
            </a:r>
            <a:endParaRPr/>
          </a:p>
          <a:p>
            <a:pPr indent="0" lvl="0" marL="0" rtl="0" algn="l">
              <a:spcBef>
                <a:spcPts val="1000"/>
              </a:spcBef>
              <a:spcAft>
                <a:spcPts val="0"/>
              </a:spcAft>
              <a:buSzPts val="1600"/>
              <a:buNone/>
            </a:pPr>
            <a:r>
              <a:rPr lang="es-ES"/>
              <a:t>				     </a:t>
            </a:r>
            <a:r>
              <a:rPr b="1" lang="es-ES"/>
              <a:t>const PI = 3.141592; </a:t>
            </a:r>
            <a:endParaRPr b="1"/>
          </a:p>
          <a:p>
            <a:pPr indent="-285750" lvl="0" marL="285750" rtl="0" algn="l">
              <a:spcBef>
                <a:spcPts val="1000"/>
              </a:spcBef>
              <a:spcAft>
                <a:spcPts val="0"/>
              </a:spcAft>
              <a:buSzPts val="1600"/>
              <a:buChar char="●"/>
            </a:pPr>
            <a:r>
              <a:rPr lang="es-ES"/>
              <a:t>PHP permite utilizar lo que se conoce como </a:t>
            </a:r>
            <a:r>
              <a:rPr b="1" lang="es-ES"/>
              <a:t>macrosustitución de variables</a:t>
            </a:r>
            <a:r>
              <a:rPr lang="es-ES"/>
              <a:t>. Se trata de utilizar dos veces el símbolo $, de modo que se toma el contenido de la variable definida mediante el segundo $ y con este contenido se da nombre a la variable.</a:t>
            </a:r>
            <a:endParaRPr/>
          </a:p>
          <a:p>
            <a:pPr indent="0" lvl="0" marL="0" rtl="0" algn="l">
              <a:spcBef>
                <a:spcPts val="1000"/>
              </a:spcBef>
              <a:spcAft>
                <a:spcPts val="0"/>
              </a:spcAft>
              <a:buSzPts val="1600"/>
              <a:buNone/>
            </a:pPr>
            <a:r>
              <a:rPr b="1" lang="es-ES"/>
              <a:t>	$X=“variable1”;</a:t>
            </a:r>
            <a:endParaRPr/>
          </a:p>
          <a:p>
            <a:pPr indent="0" lvl="0" marL="0" rtl="0" algn="l">
              <a:spcBef>
                <a:spcPts val="1000"/>
              </a:spcBef>
              <a:spcAft>
                <a:spcPts val="0"/>
              </a:spcAft>
              <a:buSzPts val="1600"/>
              <a:buNone/>
            </a:pPr>
            <a:r>
              <a:rPr b="1" lang="es-ES"/>
              <a:t>	$$X=5;</a:t>
            </a:r>
            <a:endParaRPr/>
          </a:p>
          <a:p>
            <a:pPr indent="0" lvl="0" marL="0" rtl="0" algn="l">
              <a:spcBef>
                <a:spcPts val="1000"/>
              </a:spcBef>
              <a:spcAft>
                <a:spcPts val="0"/>
              </a:spcAft>
              <a:buSzPts val="1600"/>
              <a:buNone/>
            </a:pPr>
            <a:r>
              <a:rPr b="1" lang="es-ES"/>
              <a:t>	echo $variable1;  //Escribe 5 por pantalla.</a:t>
            </a:r>
            <a:endParaRPr b="1"/>
          </a:p>
          <a:p>
            <a:pPr indent="0" lvl="0" marL="0" rtl="0" algn="l">
              <a:spcBef>
                <a:spcPts val="1000"/>
              </a:spcBef>
              <a:spcAft>
                <a:spcPts val="0"/>
              </a:spcAft>
              <a:buSzPts val="16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OPERADORES</a:t>
            </a:r>
            <a:endParaRPr b="1"/>
          </a:p>
        </p:txBody>
      </p:sp>
      <p:sp>
        <p:nvSpPr>
          <p:cNvPr id="221" name="Google Shape;221;p26"/>
          <p:cNvSpPr txBox="1"/>
          <p:nvPr>
            <p:ph idx="1" type="body"/>
          </p:nvPr>
        </p:nvSpPr>
        <p:spPr>
          <a:xfrm>
            <a:off x="684212" y="1401096"/>
            <a:ext cx="11137391" cy="5282092"/>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600"/>
              <a:buFont typeface="Noto Sans Symbols"/>
              <a:buChar char="❑"/>
            </a:pPr>
            <a:r>
              <a:rPr lang="es-ES"/>
              <a:t>Un operador es algo que toma uno o más valores y produce otro valor. Sumar, restar, comparación de string, etc..</a:t>
            </a:r>
            <a:endParaRPr/>
          </a:p>
          <a:p>
            <a:pPr indent="0" lvl="0" marL="0" rtl="0" algn="l">
              <a:spcBef>
                <a:spcPts val="1000"/>
              </a:spcBef>
              <a:spcAft>
                <a:spcPts val="0"/>
              </a:spcAft>
              <a:buSzPts val="1600"/>
              <a:buNone/>
            </a:pPr>
            <a:r>
              <a:t/>
            </a:r>
            <a:endParaRPr/>
          </a:p>
          <a:p>
            <a:pPr indent="-285750" lvl="0" marL="285750" rtl="0" algn="l">
              <a:spcBef>
                <a:spcPts val="1000"/>
              </a:spcBef>
              <a:spcAft>
                <a:spcPts val="0"/>
              </a:spcAft>
              <a:buSzPts val="1600"/>
              <a:buFont typeface="Noto Sans Symbols"/>
              <a:buChar char="❑"/>
            </a:pPr>
            <a:r>
              <a:rPr lang="es-ES"/>
              <a:t>Vamos a ver los principales:</a:t>
            </a:r>
            <a:endParaRPr/>
          </a:p>
          <a:p>
            <a:pPr indent="0" lvl="1" marL="457200" rtl="0" algn="l">
              <a:spcBef>
                <a:spcPts val="1000"/>
              </a:spcBef>
              <a:spcAft>
                <a:spcPts val="0"/>
              </a:spcAft>
              <a:buSzPts val="1600"/>
              <a:buNone/>
            </a:pPr>
            <a:r>
              <a:rPr lang="es-ES" sz="2000"/>
              <a:t>○ Aritméticos</a:t>
            </a:r>
            <a:endParaRPr/>
          </a:p>
          <a:p>
            <a:pPr indent="0" lvl="1" marL="457200" rtl="0" algn="l">
              <a:spcBef>
                <a:spcPts val="1000"/>
              </a:spcBef>
              <a:spcAft>
                <a:spcPts val="0"/>
              </a:spcAft>
              <a:buSzPts val="1600"/>
              <a:buNone/>
            </a:pPr>
            <a:r>
              <a:rPr lang="es-ES" sz="2000"/>
              <a:t>○ Asignación</a:t>
            </a:r>
            <a:endParaRPr/>
          </a:p>
          <a:p>
            <a:pPr indent="0" lvl="1" marL="457200" rtl="0" algn="l">
              <a:spcBef>
                <a:spcPts val="1000"/>
              </a:spcBef>
              <a:spcAft>
                <a:spcPts val="0"/>
              </a:spcAft>
              <a:buSzPts val="1600"/>
              <a:buNone/>
            </a:pPr>
            <a:r>
              <a:rPr lang="es-ES" sz="2000"/>
              <a:t>○ Comparación</a:t>
            </a:r>
            <a:endParaRPr/>
          </a:p>
          <a:p>
            <a:pPr indent="0" lvl="1" marL="457200" rtl="0" algn="l">
              <a:spcBef>
                <a:spcPts val="1000"/>
              </a:spcBef>
              <a:spcAft>
                <a:spcPts val="0"/>
              </a:spcAft>
              <a:buSzPts val="1600"/>
              <a:buNone/>
            </a:pPr>
            <a:r>
              <a:rPr lang="es-ES" sz="2000"/>
              <a:t>○ Incremento/decremento</a:t>
            </a:r>
            <a:endParaRPr/>
          </a:p>
          <a:p>
            <a:pPr indent="0" lvl="1" marL="457200" rtl="0" algn="l">
              <a:spcBef>
                <a:spcPts val="1000"/>
              </a:spcBef>
              <a:spcAft>
                <a:spcPts val="0"/>
              </a:spcAft>
              <a:buSzPts val="1600"/>
              <a:buNone/>
            </a:pPr>
            <a:r>
              <a:rPr lang="es-ES" sz="2000"/>
              <a:t>○ Lógicos</a:t>
            </a:r>
            <a:endParaRPr/>
          </a:p>
          <a:p>
            <a:pPr indent="0" lvl="1" marL="457200" rtl="0" algn="l">
              <a:spcBef>
                <a:spcPts val="1000"/>
              </a:spcBef>
              <a:spcAft>
                <a:spcPts val="0"/>
              </a:spcAft>
              <a:buSzPts val="1600"/>
              <a:buNone/>
            </a:pPr>
            <a:r>
              <a:rPr lang="es-ES" sz="2000"/>
              <a:t>○ String</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7"/>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OPERADORES ARITMÉTICOS</a:t>
            </a:r>
            <a:endParaRPr b="1"/>
          </a:p>
        </p:txBody>
      </p:sp>
      <p:pic>
        <p:nvPicPr>
          <p:cNvPr id="227" name="Google Shape;227;p27"/>
          <p:cNvPicPr preferRelativeResize="0"/>
          <p:nvPr/>
        </p:nvPicPr>
        <p:blipFill rotWithShape="1">
          <a:blip r:embed="rId3">
            <a:alphaModFix/>
          </a:blip>
          <a:srcRect b="0" l="0" r="0" t="1768"/>
          <a:stretch/>
        </p:blipFill>
        <p:spPr>
          <a:xfrm>
            <a:off x="684200" y="1582625"/>
            <a:ext cx="10541900" cy="3912750"/>
          </a:xfrm>
          <a:prstGeom prst="rect">
            <a:avLst/>
          </a:prstGeom>
          <a:noFill/>
          <a:ln>
            <a:noFill/>
          </a:ln>
        </p:spPr>
      </p:pic>
      <p:pic>
        <p:nvPicPr>
          <p:cNvPr id="228" name="Google Shape;228;p27"/>
          <p:cNvPicPr preferRelativeResize="0"/>
          <p:nvPr/>
        </p:nvPicPr>
        <p:blipFill rotWithShape="1">
          <a:blip r:embed="rId4">
            <a:alphaModFix/>
          </a:blip>
          <a:srcRect b="0" l="0" r="0" t="0"/>
          <a:stretch/>
        </p:blipFill>
        <p:spPr>
          <a:xfrm>
            <a:off x="6919389" y="2595888"/>
            <a:ext cx="3648584" cy="1886213"/>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8"/>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OPERADORES ASIGNACIÓN</a:t>
            </a:r>
            <a:endParaRPr b="1"/>
          </a:p>
        </p:txBody>
      </p:sp>
      <p:sp>
        <p:nvSpPr>
          <p:cNvPr id="234" name="Google Shape;234;p28"/>
          <p:cNvSpPr txBox="1"/>
          <p:nvPr>
            <p:ph idx="1" type="body"/>
          </p:nvPr>
        </p:nvSpPr>
        <p:spPr>
          <a:xfrm>
            <a:off x="684212" y="1479176"/>
            <a:ext cx="9710364" cy="4679577"/>
          </a:xfrm>
          <a:prstGeom prst="rect">
            <a:avLst/>
          </a:prstGeom>
          <a:noFill/>
          <a:ln>
            <a:noFill/>
          </a:ln>
        </p:spPr>
        <p:txBody>
          <a:bodyPr anchorCtr="0" anchor="ctr" bIns="45700" lIns="91425" spcFirstLastPara="1" rIns="91425" wrap="square" tIns="45700">
            <a:noAutofit/>
          </a:bodyPr>
          <a:lstStyle/>
          <a:p>
            <a:pPr indent="-285750" lvl="0" marL="285750" rtl="0" algn="l">
              <a:spcBef>
                <a:spcPts val="0"/>
              </a:spcBef>
              <a:spcAft>
                <a:spcPts val="0"/>
              </a:spcAft>
              <a:buSzPts val="1600"/>
              <a:buChar char="●"/>
            </a:pPr>
            <a:r>
              <a:rPr lang="es-ES"/>
              <a:t>El operador de asignación es el = pero que no se</a:t>
            </a:r>
            <a:br>
              <a:rPr lang="es-ES"/>
            </a:br>
            <a:r>
              <a:rPr lang="es-ES"/>
              <a:t>entienda “igual a” sino que significa que el operando</a:t>
            </a:r>
            <a:br>
              <a:rPr lang="es-ES"/>
            </a:br>
            <a:r>
              <a:rPr lang="es-ES"/>
              <a:t>de la izquierda se asigna el valor del de la derecha.</a:t>
            </a:r>
            <a:br>
              <a:rPr lang="es-ES"/>
            </a:br>
            <a:r>
              <a:rPr lang="es-ES"/>
              <a:t>$a = “Uno”; // a vale Uno</a:t>
            </a:r>
            <a:br>
              <a:rPr lang="es-ES"/>
            </a:br>
            <a:r>
              <a:rPr lang="es-ES"/>
              <a:t>$b = $a; // b vale Uno .</a:t>
            </a:r>
            <a:endParaRPr/>
          </a:p>
          <a:p>
            <a:pPr indent="-184150" lvl="0" marL="285750" rtl="0" algn="l">
              <a:spcBef>
                <a:spcPts val="1000"/>
              </a:spcBef>
              <a:spcAft>
                <a:spcPts val="0"/>
              </a:spcAft>
              <a:buSzPts val="1600"/>
              <a:buNone/>
            </a:pPr>
            <a:r>
              <a:t/>
            </a:r>
            <a:endParaRPr/>
          </a:p>
          <a:p>
            <a:pPr indent="-285750" lvl="0" marL="285750" rtl="0" algn="l">
              <a:spcBef>
                <a:spcPts val="1000"/>
              </a:spcBef>
              <a:spcAft>
                <a:spcPts val="0"/>
              </a:spcAft>
              <a:buSzPts val="1600"/>
              <a:buChar char="●"/>
            </a:pPr>
            <a:r>
              <a:rPr lang="es-ES"/>
              <a:t>Existen dos operadores de string ambos para</a:t>
            </a:r>
            <a:br>
              <a:rPr lang="es-ES"/>
            </a:br>
            <a:r>
              <a:rPr lang="es-ES"/>
              <a:t>concatenar cadenas</a:t>
            </a:r>
            <a:br>
              <a:rPr lang="es-ES"/>
            </a:br>
            <a:r>
              <a:rPr lang="es-ES"/>
              <a:t>● . con el punto se concatenan cadenas</a:t>
            </a:r>
            <a:br>
              <a:rPr lang="es-ES"/>
            </a:br>
            <a:r>
              <a:rPr lang="es-ES"/>
              <a:t>● .= es el operador de asignación sobre</a:t>
            </a:r>
            <a:br>
              <a:rPr lang="es-ES"/>
            </a:br>
            <a:r>
              <a:rPr lang="es-ES"/>
              <a:t>concatenación. </a:t>
            </a:r>
            <a:br>
              <a:rPr lang="es-ES"/>
            </a:br>
            <a:br>
              <a:rPr lang="es-ES"/>
            </a:br>
            <a:endParaRPr/>
          </a:p>
        </p:txBody>
      </p:sp>
      <p:pic>
        <p:nvPicPr>
          <p:cNvPr id="235" name="Google Shape;235;p28"/>
          <p:cNvPicPr preferRelativeResize="0"/>
          <p:nvPr/>
        </p:nvPicPr>
        <p:blipFill rotWithShape="1">
          <a:blip r:embed="rId3">
            <a:alphaModFix/>
          </a:blip>
          <a:srcRect b="0" l="0" r="0" t="0"/>
          <a:stretch/>
        </p:blipFill>
        <p:spPr>
          <a:xfrm>
            <a:off x="5083292" y="2653902"/>
            <a:ext cx="5849166" cy="1190791"/>
          </a:xfrm>
          <a:prstGeom prst="rect">
            <a:avLst/>
          </a:prstGeom>
          <a:noFill/>
          <a:ln cap="flat" cmpd="sng" w="9525">
            <a:solidFill>
              <a:srgbClr val="345A69"/>
            </a:solidFill>
            <a:prstDash val="solid"/>
            <a:round/>
            <a:headEnd len="sm" w="sm" type="none"/>
            <a:tailEnd len="sm" w="sm" type="none"/>
          </a:ln>
        </p:spPr>
      </p:pic>
      <p:pic>
        <p:nvPicPr>
          <p:cNvPr id="236" name="Google Shape;236;p28"/>
          <p:cNvPicPr preferRelativeResize="0"/>
          <p:nvPr/>
        </p:nvPicPr>
        <p:blipFill rotWithShape="1">
          <a:blip r:embed="rId4">
            <a:alphaModFix/>
          </a:blip>
          <a:srcRect b="0" l="0" r="0" t="0"/>
          <a:stretch/>
        </p:blipFill>
        <p:spPr>
          <a:xfrm>
            <a:off x="5083291" y="4706793"/>
            <a:ext cx="6211167" cy="1766455"/>
          </a:xfrm>
          <a:prstGeom prst="rect">
            <a:avLst/>
          </a:prstGeom>
          <a:noFill/>
          <a:ln cap="flat" cmpd="sng" w="9525">
            <a:solidFill>
              <a:srgbClr val="345A69"/>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9"/>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OPERADORES COMPARACIÓN</a:t>
            </a:r>
            <a:endParaRPr b="1"/>
          </a:p>
        </p:txBody>
      </p:sp>
      <p:pic>
        <p:nvPicPr>
          <p:cNvPr id="242" name="Google Shape;242;p29"/>
          <p:cNvPicPr preferRelativeResize="0"/>
          <p:nvPr/>
        </p:nvPicPr>
        <p:blipFill rotWithShape="1">
          <a:blip r:embed="rId3">
            <a:alphaModFix/>
          </a:blip>
          <a:srcRect b="0" l="0" r="0" t="0"/>
          <a:stretch/>
        </p:blipFill>
        <p:spPr>
          <a:xfrm>
            <a:off x="1993600" y="1363375"/>
            <a:ext cx="7023399" cy="5317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0"/>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240"/>
              <a:buFont typeface="Century Gothic"/>
              <a:buNone/>
            </a:pPr>
            <a:r>
              <a:rPr b="1" lang="es-ES" sz="3240"/>
              <a:t>OPERADORES INCREMENTO/DECREMENTO/LÓGICOS</a:t>
            </a:r>
            <a:endParaRPr b="1" sz="3240"/>
          </a:p>
        </p:txBody>
      </p:sp>
      <p:pic>
        <p:nvPicPr>
          <p:cNvPr id="248" name="Google Shape;248;p30"/>
          <p:cNvPicPr preferRelativeResize="0"/>
          <p:nvPr/>
        </p:nvPicPr>
        <p:blipFill rotWithShape="1">
          <a:blip r:embed="rId3">
            <a:alphaModFix/>
          </a:blip>
          <a:srcRect b="0" l="0" r="0" t="0"/>
          <a:stretch/>
        </p:blipFill>
        <p:spPr>
          <a:xfrm>
            <a:off x="782731" y="1553136"/>
            <a:ext cx="7829550" cy="2057400"/>
          </a:xfrm>
          <a:prstGeom prst="rect">
            <a:avLst/>
          </a:prstGeom>
          <a:noFill/>
          <a:ln>
            <a:noFill/>
          </a:ln>
        </p:spPr>
      </p:pic>
      <p:pic>
        <p:nvPicPr>
          <p:cNvPr id="249" name="Google Shape;249;p30"/>
          <p:cNvPicPr preferRelativeResize="0"/>
          <p:nvPr/>
        </p:nvPicPr>
        <p:blipFill rotWithShape="1">
          <a:blip r:embed="rId4">
            <a:alphaModFix/>
          </a:blip>
          <a:srcRect b="0" l="0" r="0" t="0"/>
          <a:stretch/>
        </p:blipFill>
        <p:spPr>
          <a:xfrm>
            <a:off x="782731" y="3800290"/>
            <a:ext cx="7829550" cy="2962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1"/>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ESTRUCTURAS DE CONTROL.</a:t>
            </a:r>
            <a:endParaRPr b="1"/>
          </a:p>
        </p:txBody>
      </p:sp>
      <p:sp>
        <p:nvSpPr>
          <p:cNvPr id="255" name="Google Shape;255;p31"/>
          <p:cNvSpPr txBox="1"/>
          <p:nvPr>
            <p:ph idx="1" type="body"/>
          </p:nvPr>
        </p:nvSpPr>
        <p:spPr>
          <a:xfrm>
            <a:off x="684212" y="1707776"/>
            <a:ext cx="9710364" cy="4450977"/>
          </a:xfrm>
          <a:prstGeom prst="rect">
            <a:avLst/>
          </a:prstGeom>
          <a:noFill/>
          <a:ln>
            <a:noFill/>
          </a:ln>
        </p:spPr>
        <p:txBody>
          <a:bodyPr anchorCtr="0" anchor="ctr" bIns="45700" lIns="91425" spcFirstLastPara="1" rIns="91425" wrap="square" tIns="45700">
            <a:noAutofit/>
          </a:bodyPr>
          <a:lstStyle/>
          <a:p>
            <a:pPr indent="-285750" lvl="0" marL="285750" rtl="0" algn="l">
              <a:spcBef>
                <a:spcPts val="0"/>
              </a:spcBef>
              <a:spcAft>
                <a:spcPts val="0"/>
              </a:spcAft>
              <a:buSzPts val="1600"/>
              <a:buChar char="●"/>
            </a:pPr>
            <a:r>
              <a:rPr b="1" lang="es-ES"/>
              <a:t>IF … ELSE</a:t>
            </a:r>
            <a:br>
              <a:rPr b="1" lang="es-ES"/>
            </a:br>
            <a:r>
              <a:rPr lang="es-ES"/>
              <a:t>● Es una estructura de control condicional,</a:t>
            </a:r>
            <a:br>
              <a:rPr lang="es-ES"/>
            </a:br>
            <a:r>
              <a:rPr lang="es-ES"/>
              <a:t>hace una cosa u otra</a:t>
            </a:r>
            <a:br>
              <a:rPr lang="es-ES"/>
            </a:br>
            <a:r>
              <a:rPr lang="es-ES"/>
              <a:t>● if (expr)</a:t>
            </a:r>
            <a:br>
              <a:rPr lang="es-ES"/>
            </a:br>
            <a:r>
              <a:rPr lang="es-ES"/>
              <a:t>sentencia</a:t>
            </a:r>
            <a:br>
              <a:rPr lang="es-ES"/>
            </a:br>
            <a:r>
              <a:rPr lang="es-ES"/>
              <a:t>else</a:t>
            </a:r>
            <a:br>
              <a:rPr lang="es-ES"/>
            </a:br>
            <a:r>
              <a:rPr lang="es-ES"/>
              <a:t>sentencia </a:t>
            </a:r>
            <a:br>
              <a:rPr lang="es-ES"/>
            </a:br>
            <a:br>
              <a:rPr lang="es-ES"/>
            </a:br>
            <a:br>
              <a:rPr lang="es-ES"/>
            </a:br>
            <a:endParaRPr/>
          </a:p>
        </p:txBody>
      </p:sp>
      <p:pic>
        <p:nvPicPr>
          <p:cNvPr id="256" name="Google Shape;256;p31"/>
          <p:cNvPicPr preferRelativeResize="0"/>
          <p:nvPr/>
        </p:nvPicPr>
        <p:blipFill rotWithShape="1">
          <a:blip r:embed="rId3">
            <a:alphaModFix/>
          </a:blip>
          <a:srcRect b="0" l="0" r="0" t="0"/>
          <a:stretch/>
        </p:blipFill>
        <p:spPr>
          <a:xfrm>
            <a:off x="6977009" y="2449246"/>
            <a:ext cx="3417567" cy="1759684"/>
          </a:xfrm>
          <a:prstGeom prst="rect">
            <a:avLst/>
          </a:prstGeom>
          <a:noFill/>
          <a:ln>
            <a:noFill/>
          </a:ln>
        </p:spPr>
      </p:pic>
      <p:pic>
        <p:nvPicPr>
          <p:cNvPr id="257" name="Google Shape;257;p31"/>
          <p:cNvPicPr preferRelativeResize="0"/>
          <p:nvPr/>
        </p:nvPicPr>
        <p:blipFill rotWithShape="1">
          <a:blip r:embed="rId4">
            <a:alphaModFix/>
          </a:blip>
          <a:srcRect b="0" l="0" r="0" t="0"/>
          <a:stretch/>
        </p:blipFill>
        <p:spPr>
          <a:xfrm>
            <a:off x="2799333" y="3762103"/>
            <a:ext cx="3561125" cy="2396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ESTRUCTURAS DE CONTROL.</a:t>
            </a:r>
            <a:endParaRPr b="1"/>
          </a:p>
        </p:txBody>
      </p:sp>
      <p:sp>
        <p:nvSpPr>
          <p:cNvPr id="263" name="Google Shape;263;p32"/>
          <p:cNvSpPr txBox="1"/>
          <p:nvPr>
            <p:ph idx="1" type="body"/>
          </p:nvPr>
        </p:nvSpPr>
        <p:spPr>
          <a:xfrm>
            <a:off x="684212" y="1707776"/>
            <a:ext cx="9710364" cy="4450977"/>
          </a:xfrm>
          <a:prstGeom prst="rect">
            <a:avLst/>
          </a:prstGeom>
          <a:noFill/>
          <a:ln>
            <a:noFill/>
          </a:ln>
        </p:spPr>
        <p:txBody>
          <a:bodyPr anchorCtr="0" anchor="ctr" bIns="45700" lIns="91425" spcFirstLastPara="1" rIns="91425" wrap="square" tIns="45700">
            <a:noAutofit/>
          </a:bodyPr>
          <a:lstStyle/>
          <a:p>
            <a:pPr indent="-285750" lvl="0" marL="285750" rtl="0" algn="l">
              <a:lnSpc>
                <a:spcPct val="90000"/>
              </a:lnSpc>
              <a:spcBef>
                <a:spcPts val="0"/>
              </a:spcBef>
              <a:spcAft>
                <a:spcPts val="0"/>
              </a:spcAft>
              <a:buSzPts val="1480"/>
              <a:buChar char="●"/>
            </a:pPr>
            <a:r>
              <a:rPr b="1" lang="es-ES" sz="1850"/>
              <a:t>WHILE / DO … WHILE</a:t>
            </a:r>
            <a:endParaRPr/>
          </a:p>
          <a:p>
            <a:pPr indent="0" lvl="1" marL="457200" rtl="0" algn="l">
              <a:lnSpc>
                <a:spcPct val="90000"/>
              </a:lnSpc>
              <a:spcBef>
                <a:spcPts val="933"/>
              </a:spcBef>
              <a:spcAft>
                <a:spcPts val="0"/>
              </a:spcAft>
              <a:buSzPts val="1332"/>
              <a:buNone/>
            </a:pPr>
            <a:r>
              <a:rPr lang="es-ES" sz="1665"/>
              <a:t>● While</a:t>
            </a:r>
            <a:br>
              <a:rPr lang="es-ES" sz="1665"/>
            </a:br>
            <a:r>
              <a:rPr lang="es-ES" sz="1665"/>
              <a:t>while (expr)</a:t>
            </a:r>
            <a:br>
              <a:rPr lang="es-ES" sz="1665"/>
            </a:br>
            <a:r>
              <a:rPr lang="es-ES" sz="1665"/>
              <a:t>sentencia</a:t>
            </a:r>
            <a:endParaRPr/>
          </a:p>
          <a:p>
            <a:pPr indent="0" lvl="1" marL="457200" rtl="0" algn="l">
              <a:lnSpc>
                <a:spcPct val="90000"/>
              </a:lnSpc>
              <a:spcBef>
                <a:spcPts val="933"/>
              </a:spcBef>
              <a:spcAft>
                <a:spcPts val="0"/>
              </a:spcAft>
              <a:buSzPts val="1332"/>
              <a:buNone/>
            </a:pPr>
            <a:br>
              <a:rPr lang="es-ES" sz="1665"/>
            </a:br>
            <a:r>
              <a:rPr lang="es-ES" sz="1665"/>
              <a:t>● Evalúa la expresión y mientras es true se</a:t>
            </a:r>
            <a:br>
              <a:rPr lang="es-ES" sz="1665"/>
            </a:br>
            <a:r>
              <a:rPr lang="es-ES" sz="1665"/>
              <a:t>ejecuta la sentencia</a:t>
            </a:r>
            <a:endParaRPr/>
          </a:p>
          <a:p>
            <a:pPr indent="0" lvl="1" marL="457200" rtl="0" algn="l">
              <a:lnSpc>
                <a:spcPct val="90000"/>
              </a:lnSpc>
              <a:spcBef>
                <a:spcPts val="933"/>
              </a:spcBef>
              <a:spcAft>
                <a:spcPts val="0"/>
              </a:spcAft>
              <a:buSzPts val="1332"/>
              <a:buNone/>
            </a:pPr>
            <a:br>
              <a:rPr lang="es-ES" sz="1665"/>
            </a:br>
            <a:r>
              <a:rPr lang="es-ES" sz="1665"/>
              <a:t>● do … while es al revés</a:t>
            </a:r>
            <a:br>
              <a:rPr lang="es-ES" sz="1665"/>
            </a:br>
            <a:r>
              <a:rPr lang="es-ES" sz="1665"/>
              <a:t>do {</a:t>
            </a:r>
            <a:br>
              <a:rPr lang="es-ES" sz="1665"/>
            </a:br>
            <a:r>
              <a:rPr lang="es-ES" sz="1665"/>
              <a:t>sentencias</a:t>
            </a:r>
            <a:br>
              <a:rPr lang="es-ES" sz="1665"/>
            </a:br>
            <a:r>
              <a:rPr lang="es-ES" sz="1665"/>
              <a:t>}while(expr)</a:t>
            </a:r>
            <a:endParaRPr/>
          </a:p>
          <a:p>
            <a:pPr indent="0" lvl="1" marL="457200" rtl="0" algn="l">
              <a:lnSpc>
                <a:spcPct val="90000"/>
              </a:lnSpc>
              <a:spcBef>
                <a:spcPts val="933"/>
              </a:spcBef>
              <a:spcAft>
                <a:spcPts val="0"/>
              </a:spcAft>
              <a:buSzPts val="1332"/>
              <a:buNone/>
            </a:pPr>
            <a:br>
              <a:rPr lang="es-ES" sz="1665"/>
            </a:br>
            <a:r>
              <a:rPr lang="es-ES" sz="1665"/>
              <a:t>● Primero ejecuta la sentencia mientras la</a:t>
            </a:r>
            <a:br>
              <a:rPr lang="es-ES" sz="1665"/>
            </a:br>
            <a:r>
              <a:rPr lang="es-ES" sz="1665"/>
              <a:t>expresión es true que se evalúa la expresión </a:t>
            </a:r>
            <a:br>
              <a:rPr lang="es-ES" sz="1665"/>
            </a:br>
            <a:endParaRPr sz="1665"/>
          </a:p>
        </p:txBody>
      </p:sp>
      <p:pic>
        <p:nvPicPr>
          <p:cNvPr id="264" name="Google Shape;264;p32"/>
          <p:cNvPicPr preferRelativeResize="0"/>
          <p:nvPr/>
        </p:nvPicPr>
        <p:blipFill rotWithShape="1">
          <a:blip r:embed="rId3">
            <a:alphaModFix/>
          </a:blip>
          <a:srcRect b="0" l="0" r="0" t="0"/>
          <a:stretch/>
        </p:blipFill>
        <p:spPr>
          <a:xfrm>
            <a:off x="7684201" y="664134"/>
            <a:ext cx="3194471" cy="3646045"/>
          </a:xfrm>
          <a:prstGeom prst="rect">
            <a:avLst/>
          </a:prstGeom>
          <a:noFill/>
          <a:ln>
            <a:noFill/>
          </a:ln>
        </p:spPr>
      </p:pic>
      <p:pic>
        <p:nvPicPr>
          <p:cNvPr id="265" name="Google Shape;265;p32"/>
          <p:cNvPicPr preferRelativeResize="0"/>
          <p:nvPr/>
        </p:nvPicPr>
        <p:blipFill rotWithShape="1">
          <a:blip r:embed="rId4">
            <a:alphaModFix/>
          </a:blip>
          <a:srcRect b="0" l="0" r="0" t="0"/>
          <a:stretch/>
        </p:blipFill>
        <p:spPr>
          <a:xfrm>
            <a:off x="8316213" y="4535789"/>
            <a:ext cx="2562459" cy="213538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ESTRUCTURAS DE CONTROL.</a:t>
            </a:r>
            <a:endParaRPr b="1"/>
          </a:p>
        </p:txBody>
      </p:sp>
      <p:sp>
        <p:nvSpPr>
          <p:cNvPr id="271" name="Google Shape;271;p33"/>
          <p:cNvSpPr txBox="1"/>
          <p:nvPr>
            <p:ph idx="1" type="body"/>
          </p:nvPr>
        </p:nvSpPr>
        <p:spPr>
          <a:xfrm>
            <a:off x="684212" y="1707777"/>
            <a:ext cx="9710364" cy="2635624"/>
          </a:xfrm>
          <a:prstGeom prst="rect">
            <a:avLst/>
          </a:prstGeom>
          <a:noFill/>
          <a:ln>
            <a:noFill/>
          </a:ln>
        </p:spPr>
        <p:txBody>
          <a:bodyPr anchorCtr="0" anchor="ctr" bIns="45700" lIns="91425" spcFirstLastPara="1" rIns="91425" wrap="square" tIns="45700">
            <a:noAutofit/>
          </a:bodyPr>
          <a:lstStyle/>
          <a:p>
            <a:pPr indent="-285750" lvl="0" marL="285750" rtl="0" algn="l">
              <a:lnSpc>
                <a:spcPct val="90000"/>
              </a:lnSpc>
              <a:spcBef>
                <a:spcPts val="0"/>
              </a:spcBef>
              <a:spcAft>
                <a:spcPts val="0"/>
              </a:spcAft>
              <a:buSzPts val="1600"/>
              <a:buChar char="●"/>
            </a:pPr>
            <a:r>
              <a:rPr b="1" lang="es-ES"/>
              <a:t>FOR. </a:t>
            </a:r>
            <a:r>
              <a:rPr lang="es-ES"/>
              <a:t>Formato.</a:t>
            </a:r>
            <a:br>
              <a:rPr lang="es-ES"/>
            </a:br>
            <a:r>
              <a:rPr lang="es-ES"/>
              <a:t>for (expr1; expr2; expr3)</a:t>
            </a:r>
            <a:br>
              <a:rPr lang="es-ES"/>
            </a:br>
            <a:r>
              <a:rPr lang="es-ES"/>
              <a:t>sentencia</a:t>
            </a:r>
            <a:endParaRPr/>
          </a:p>
          <a:p>
            <a:pPr indent="-285750" lvl="0" marL="285750" rtl="0" algn="l">
              <a:lnSpc>
                <a:spcPct val="90000"/>
              </a:lnSpc>
              <a:spcBef>
                <a:spcPts val="1000"/>
              </a:spcBef>
              <a:spcAft>
                <a:spcPts val="0"/>
              </a:spcAft>
              <a:buSzPts val="1600"/>
              <a:buChar char="●"/>
            </a:pPr>
            <a:r>
              <a:rPr lang="es-ES"/>
              <a:t>Se evalúa la expr1 mientras la expr2 es TRUE</a:t>
            </a:r>
            <a:br>
              <a:rPr lang="es-ES"/>
            </a:br>
            <a:r>
              <a:rPr lang="es-ES"/>
              <a:t>La expr3 es un cambio de variable que se</a:t>
            </a:r>
            <a:br>
              <a:rPr lang="es-ES"/>
            </a:br>
            <a:r>
              <a:rPr lang="es-ES"/>
              <a:t>incrementa o decrementa.</a:t>
            </a:r>
            <a:br>
              <a:rPr lang="es-ES"/>
            </a:br>
            <a:br>
              <a:rPr lang="es-ES"/>
            </a:br>
            <a:endParaRPr/>
          </a:p>
        </p:txBody>
      </p:sp>
      <p:pic>
        <p:nvPicPr>
          <p:cNvPr id="272" name="Google Shape;272;p33"/>
          <p:cNvPicPr preferRelativeResize="0"/>
          <p:nvPr/>
        </p:nvPicPr>
        <p:blipFill rotWithShape="1">
          <a:blip r:embed="rId3">
            <a:alphaModFix/>
          </a:blip>
          <a:srcRect b="0" l="0" r="0" t="0"/>
          <a:stretch/>
        </p:blipFill>
        <p:spPr>
          <a:xfrm>
            <a:off x="6860954" y="1707777"/>
            <a:ext cx="3060873" cy="3671047"/>
          </a:xfrm>
          <a:prstGeom prst="rect">
            <a:avLst/>
          </a:prstGeom>
          <a:noFill/>
          <a:ln>
            <a:noFill/>
          </a:ln>
        </p:spPr>
      </p:pic>
      <p:pic>
        <p:nvPicPr>
          <p:cNvPr id="273" name="Google Shape;273;p33"/>
          <p:cNvPicPr preferRelativeResize="0"/>
          <p:nvPr/>
        </p:nvPicPr>
        <p:blipFill rotWithShape="1">
          <a:blip r:embed="rId4">
            <a:alphaModFix/>
          </a:blip>
          <a:srcRect b="0" l="0" r="0" t="0"/>
          <a:stretch/>
        </p:blipFill>
        <p:spPr>
          <a:xfrm>
            <a:off x="1084960" y="3905232"/>
            <a:ext cx="4347652" cy="290417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4"/>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ESTRUCTURAS DE CONTROL.</a:t>
            </a:r>
            <a:endParaRPr b="1"/>
          </a:p>
        </p:txBody>
      </p:sp>
      <p:sp>
        <p:nvSpPr>
          <p:cNvPr id="279" name="Google Shape;279;p34"/>
          <p:cNvSpPr txBox="1"/>
          <p:nvPr>
            <p:ph idx="1" type="body"/>
          </p:nvPr>
        </p:nvSpPr>
        <p:spPr>
          <a:xfrm>
            <a:off x="684212" y="1707776"/>
            <a:ext cx="9710364" cy="2958353"/>
          </a:xfrm>
          <a:prstGeom prst="rect">
            <a:avLst/>
          </a:prstGeom>
          <a:noFill/>
          <a:ln>
            <a:noFill/>
          </a:ln>
        </p:spPr>
        <p:txBody>
          <a:bodyPr anchorCtr="0" anchor="ctr" bIns="45700" lIns="91425" spcFirstLastPara="1" rIns="91425" wrap="square" tIns="45700">
            <a:noAutofit/>
          </a:bodyPr>
          <a:lstStyle/>
          <a:p>
            <a:pPr indent="-285750" lvl="0" marL="285750" rtl="0" algn="l">
              <a:spcBef>
                <a:spcPts val="0"/>
              </a:spcBef>
              <a:spcAft>
                <a:spcPts val="0"/>
              </a:spcAft>
              <a:buSzPts val="1600"/>
              <a:buChar char="●"/>
            </a:pPr>
            <a:r>
              <a:rPr b="1" lang="es-ES"/>
              <a:t>FOREACH</a:t>
            </a:r>
            <a:br>
              <a:rPr b="1" lang="es-ES"/>
            </a:br>
            <a:r>
              <a:rPr lang="es-ES"/>
              <a:t>● Se utiliza exclusivamente para recorrer arrays u objetos</a:t>
            </a:r>
            <a:br>
              <a:rPr lang="es-ES"/>
            </a:br>
            <a:r>
              <a:rPr lang="es-ES"/>
              <a:t>● Tiene dos formas de utilizarse</a:t>
            </a:r>
            <a:br>
              <a:rPr lang="es-ES"/>
            </a:br>
            <a:r>
              <a:rPr lang="es-ES"/>
              <a:t>foreach (expresión_array as $valor)</a:t>
            </a:r>
            <a:br>
              <a:rPr lang="es-ES"/>
            </a:br>
            <a:r>
              <a:rPr lang="es-ES"/>
              <a:t>sentencias</a:t>
            </a:r>
            <a:br>
              <a:rPr lang="es-ES"/>
            </a:br>
            <a:r>
              <a:rPr lang="es-ES"/>
              <a:t>foreach (expresión_array as $clave =&gt; $valor)</a:t>
            </a:r>
            <a:br>
              <a:rPr lang="es-ES"/>
            </a:br>
            <a:r>
              <a:rPr lang="es-ES"/>
              <a:t>sentencias </a:t>
            </a:r>
            <a:br>
              <a:rPr lang="es-ES"/>
            </a:br>
            <a:br>
              <a:rPr lang="es-ES"/>
            </a:br>
            <a:endParaRPr/>
          </a:p>
        </p:txBody>
      </p:sp>
      <p:pic>
        <p:nvPicPr>
          <p:cNvPr id="280" name="Google Shape;280;p34"/>
          <p:cNvPicPr preferRelativeResize="0"/>
          <p:nvPr/>
        </p:nvPicPr>
        <p:blipFill rotWithShape="1">
          <a:blip r:embed="rId3">
            <a:alphaModFix/>
          </a:blip>
          <a:srcRect b="0" l="0" r="0" t="0"/>
          <a:stretch/>
        </p:blipFill>
        <p:spPr>
          <a:xfrm>
            <a:off x="586576" y="4107051"/>
            <a:ext cx="6722774" cy="2568950"/>
          </a:xfrm>
          <a:prstGeom prst="rect">
            <a:avLst/>
          </a:prstGeom>
          <a:noFill/>
          <a:ln>
            <a:noFill/>
          </a:ln>
        </p:spPr>
      </p:pic>
      <p:pic>
        <p:nvPicPr>
          <p:cNvPr id="281" name="Google Shape;281;p34"/>
          <p:cNvPicPr preferRelativeResize="0"/>
          <p:nvPr/>
        </p:nvPicPr>
        <p:blipFill>
          <a:blip r:embed="rId4">
            <a:alphaModFix/>
          </a:blip>
          <a:stretch>
            <a:fillRect/>
          </a:stretch>
        </p:blipFill>
        <p:spPr>
          <a:xfrm>
            <a:off x="6004738" y="4407938"/>
            <a:ext cx="6124575" cy="1590675"/>
          </a:xfrm>
          <a:prstGeom prst="rect">
            <a:avLst/>
          </a:prstGeom>
          <a:noFill/>
          <a:ln>
            <a:noFill/>
          </a:ln>
        </p:spPr>
      </p:pic>
      <p:sp>
        <p:nvSpPr>
          <p:cNvPr id="282" name="Google Shape;282;p34"/>
          <p:cNvSpPr txBox="1"/>
          <p:nvPr/>
        </p:nvSpPr>
        <p:spPr>
          <a:xfrm>
            <a:off x="8638325" y="1153450"/>
            <a:ext cx="3247200" cy="21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200" u="sng">
                <a:solidFill>
                  <a:srgbClr val="1155CC"/>
                </a:solidFill>
                <a:latin typeface="Century Gothic"/>
                <a:ea typeface="Century Gothic"/>
                <a:cs typeface="Century Gothic"/>
                <a:sym typeface="Century Gothic"/>
              </a:rPr>
              <a:t>!OJO!</a:t>
            </a:r>
            <a:endParaRPr b="1" sz="2200" u="sng">
              <a:solidFill>
                <a:srgbClr val="1155CC"/>
              </a:solidFill>
              <a:latin typeface="Century Gothic"/>
              <a:ea typeface="Century Gothic"/>
              <a:cs typeface="Century Gothic"/>
              <a:sym typeface="Century Gothic"/>
            </a:endParaRPr>
          </a:p>
          <a:p>
            <a:pPr indent="0" lvl="0" marL="0" rtl="0" algn="l">
              <a:spcBef>
                <a:spcPts val="0"/>
              </a:spcBef>
              <a:spcAft>
                <a:spcPts val="0"/>
              </a:spcAft>
              <a:buNone/>
            </a:pPr>
            <a:r>
              <a:rPr b="1" lang="es-ES" sz="1700">
                <a:solidFill>
                  <a:srgbClr val="1155CC"/>
                </a:solidFill>
                <a:latin typeface="Century Gothic"/>
                <a:ea typeface="Century Gothic"/>
                <a:cs typeface="Century Gothic"/>
                <a:sym typeface="Century Gothic"/>
              </a:rPr>
              <a:t>Si usamos referencia &amp;$valor permanece aún después del bucle foreach. Se recomienda destruirla con unset(). Más info:</a:t>
            </a:r>
            <a:br>
              <a:rPr b="1" lang="es-ES" sz="1700">
                <a:solidFill>
                  <a:srgbClr val="1155CC"/>
                </a:solidFill>
                <a:latin typeface="Century Gothic"/>
                <a:ea typeface="Century Gothic"/>
                <a:cs typeface="Century Gothic"/>
                <a:sym typeface="Century Gothic"/>
              </a:rPr>
            </a:br>
            <a:r>
              <a:rPr b="1" lang="es-ES" u="sng">
                <a:solidFill>
                  <a:schemeClr val="hlink"/>
                </a:solidFill>
                <a:latin typeface="Century Gothic"/>
                <a:ea typeface="Century Gothic"/>
                <a:cs typeface="Century Gothic"/>
                <a:sym typeface="Century Gothic"/>
                <a:hlinkClick r:id="rId5"/>
              </a:rPr>
              <a:t>https://www.php.net/manual/es/control-structures.foreach.php</a:t>
            </a:r>
            <a:endParaRPr b="1">
              <a:solidFill>
                <a:srgbClr val="1155CC"/>
              </a:solidFill>
              <a:latin typeface="Century Gothic"/>
              <a:ea typeface="Century Gothic"/>
              <a:cs typeface="Century Gothic"/>
              <a:sym typeface="Century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5"/>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ESTRUCTURAS DE CONTROL.</a:t>
            </a:r>
            <a:endParaRPr b="1"/>
          </a:p>
        </p:txBody>
      </p:sp>
      <p:sp>
        <p:nvSpPr>
          <p:cNvPr id="288" name="Google Shape;288;p35"/>
          <p:cNvSpPr txBox="1"/>
          <p:nvPr>
            <p:ph idx="1" type="body"/>
          </p:nvPr>
        </p:nvSpPr>
        <p:spPr>
          <a:xfrm>
            <a:off x="684212" y="1707776"/>
            <a:ext cx="9710364" cy="4450977"/>
          </a:xfrm>
          <a:prstGeom prst="rect">
            <a:avLst/>
          </a:prstGeom>
          <a:noFill/>
          <a:ln>
            <a:noFill/>
          </a:ln>
        </p:spPr>
        <p:txBody>
          <a:bodyPr anchorCtr="0" anchor="ctr" bIns="45700" lIns="91425" spcFirstLastPara="1" rIns="91425" wrap="square" tIns="45700">
            <a:noAutofit/>
          </a:bodyPr>
          <a:lstStyle/>
          <a:p>
            <a:pPr indent="-285750" lvl="0" marL="285750" rtl="0" algn="l">
              <a:lnSpc>
                <a:spcPct val="80000"/>
              </a:lnSpc>
              <a:spcBef>
                <a:spcPts val="0"/>
              </a:spcBef>
              <a:spcAft>
                <a:spcPts val="0"/>
              </a:spcAft>
              <a:buSzPts val="1360"/>
              <a:buChar char="●"/>
            </a:pPr>
            <a:r>
              <a:rPr b="1" lang="es-ES" sz="1700"/>
              <a:t>SWITCH</a:t>
            </a:r>
            <a:br>
              <a:rPr b="1" lang="es-ES" sz="1700"/>
            </a:br>
            <a:r>
              <a:rPr lang="es-ES" sz="1700"/>
              <a:t>● Es un condicional</a:t>
            </a:r>
            <a:br>
              <a:rPr lang="es-ES" sz="1700"/>
            </a:br>
            <a:r>
              <a:rPr lang="es-ES" sz="1700"/>
              <a:t>● Es similar a la sentencia IF</a:t>
            </a:r>
            <a:br>
              <a:rPr lang="es-ES" sz="1700"/>
            </a:br>
            <a:endParaRPr sz="1700"/>
          </a:p>
          <a:p>
            <a:pPr indent="0" lvl="0" marL="0" rtl="0" algn="l">
              <a:lnSpc>
                <a:spcPct val="80000"/>
              </a:lnSpc>
              <a:spcBef>
                <a:spcPts val="940"/>
              </a:spcBef>
              <a:spcAft>
                <a:spcPts val="0"/>
              </a:spcAft>
              <a:buSzPts val="1360"/>
              <a:buNone/>
            </a:pPr>
            <a:r>
              <a:rPr lang="es-ES" sz="1700"/>
              <a:t>	switch (variable)</a:t>
            </a:r>
            <a:br>
              <a:rPr lang="es-ES" sz="1700"/>
            </a:br>
            <a:r>
              <a:rPr lang="es-ES" sz="1700"/>
              <a:t>	{</a:t>
            </a:r>
            <a:br>
              <a:rPr lang="es-ES" sz="1700"/>
            </a:br>
            <a:r>
              <a:rPr lang="es-ES" sz="1700"/>
              <a:t>	case 'value':</a:t>
            </a:r>
            <a:br>
              <a:rPr lang="es-ES" sz="1700"/>
            </a:br>
            <a:r>
              <a:rPr lang="es-ES" sz="1700"/>
              <a:t>	# code...</a:t>
            </a:r>
            <a:br>
              <a:rPr lang="es-ES" sz="1700"/>
            </a:br>
            <a:r>
              <a:rPr lang="es-ES" sz="1700"/>
              <a:t>	break;</a:t>
            </a:r>
            <a:br>
              <a:rPr lang="es-ES" sz="1700"/>
            </a:br>
            <a:r>
              <a:rPr lang="es-ES" sz="1700"/>
              <a:t>	default:</a:t>
            </a:r>
            <a:br>
              <a:rPr lang="es-ES" sz="1700"/>
            </a:br>
            <a:r>
              <a:rPr lang="es-ES" sz="1700"/>
              <a:t>	# code...</a:t>
            </a:r>
            <a:br>
              <a:rPr lang="es-ES" sz="1700"/>
            </a:br>
            <a:r>
              <a:rPr lang="es-ES" sz="1700"/>
              <a:t>	break;</a:t>
            </a:r>
            <a:br>
              <a:rPr lang="es-ES" sz="1700"/>
            </a:br>
            <a:r>
              <a:rPr lang="es-ES" sz="1700"/>
              <a:t>	} </a:t>
            </a:r>
            <a:endParaRPr/>
          </a:p>
          <a:p>
            <a:pPr indent="-285750" lvl="0" marL="285750" rtl="0" algn="l">
              <a:lnSpc>
                <a:spcPct val="80000"/>
              </a:lnSpc>
              <a:spcBef>
                <a:spcPts val="940"/>
              </a:spcBef>
              <a:spcAft>
                <a:spcPts val="0"/>
              </a:spcAft>
              <a:buSzPts val="1360"/>
              <a:buChar char="●"/>
            </a:pPr>
            <a:r>
              <a:rPr b="1" lang="es-ES" sz="1700"/>
              <a:t>Break</a:t>
            </a:r>
            <a:br>
              <a:rPr b="1" lang="es-ES" sz="1700"/>
            </a:br>
            <a:r>
              <a:rPr lang="es-ES" sz="1700"/>
              <a:t>Finaliza la ejecución de la estructura for, foreach, while, do-while o switch en curso.</a:t>
            </a:r>
            <a:endParaRPr/>
          </a:p>
          <a:p>
            <a:pPr indent="-285750" lvl="0" marL="285750" rtl="0" algn="l">
              <a:lnSpc>
                <a:spcPct val="80000"/>
              </a:lnSpc>
              <a:spcBef>
                <a:spcPts val="940"/>
              </a:spcBef>
              <a:spcAft>
                <a:spcPts val="0"/>
              </a:spcAft>
              <a:buSzPts val="1360"/>
              <a:buChar char="●"/>
            </a:pPr>
            <a:r>
              <a:rPr b="1" lang="es-ES" sz="1700"/>
              <a:t>Continue</a:t>
            </a:r>
            <a:br>
              <a:rPr b="1" lang="es-ES" sz="1700"/>
            </a:br>
            <a:r>
              <a:rPr lang="es-ES" sz="1700"/>
              <a:t>Se utiliza dentro de las estructuras for, foreach, while, do-while o switch para pasar a la siguiente iteración. </a:t>
            </a:r>
            <a:br>
              <a:rPr lang="es-ES" sz="1700"/>
            </a:br>
            <a:endParaRPr sz="1700"/>
          </a:p>
        </p:txBody>
      </p:sp>
      <p:pic>
        <p:nvPicPr>
          <p:cNvPr id="289" name="Google Shape;289;p35"/>
          <p:cNvPicPr preferRelativeResize="0"/>
          <p:nvPr/>
        </p:nvPicPr>
        <p:blipFill rotWithShape="1">
          <a:blip r:embed="rId3">
            <a:alphaModFix/>
          </a:blip>
          <a:srcRect b="0" l="0" r="0" t="0"/>
          <a:stretch/>
        </p:blipFill>
        <p:spPr>
          <a:xfrm>
            <a:off x="4215234" y="1707776"/>
            <a:ext cx="2648320" cy="2534004"/>
          </a:xfrm>
          <a:prstGeom prst="rect">
            <a:avLst/>
          </a:prstGeom>
          <a:noFill/>
          <a:ln>
            <a:noFill/>
          </a:ln>
        </p:spPr>
      </p:pic>
      <p:pic>
        <p:nvPicPr>
          <p:cNvPr id="290" name="Google Shape;290;p35"/>
          <p:cNvPicPr preferRelativeResize="0"/>
          <p:nvPr/>
        </p:nvPicPr>
        <p:blipFill rotWithShape="1">
          <a:blip r:embed="rId4">
            <a:alphaModFix/>
          </a:blip>
          <a:srcRect b="0" l="0" r="0" t="0"/>
          <a:stretch/>
        </p:blipFill>
        <p:spPr>
          <a:xfrm>
            <a:off x="7841520" y="3118763"/>
            <a:ext cx="2553056" cy="162900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6"/>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ARRAYS.</a:t>
            </a:r>
            <a:endParaRPr b="1"/>
          </a:p>
        </p:txBody>
      </p:sp>
      <p:sp>
        <p:nvSpPr>
          <p:cNvPr id="296" name="Google Shape;296;p36"/>
          <p:cNvSpPr txBox="1"/>
          <p:nvPr>
            <p:ph idx="1" type="body"/>
          </p:nvPr>
        </p:nvSpPr>
        <p:spPr>
          <a:xfrm>
            <a:off x="684212" y="1276841"/>
            <a:ext cx="7267481" cy="513740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40"/>
              <a:buNone/>
            </a:pPr>
            <a:r>
              <a:rPr lang="es-ES" sz="1800"/>
              <a:t>Un array o tabla nos permite almacenar varios elementos y es necesario el uso de un índice o clave para poder referirnos a cada uno de ellos.</a:t>
            </a:r>
            <a:endParaRPr/>
          </a:p>
          <a:p>
            <a:pPr indent="0" lvl="0" marL="0" rtl="0" algn="l">
              <a:spcBef>
                <a:spcPts val="960"/>
              </a:spcBef>
              <a:spcAft>
                <a:spcPts val="0"/>
              </a:spcAft>
              <a:buSzPts val="1440"/>
              <a:buNone/>
            </a:pPr>
            <a:r>
              <a:rPr b="1" lang="es-ES" sz="1800">
                <a:solidFill>
                  <a:srgbClr val="345A69"/>
                </a:solidFill>
              </a:rPr>
              <a:t>Arrays comunes, índices numéricos.</a:t>
            </a:r>
            <a:endParaRPr/>
          </a:p>
          <a:p>
            <a:pPr indent="0" lvl="0" marL="0" rtl="0" algn="l">
              <a:spcBef>
                <a:spcPts val="960"/>
              </a:spcBef>
              <a:spcAft>
                <a:spcPts val="0"/>
              </a:spcAft>
              <a:buSzPts val="1440"/>
              <a:buNone/>
            </a:pPr>
            <a:r>
              <a:rPr lang="es-ES" sz="1800"/>
              <a:t>En este caso este array cataloga sus elementos, comúnmente llamados valores, por números. Los números del 1 al 5 son por lo tanto las claves y los sentidos ("tocar", "oir"...) son los valores asociados.</a:t>
            </a:r>
            <a:endParaRPr/>
          </a:p>
          <a:p>
            <a:pPr indent="0" lvl="0" marL="0" rtl="0" algn="l">
              <a:spcBef>
                <a:spcPts val="960"/>
              </a:spcBef>
              <a:spcAft>
                <a:spcPts val="0"/>
              </a:spcAft>
              <a:buSzPts val="1440"/>
              <a:buNone/>
            </a:pPr>
            <a:r>
              <a:rPr b="1" lang="es-ES" sz="1800">
                <a:solidFill>
                  <a:srgbClr val="345A69"/>
                </a:solidFill>
              </a:rPr>
              <a:t>Arrays asociativos.</a:t>
            </a:r>
            <a:endParaRPr/>
          </a:p>
          <a:p>
            <a:pPr indent="0" lvl="0" marL="0" rtl="0" algn="l">
              <a:spcBef>
                <a:spcPts val="960"/>
              </a:spcBef>
              <a:spcAft>
                <a:spcPts val="0"/>
              </a:spcAft>
              <a:buSzPts val="1440"/>
              <a:buNone/>
            </a:pPr>
            <a:r>
              <a:rPr lang="es-ES" sz="1800"/>
              <a:t>Si lo deseamos, es posible emplear nombres (cadenas) para clasificar los elementos del array.</a:t>
            </a:r>
            <a:endParaRPr/>
          </a:p>
          <a:p>
            <a:pPr indent="0" lvl="0" marL="0" rtl="0" algn="l">
              <a:spcBef>
                <a:spcPts val="960"/>
              </a:spcBef>
              <a:spcAft>
                <a:spcPts val="0"/>
              </a:spcAft>
              <a:buSzPts val="1440"/>
              <a:buNone/>
            </a:pPr>
            <a:r>
              <a:rPr lang="es-ES" sz="1800"/>
              <a:t>Otra forma de definir idénticamente este mismo array y que nos puede ayudar para la creación de arrays más complejos es la siguiente sintaxis: </a:t>
            </a:r>
            <a:endParaRPr sz="1800"/>
          </a:p>
        </p:txBody>
      </p:sp>
      <p:pic>
        <p:nvPicPr>
          <p:cNvPr id="297" name="Google Shape;297;p36"/>
          <p:cNvPicPr preferRelativeResize="0"/>
          <p:nvPr/>
        </p:nvPicPr>
        <p:blipFill rotWithShape="1">
          <a:blip r:embed="rId3">
            <a:alphaModFix/>
          </a:blip>
          <a:srcRect b="0" l="0" r="0" t="0"/>
          <a:stretch/>
        </p:blipFill>
        <p:spPr>
          <a:xfrm>
            <a:off x="9026632" y="2169671"/>
            <a:ext cx="2086266" cy="1362265"/>
          </a:xfrm>
          <a:prstGeom prst="rect">
            <a:avLst/>
          </a:prstGeom>
          <a:noFill/>
          <a:ln>
            <a:noFill/>
          </a:ln>
        </p:spPr>
      </p:pic>
      <p:pic>
        <p:nvPicPr>
          <p:cNvPr id="298" name="Google Shape;298;p36"/>
          <p:cNvPicPr preferRelativeResize="0"/>
          <p:nvPr/>
        </p:nvPicPr>
        <p:blipFill rotWithShape="1">
          <a:blip r:embed="rId4">
            <a:alphaModFix/>
          </a:blip>
          <a:srcRect b="0" l="0" r="0" t="0"/>
          <a:stretch/>
        </p:blipFill>
        <p:spPr>
          <a:xfrm>
            <a:off x="8321683" y="4064890"/>
            <a:ext cx="2791215" cy="924054"/>
          </a:xfrm>
          <a:prstGeom prst="rect">
            <a:avLst/>
          </a:prstGeom>
          <a:noFill/>
          <a:ln>
            <a:noFill/>
          </a:ln>
        </p:spPr>
      </p:pic>
      <p:pic>
        <p:nvPicPr>
          <p:cNvPr id="299" name="Google Shape;299;p36"/>
          <p:cNvPicPr preferRelativeResize="0"/>
          <p:nvPr/>
        </p:nvPicPr>
        <p:blipFill rotWithShape="1">
          <a:blip r:embed="rId5">
            <a:alphaModFix/>
          </a:blip>
          <a:srcRect b="0" l="0" r="0" t="0"/>
          <a:stretch/>
        </p:blipFill>
        <p:spPr>
          <a:xfrm>
            <a:off x="4377783" y="5795233"/>
            <a:ext cx="6735115" cy="83831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7"/>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ARRAYS MULTIDIMENSIONALES.</a:t>
            </a:r>
            <a:endParaRPr b="1"/>
          </a:p>
        </p:txBody>
      </p:sp>
      <p:sp>
        <p:nvSpPr>
          <p:cNvPr id="305" name="Google Shape;305;p37"/>
          <p:cNvSpPr txBox="1"/>
          <p:nvPr>
            <p:ph idx="1" type="body"/>
          </p:nvPr>
        </p:nvSpPr>
        <p:spPr>
          <a:xfrm>
            <a:off x="684213" y="1276841"/>
            <a:ext cx="5969806" cy="513740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40"/>
              <a:buNone/>
            </a:pPr>
            <a:r>
              <a:rPr lang="es-ES" sz="1800"/>
              <a:t>Una forma muy practica de almacenar datos es mediante la creación de arrays multidimensionales (tablas o matrices con más de una dimensión).</a:t>
            </a:r>
            <a:endParaRPr/>
          </a:p>
          <a:p>
            <a:pPr indent="0" lvl="0" marL="0" rtl="0" algn="l">
              <a:spcBef>
                <a:spcPts val="960"/>
              </a:spcBef>
              <a:spcAft>
                <a:spcPts val="0"/>
              </a:spcAft>
              <a:buSzPts val="1440"/>
              <a:buNone/>
            </a:pPr>
            <a:r>
              <a:rPr lang="es-ES" sz="1800"/>
              <a:t>Pongamos el ejemplo siguiente: Queremos almacenar dentro de una misma tabla el nombre, moneda y lengua hablada en cada país. Para hacerlo podemos emplear un array llamado país que vendrá definido por estas tres características (claves)</a:t>
            </a:r>
            <a:endParaRPr/>
          </a:p>
          <a:p>
            <a:pPr indent="-285750" lvl="0" marL="285750" rtl="0" algn="l">
              <a:spcBef>
                <a:spcPts val="960"/>
              </a:spcBef>
              <a:spcAft>
                <a:spcPts val="0"/>
              </a:spcAft>
              <a:buSzPts val="1440"/>
              <a:buChar char="●"/>
            </a:pPr>
            <a:r>
              <a:rPr lang="es-ES" sz="1800"/>
              <a:t>A partir de PHP 5.4 también se puede usar la sintaxis de array corta, la cual r</a:t>
            </a:r>
            <a:r>
              <a:rPr lang="es-ES" sz="1800" u="sng"/>
              <a:t>eemplaza </a:t>
            </a:r>
            <a:r>
              <a:rPr i="1" lang="es-ES" sz="1800" u="sng"/>
              <a:t>array()</a:t>
            </a:r>
            <a:r>
              <a:rPr lang="es-ES" sz="1800" u="sng"/>
              <a:t> con </a:t>
            </a:r>
            <a:r>
              <a:rPr i="1" lang="es-ES" sz="1800" u="sng"/>
              <a:t>[]</a:t>
            </a:r>
            <a:r>
              <a:rPr lang="es-ES" sz="1800" u="sng"/>
              <a:t>.</a:t>
            </a:r>
            <a:endParaRPr sz="1800" u="sng"/>
          </a:p>
          <a:p>
            <a:pPr indent="-285750" lvl="0" marL="285750" rtl="0" algn="l">
              <a:spcBef>
                <a:spcPts val="960"/>
              </a:spcBef>
              <a:spcAft>
                <a:spcPts val="0"/>
              </a:spcAft>
              <a:buSzPts val="1440"/>
              <a:buChar char="●"/>
            </a:pPr>
            <a:r>
              <a:rPr lang="es-ES" sz="1800"/>
              <a:t>La clave puede ser un </a:t>
            </a:r>
            <a:r>
              <a:rPr lang="es-ES" sz="1800" u="sng">
                <a:solidFill>
                  <a:schemeClr val="hlink"/>
                </a:solidFill>
                <a:hlinkClick r:id="rId3"/>
              </a:rPr>
              <a:t>integer</a:t>
            </a:r>
            <a:r>
              <a:rPr lang="es-ES" sz="1800"/>
              <a:t> o un </a:t>
            </a:r>
            <a:r>
              <a:rPr lang="es-ES" sz="1800" u="sng">
                <a:solidFill>
                  <a:schemeClr val="hlink"/>
                </a:solidFill>
                <a:hlinkClick r:id="rId4"/>
              </a:rPr>
              <a:t>string</a:t>
            </a:r>
            <a:r>
              <a:rPr lang="es-ES" sz="1800"/>
              <a:t>.</a:t>
            </a:r>
            <a:endParaRPr sz="1800" u="sng"/>
          </a:p>
        </p:txBody>
      </p:sp>
      <p:pic>
        <p:nvPicPr>
          <p:cNvPr id="306" name="Google Shape;306;p37"/>
          <p:cNvPicPr preferRelativeResize="0"/>
          <p:nvPr/>
        </p:nvPicPr>
        <p:blipFill rotWithShape="1">
          <a:blip r:embed="rId5">
            <a:alphaModFix/>
          </a:blip>
          <a:srcRect b="0" l="0" r="0" t="0"/>
          <a:stretch/>
        </p:blipFill>
        <p:spPr>
          <a:xfrm>
            <a:off x="6933826" y="1363382"/>
            <a:ext cx="4744836" cy="3771326"/>
          </a:xfrm>
          <a:prstGeom prst="rect">
            <a:avLst/>
          </a:prstGeom>
          <a:noFill/>
          <a:ln>
            <a:noFill/>
          </a:ln>
        </p:spPr>
      </p:pic>
      <p:pic>
        <p:nvPicPr>
          <p:cNvPr id="307" name="Google Shape;307;p37"/>
          <p:cNvPicPr preferRelativeResize="0"/>
          <p:nvPr/>
        </p:nvPicPr>
        <p:blipFill rotWithShape="1">
          <a:blip r:embed="rId6">
            <a:alphaModFix/>
          </a:blip>
          <a:srcRect b="0" l="0" r="0" t="0"/>
          <a:stretch/>
        </p:blipFill>
        <p:spPr>
          <a:xfrm>
            <a:off x="1064687" y="5354931"/>
            <a:ext cx="1495634" cy="138131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8"/>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FUNCIONES DE ARRAYS.</a:t>
            </a:r>
            <a:endParaRPr b="1"/>
          </a:p>
        </p:txBody>
      </p:sp>
      <p:sp>
        <p:nvSpPr>
          <p:cNvPr id="313" name="Google Shape;313;p38"/>
          <p:cNvSpPr txBox="1"/>
          <p:nvPr>
            <p:ph idx="1" type="body"/>
          </p:nvPr>
        </p:nvSpPr>
        <p:spPr>
          <a:xfrm>
            <a:off x="684213" y="1276843"/>
            <a:ext cx="9522105" cy="143946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40"/>
              <a:buNone/>
            </a:pPr>
            <a:r>
              <a:rPr lang="es-ES" sz="1800"/>
              <a:t>PHP incluye un nutrido conjunto de funciones para trabajar con Arrays. En ellas nos podemos apoyar para realizar toda una serie de operaciones típicas como ordenar elementos por orden alfabético directo o inverso, por claves, contar el numero de elementos que componen el array además de poder movernos por dentro de él hacia delante o atrás.</a:t>
            </a:r>
            <a:endParaRPr sz="1800" u="sng"/>
          </a:p>
        </p:txBody>
      </p:sp>
      <p:pic>
        <p:nvPicPr>
          <p:cNvPr id="314" name="Google Shape;314;p38"/>
          <p:cNvPicPr preferRelativeResize="0"/>
          <p:nvPr/>
        </p:nvPicPr>
        <p:blipFill rotWithShape="1">
          <a:blip r:embed="rId3">
            <a:alphaModFix/>
          </a:blip>
          <a:srcRect b="0" l="0" r="0" t="0"/>
          <a:stretch/>
        </p:blipFill>
        <p:spPr>
          <a:xfrm>
            <a:off x="684210" y="2929063"/>
            <a:ext cx="9567963" cy="2853171"/>
          </a:xfrm>
          <a:prstGeom prst="rect">
            <a:avLst/>
          </a:prstGeom>
          <a:noFill/>
          <a:ln>
            <a:noFill/>
          </a:ln>
        </p:spPr>
      </p:pic>
      <p:sp>
        <p:nvSpPr>
          <p:cNvPr id="315" name="Google Shape;315;p38"/>
          <p:cNvSpPr txBox="1"/>
          <p:nvPr/>
        </p:nvSpPr>
        <p:spPr>
          <a:xfrm>
            <a:off x="684210" y="5994990"/>
            <a:ext cx="2865814"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s-ES" sz="1800" u="sng" cap="none" strike="noStrike">
                <a:solidFill>
                  <a:schemeClr val="lt1"/>
                </a:solidFill>
                <a:latin typeface="Century Gothic"/>
                <a:ea typeface="Century Gothic"/>
                <a:cs typeface="Century Gothic"/>
                <a:sym typeface="Century Gothic"/>
                <a:hlinkClick r:id="rId4">
                  <a:extLst>
                    <a:ext uri="{A12FA001-AC4F-418D-AE19-62706E023703}">
                      <ahyp:hlinkClr val="tx"/>
                    </a:ext>
                  </a:extLst>
                </a:hlinkClick>
              </a:rPr>
              <a:t>Trabajando con arrays</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