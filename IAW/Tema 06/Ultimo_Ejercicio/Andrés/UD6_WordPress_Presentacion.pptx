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210" d="100"/>
          <a:sy n="210" d="100"/>
        </p:scale>
        <p:origin x="38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86657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UD6 – Gestor de Contenidos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WordPress · Ubuntu 22.04 · LAMP + HTTPS · 2º ASIR 2024/25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Guión de la presentación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114800" cy="1005840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502920" cy="10058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274320" y="1097280"/>
            <a:ext cx="502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68680" y="132588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Instalación LAMP + WordPress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16459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4114800" cy="1005840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502920" cy="10058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4754880" y="1097280"/>
            <a:ext cx="502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349240" y="137160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Personalización (Astra + Gutenberg)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49240" y="16459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331720"/>
            <a:ext cx="4114800" cy="1005840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274320" y="2331720"/>
            <a:ext cx="502920" cy="10058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274320" y="2331720"/>
            <a:ext cx="502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68680" y="256032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temática GTA VI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8680" y="28803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331720"/>
            <a:ext cx="4114800" cy="1005840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Shape 18"/>
          <p:cNvSpPr/>
          <p:nvPr/>
        </p:nvSpPr>
        <p:spPr>
          <a:xfrm>
            <a:off x="4754880" y="2331720"/>
            <a:ext cx="502920" cy="10058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4754880" y="2331720"/>
            <a:ext cx="502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349240" y="260422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 de usuarios y roles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49240" y="28803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3566160"/>
            <a:ext cx="4114800" cy="1005840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Shape 23"/>
          <p:cNvSpPr/>
          <p:nvPr/>
        </p:nvSpPr>
        <p:spPr>
          <a:xfrm>
            <a:off x="274320" y="3566160"/>
            <a:ext cx="502920" cy="10058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274320" y="3566160"/>
            <a:ext cx="502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868680" y="379476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Plugins instalados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68680" y="41148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3566160"/>
            <a:ext cx="4114800" cy="1005840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Shape 28"/>
          <p:cNvSpPr/>
          <p:nvPr/>
        </p:nvSpPr>
        <p:spPr>
          <a:xfrm>
            <a:off x="4754880" y="3566160"/>
            <a:ext cx="502920" cy="10058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9"/>
          <p:cNvSpPr/>
          <p:nvPr/>
        </p:nvSpPr>
        <p:spPr>
          <a:xfrm>
            <a:off x="4754880" y="3566160"/>
            <a:ext cx="502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5349240" y="384048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Seguridad (Wordfence + UpdraftPlus)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49240" y="41148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200400" y="4663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E75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828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0" b="1" dirty="0">
                <a:solidFill>
                  <a:srgbClr val="FFFFFF">
                    <a:alpha val="7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1097280" y="2286000"/>
            <a:ext cx="7589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Instalación de WordPress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97280" y="3566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 Instalación – Stack LAMP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22.04 LTS como sistema operativo base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2 + módulo PHP → servidor de aplicaciones HTTP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8.x con extensiones: mbstring, xml, curl, zip, gd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8.0 → base de datos relacional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WordPress 6.x descargado de wordpress.org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con certificado SSL autofirmado (OpenSSL) — entorno local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Idioma configurado en Español durante el asistente de instalación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EBF3FB"/>
          </a:solidFill>
          <a:ln w="12700">
            <a:solidFill>
              <a:srgbClr val="EBF3F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365760" y="468172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E75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828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0" b="1" dirty="0">
                <a:solidFill>
                  <a:srgbClr val="FFFFFF">
                    <a:alpha val="7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1097280" y="2286000"/>
            <a:ext cx="7589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Personalización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97280" y="3566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 Personalización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023360" cy="365760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5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Tema: Astra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3657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padre: Astra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Editor: Gutenberg (bloques)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Personalizaciones propias en style.css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46320" y="1051560"/>
            <a:ext cx="4023360" cy="365760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5029200" y="1143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5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Cabecera, widgets y menú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0" y="1554480"/>
            <a:ext cx="3657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 principal: Inicio, Personajes, Lugares, Vídeos, Countdown, Contacto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Widgets: búsqueda + entradas recientes en sidebar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Cabecera: logo temático GTA VI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Fondo: imagen oscura acorde a la estética del juego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E75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828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0" b="1" dirty="0">
                <a:solidFill>
                  <a:srgbClr val="FFFFFF">
                    <a:alpha val="7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1097280" y="2286000"/>
            <a:ext cx="7589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Web Temática – GTA VI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97280" y="3566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 Web GTA VI – Estructura del sitio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2834640" cy="3749040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2834640" cy="4114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365760" y="10515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Página principal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554480"/>
            <a:ext cx="25603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 de navegación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Cabecera </a:t>
            </a:r>
            <a:r>
              <a:rPr lang="en-US" sz="1200" dirty="0" err="1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tematica</a:t>
            </a:r>
            <a:endParaRPr lang="en-US" sz="1200" dirty="0">
              <a:solidFill>
                <a:srgbClr val="1E3A5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Noticias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 lateral con plugins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Footer con copyright y </a:t>
            </a:r>
            <a:r>
              <a:rPr lang="en-US" sz="1200" dirty="0" err="1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1051560"/>
            <a:ext cx="2834640" cy="3749040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3246120" y="1051560"/>
            <a:ext cx="2834640" cy="4114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3337560" y="10515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 Páginas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83280" y="1554480"/>
            <a:ext cx="25603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Personajes: galería protagonistas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Lugares: mapa del juego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 err="1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Capturas</a:t>
            </a: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200" dirty="0" err="1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</a:t>
            </a: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las </a:t>
            </a:r>
            <a:r>
              <a:rPr lang="en-US" sz="1200" dirty="0" err="1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capturaas</a:t>
            </a: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juego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Contacto: </a:t>
            </a:r>
            <a:r>
              <a:rPr lang="en-US" sz="1200" dirty="0" err="1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informacion</a:t>
            </a: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200" dirty="0" err="1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</a:t>
            </a:r>
            <a:endParaRPr lang="en-US" sz="1200" dirty="0">
              <a:solidFill>
                <a:srgbClr val="1E3A5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Tienda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1051560"/>
            <a:ext cx="2834640" cy="3749040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6217920" y="1051560"/>
            <a:ext cx="2834640" cy="4114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6309360" y="10515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Categorías de entradas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55080" y="1554480"/>
            <a:ext cx="25603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Noticias GTA VI (2+ entradas)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Vídeos y Trailers (2+ entradas)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E75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828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0" b="1" dirty="0">
                <a:solidFill>
                  <a:srgbClr val="FFFFFF">
                    <a:alpha val="7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1097280" y="2286000"/>
            <a:ext cx="7589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Gestión de Usuarios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97280" y="3566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4. Usuarios – Roles y permisos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8595360" cy="502920"/>
          </a:xfrm>
          <a:prstGeom prst="rect">
            <a:avLst/>
          </a:prstGeom>
          <a:solidFill>
            <a:srgbClr val="F4F4F4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164592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594360" y="10972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Administrador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0" y="109728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total del sitio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691640"/>
            <a:ext cx="8595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274320" y="1691640"/>
            <a:ext cx="164592" cy="5029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594360" y="16916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Editor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00400" y="169164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 contenido de todos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286000"/>
            <a:ext cx="8595360" cy="502920"/>
          </a:xfrm>
          <a:prstGeom prst="rect">
            <a:avLst/>
          </a:prstGeom>
          <a:solidFill>
            <a:srgbClr val="F4F4F4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274320" y="2286000"/>
            <a:ext cx="164592" cy="5029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594360" y="22860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00400" y="228600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 sus propias entradas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2880360"/>
            <a:ext cx="8595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Shape 15"/>
          <p:cNvSpPr/>
          <p:nvPr/>
        </p:nvSpPr>
        <p:spPr>
          <a:xfrm>
            <a:off x="274320" y="2880360"/>
            <a:ext cx="164592" cy="50292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594360" y="28803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Colaborador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00400" y="288036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Escribe, no publica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3474720"/>
            <a:ext cx="8595360" cy="502920"/>
          </a:xfrm>
          <a:prstGeom prst="rect">
            <a:avLst/>
          </a:prstGeom>
          <a:solidFill>
            <a:srgbClr val="F4F4F4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>
            <a:off x="274320" y="3474720"/>
            <a:ext cx="164592" cy="50292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594360" y="34747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Suscriptor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200400" y="347472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lectura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82880" y="4069080"/>
            <a:ext cx="8595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Shape 23"/>
          <p:cNvSpPr/>
          <p:nvPr/>
        </p:nvSpPr>
        <p:spPr>
          <a:xfrm>
            <a:off x="274320" y="4069080"/>
            <a:ext cx="164592" cy="5029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594360" y="40690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</a:t>
            </a:r>
            <a:r>
              <a:rPr lang="en-US" sz="13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Prime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200400" y="406908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 personalizado creado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7432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E75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828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0" b="1" dirty="0">
                <a:solidFill>
                  <a:srgbClr val="FFFFFF">
                    <a:alpha val="7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1097280" y="2286000"/>
            <a:ext cx="7589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Plugins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97280" y="3566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5. Plugins instalados por categoría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8595360" cy="484632"/>
          </a:xfrm>
          <a:prstGeom prst="rect">
            <a:avLst/>
          </a:prstGeom>
          <a:solidFill>
            <a:srgbClr val="EBF3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192024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Seguridad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331720" y="1005840"/>
            <a:ext cx="25603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Wordfence Security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937760" y="1005840"/>
            <a:ext cx="384048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 + escáner de malware + protección fuerza bruta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563624"/>
            <a:ext cx="859536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365760" y="1563624"/>
            <a:ext cx="192024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331720" y="1563624"/>
            <a:ext cx="25603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in One SEO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37760" y="1563624"/>
            <a:ext cx="384048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Metadatos, sitemaps XML, análisis de contenido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121408"/>
            <a:ext cx="8595360" cy="484632"/>
          </a:xfrm>
          <a:prstGeom prst="rect">
            <a:avLst/>
          </a:prstGeom>
          <a:solidFill>
            <a:srgbClr val="EBF3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365760" y="2121408"/>
            <a:ext cx="192024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Velocidad de carga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331720" y="2121408"/>
            <a:ext cx="25603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WP Super Cache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37760" y="2121408"/>
            <a:ext cx="384048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HTML estático para reducir carga del servidor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679192"/>
            <a:ext cx="859536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365760" y="2679192"/>
            <a:ext cx="192024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 err="1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Actualización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331720" y="2679192"/>
            <a:ext cx="25603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 err="1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Themify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2679192"/>
            <a:ext cx="384048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</a:t>
            </a: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0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actualizaciones</a:t>
            </a: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0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236976"/>
            <a:ext cx="8595360" cy="484632"/>
          </a:xfrm>
          <a:prstGeom prst="rect">
            <a:avLst/>
          </a:prstGeom>
          <a:solidFill>
            <a:srgbClr val="EBF3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365760" y="3236976"/>
            <a:ext cx="192024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Estadísticas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331720" y="3236976"/>
            <a:ext cx="25603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MonsterInsights + NewStatPress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37760" y="3236976"/>
            <a:ext cx="384048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Analytics integrado + estadísticas locales en tiempo real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3794760"/>
            <a:ext cx="859536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365760" y="3794760"/>
            <a:ext cx="192024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Sindicación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331720" y="3794760"/>
            <a:ext cx="25603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Jetpack (módulo RSS)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37760" y="3794760"/>
            <a:ext cx="384048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Suscripciones y sindicación RSS del sitio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4352544"/>
            <a:ext cx="8595360" cy="484632"/>
          </a:xfrm>
          <a:prstGeom prst="rect">
            <a:avLst/>
          </a:prstGeom>
          <a:solidFill>
            <a:srgbClr val="EBF3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Text 27"/>
          <p:cNvSpPr/>
          <p:nvPr/>
        </p:nvSpPr>
        <p:spPr>
          <a:xfrm>
            <a:off x="365760" y="4352544"/>
            <a:ext cx="192024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Ecommerce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331720" y="4352544"/>
            <a:ext cx="25603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WooCommerce + PayPal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37760" y="4352544"/>
            <a:ext cx="384048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Tienda online completa con pasarela de pago PayPal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E75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828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0" b="1" dirty="0">
                <a:solidFill>
                  <a:srgbClr val="FFFFFF">
                    <a:alpha val="7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1097280" y="2286000"/>
            <a:ext cx="7589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Seguridad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97280" y="3566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6. Seguridad de WordPress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023360" cy="365760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5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Backup y Restauración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3657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Plugin: UpdraftPlus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archivos: semanal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BD: diaria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Destino: Local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 err="1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Restauración</a:t>
            </a: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selectiva</a:t>
            </a: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</a:t>
            </a: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</a:t>
            </a: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panel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directo: mostrar historial de backups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46320" y="1051560"/>
            <a:ext cx="4023360" cy="365760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5029200" y="1143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5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Buenas prácticas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0" y="1554480"/>
            <a:ext cx="3657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Wordfence activo (firewall + escáner)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con certificado SSL (autofirmado en local)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Actualizaciones al día (núcleo + plugins + temas)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Prefijo de tablas BD cambiado (no 'wp_')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DISALLOW_FILE_EDIT en wp-config.php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con mínimo privilegio necesario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Gracias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2651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A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¿Preguntas?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8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UD6 · Gestor de contenidos WordPress · 2º ASIR 2024/25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521</Words>
  <Application>Microsoft Office PowerPoint</Application>
  <PresentationFormat>Presentación en pantalla (16:9)</PresentationFormat>
  <Paragraphs>129</Paragraphs>
  <Slides>15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9" baseType="lpstr">
      <vt:lpstr>Arial</vt:lpstr>
      <vt:lpstr>Arial Black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UD6 – WordPress</dc:title>
  <dc:subject>PptxGenJS Presentation</dc:subject>
  <dc:creator>PptxGenJS</dc:creator>
  <cp:lastModifiedBy>Andrés González</cp:lastModifiedBy>
  <cp:revision>2</cp:revision>
  <dcterms:created xsi:type="dcterms:W3CDTF">2026-05-22T12:36:20Z</dcterms:created>
  <dcterms:modified xsi:type="dcterms:W3CDTF">2026-05-22T17:45:46Z</dcterms:modified>
</cp:coreProperties>
</file>