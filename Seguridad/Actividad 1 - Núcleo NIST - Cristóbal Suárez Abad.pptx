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1651D-E8E5-6B58-66B2-9B3B828C7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6B73CC-8355-6F50-D582-2D615A752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D954DB-F50E-8F07-0BDB-1856CC4B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860CD-FD3F-E285-DA97-0DBBF314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7AF9D1-B3EA-FFF5-8ABA-D4B47F9B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1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01BEA-2BC7-0517-1389-5ED2B5C7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69C1DC-3B6E-09CD-23AF-7AD9BC48B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C75E95-912F-0B1D-0B59-68D9D15A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09A5F6-4AEE-DAA8-695D-9F908382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E9F571-3D7C-2920-A2CD-BB916DE4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1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7B20B-3E83-0BF2-6C79-09C9221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B24D7E-C1D2-E11A-DEB1-0F54954DF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4C4D3A-E5E9-A7A6-7203-DEE52776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C5AD4-80CE-15E2-6B0E-4B62A1450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E90951-83DB-8C03-38AE-F6950190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D4763-70D5-2371-5270-7521915C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E856E-D4B7-C8F4-917F-C693328A4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58627D-A6E1-60F6-1769-3803F1BC2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DA87CE-71B7-C28D-A262-D44138E2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85184B-F933-130C-8504-6A06088F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CA3A4D-8DC0-1C6E-FCD0-1B25EC15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6C927-5E5F-C034-EC2D-DB7E42EF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EB78D-C1C3-55B6-0235-C82AC9E15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2C4B2E-1207-5C45-BD0C-A8E8854FD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81E326-5EC3-2967-6F0B-8C21129CF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D04910-D86A-7210-EED0-C7B68EA48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3F374D-3B83-06DF-D0F0-9304085F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1CE7EA-26FD-33C2-8FD6-D35ABBB3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3BBEF6F-9C8A-890B-5E07-9CD5E10C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4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ED957-800E-B586-6AA5-DCA9DEAE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564445-3C10-3167-FBC0-8B395D75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C217A4-01D5-3276-6871-2CE91F74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FDAFB4-BEF6-8F2A-CB7C-DD69635F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8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922599-9EC9-7C56-5796-848FB41F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BEB5C7-CC5F-CCF8-2F50-96A4C18B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C4E621-34AF-B0F1-F465-3A494789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4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A8FC8-0204-DF70-89F3-E6D7D483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CAEBB-6C4B-99E8-64D9-0B6A6600F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AD60D3-AABC-5D91-BA0E-52370BD18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4203C0-7285-490E-9914-282324F5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A79277-5323-42A5-96D3-7C6C406B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FE6ECF-97BA-7356-6AB5-F1DEBEDF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C8124-3574-CBFB-09F7-BE69315F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9CDCAB-85E6-4AF0-68FB-8E7642436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E3E874-143E-DEE1-9115-EB5AE4D11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227082-7E39-AD7C-D7FF-3EF0DEF5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06B76D-6642-69DF-0D87-FB722DBE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C15947-423D-F6A1-71F6-6F6430AB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0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87ACA-2DC6-45C7-D003-C2422F70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4B27B0-14B8-1D98-A2F4-19147AAD5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A52B4-489F-3AC0-3FAF-5763E328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5B4DC0-FF22-4353-DE41-CD352BE7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CCB5C-5C46-FAC7-FE19-AA461A94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9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6C316-E3CC-2250-AEA0-537C6D04C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51610-AADF-101B-30CF-71727E626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78B52C-C6BF-1D74-11F0-710D761E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E46741-6B95-703B-4552-B1857BE7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946E2C-815F-CFC1-1FCF-1466C4BF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2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9AD7C4-77CE-8D9F-9D56-1957BA3D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D8A4B5-40E6-9828-B39D-4BAEC974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C1E4E9-A026-15B4-A9F7-5D401DFFF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038A6-A1AD-4C8B-AD08-37E4D83BBAF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193765-8030-E220-EC4E-B5E76BA9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AF7050-96B5-D095-7021-35828C57E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FA0FF-46AD-49CB-89FB-805809921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2669E5B-BCB6-3616-7146-E18587D9B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8798" y="289768"/>
            <a:ext cx="9144000" cy="1655762"/>
          </a:xfrm>
        </p:spPr>
        <p:txBody>
          <a:bodyPr/>
          <a:lstStyle/>
          <a:p>
            <a:r>
              <a:rPr lang="es-ES" dirty="0">
                <a:highlight>
                  <a:srgbClr val="C0C0C0"/>
                </a:highlight>
              </a:rPr>
              <a:t>Cristóbal Suárez Abad - Seguridad y Alta Disponibilidad</a:t>
            </a:r>
            <a:endParaRPr 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6224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A8FDC-EBF4-52BC-CC24-CC01B328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Gobernar: normas y estrategias de seguridad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721CDC-C805-D06D-35F0-97E92494B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200" dirty="0"/>
              <a:t>GV.RM-02: Se establecen, se comunican y se mantienen las declaraciones sobre el apetito de riesgo y la tolerancia al riesgo.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53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40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Gobernar: normas y estrategias de seguridad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3</cp:revision>
  <dcterms:created xsi:type="dcterms:W3CDTF">2025-10-09T16:49:28Z</dcterms:created>
  <dcterms:modified xsi:type="dcterms:W3CDTF">2025-10-09T17:45:56Z</dcterms:modified>
</cp:coreProperties>
</file>