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80" r:id="rId1"/>
  </p:sldMasterIdLst>
  <p:notesMasterIdLst>
    <p:notesMasterId r:id="rId25"/>
  </p:notesMasterIdLst>
  <p:sldIdLst>
    <p:sldId id="256" r:id="rId2"/>
    <p:sldId id="257" r:id="rId3"/>
    <p:sldId id="283" r:id="rId4"/>
    <p:sldId id="303" r:id="rId5"/>
    <p:sldId id="258" r:id="rId6"/>
    <p:sldId id="259" r:id="rId7"/>
    <p:sldId id="313" r:id="rId8"/>
    <p:sldId id="260" r:id="rId9"/>
    <p:sldId id="304" r:id="rId10"/>
    <p:sldId id="305" r:id="rId11"/>
    <p:sldId id="306" r:id="rId12"/>
    <p:sldId id="301" r:id="rId13"/>
    <p:sldId id="311" r:id="rId14"/>
    <p:sldId id="292" r:id="rId15"/>
    <p:sldId id="314" r:id="rId16"/>
    <p:sldId id="294" r:id="rId17"/>
    <p:sldId id="295" r:id="rId18"/>
    <p:sldId id="296" r:id="rId19"/>
    <p:sldId id="297" r:id="rId20"/>
    <p:sldId id="298" r:id="rId21"/>
    <p:sldId id="299" r:id="rId22"/>
    <p:sldId id="271" r:id="rId23"/>
    <p:sldId id="315" r:id="rId24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slide" Target="../slides/slide6.xml"/><Relationship Id="rId1" Type="http://schemas.openxmlformats.org/officeDocument/2006/relationships/slide" Target="../slides/slide5.xml"/><Relationship Id="rId6" Type="http://schemas.openxmlformats.org/officeDocument/2006/relationships/slide" Target="../slides/slide11.xml"/><Relationship Id="rId5" Type="http://schemas.openxmlformats.org/officeDocument/2006/relationships/slide" Target="../slides/slide10.xml"/><Relationship Id="rId4" Type="http://schemas.openxmlformats.org/officeDocument/2006/relationships/slide" Target="../slides/slide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726448-5562-4A79-8A20-53CA44058C1F}" type="doc">
      <dgm:prSet loTypeId="urn:microsoft.com/office/officeart/2005/8/layout/radial1" loCatId="cycle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D3D78443-DA2A-4C49-81C3-82FA4ACF4CE9}">
      <dgm:prSet phldrT="[Texto]" custT="1"/>
      <dgm:spPr/>
      <dgm:t>
        <a:bodyPr/>
        <a:lstStyle/>
        <a:p>
          <a:r>
            <a:rPr lang="es-ES_tradnl" sz="1800" b="1" dirty="0"/>
            <a:t>Formas jurídicas</a:t>
          </a:r>
          <a:endParaRPr lang="es-ES" sz="1800" b="1" dirty="0"/>
        </a:p>
      </dgm:t>
    </dgm:pt>
    <dgm:pt modelId="{5D34F897-5679-419F-8740-09857FF39369}" type="parTrans" cxnId="{C1067F35-AAD2-41CB-A28D-38875D031663}">
      <dgm:prSet/>
      <dgm:spPr/>
      <dgm:t>
        <a:bodyPr/>
        <a:lstStyle/>
        <a:p>
          <a:endParaRPr lang="es-ES" sz="1600" b="1"/>
        </a:p>
      </dgm:t>
    </dgm:pt>
    <dgm:pt modelId="{0EF2F18C-DE45-4C34-8DBC-747CFC48A1E2}" type="sibTrans" cxnId="{C1067F35-AAD2-41CB-A28D-38875D031663}">
      <dgm:prSet/>
      <dgm:spPr/>
      <dgm:t>
        <a:bodyPr/>
        <a:lstStyle/>
        <a:p>
          <a:endParaRPr lang="es-ES" sz="1600" b="1"/>
        </a:p>
      </dgm:t>
    </dgm:pt>
    <dgm:pt modelId="{A5FA2B0B-0C95-4BDE-9DDF-BA21735CE946}">
      <dgm:prSet phldrT="[Texto]" custT="1"/>
      <dgm:spPr/>
      <dgm:t>
        <a:bodyPr/>
        <a:lstStyle/>
        <a:p>
          <a:r>
            <a:rPr lang="es-ES_tradnl" sz="1600" b="1" dirty="0"/>
            <a:t>Empresario individual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2EE7C256-791B-4012-AA81-A235850455FA}" type="parTrans" cxnId="{EEB1F573-3E23-4EC2-9919-CA41BC06CF86}">
      <dgm:prSet custT="1"/>
      <dgm:spPr/>
      <dgm:t>
        <a:bodyPr/>
        <a:lstStyle/>
        <a:p>
          <a:endParaRPr lang="es-ES" sz="1600" b="1" dirty="0"/>
        </a:p>
      </dgm:t>
    </dgm:pt>
    <dgm:pt modelId="{53497441-FA64-40BA-9AA8-A931E444C0D9}" type="sibTrans" cxnId="{EEB1F573-3E23-4EC2-9919-CA41BC06CF86}">
      <dgm:prSet/>
      <dgm:spPr/>
      <dgm:t>
        <a:bodyPr/>
        <a:lstStyle/>
        <a:p>
          <a:endParaRPr lang="es-ES" sz="1600" b="1"/>
        </a:p>
      </dgm:t>
    </dgm:pt>
    <dgm:pt modelId="{17963D96-8881-429A-BA37-BD3B2947D953}">
      <dgm:prSet phldrT="[Texto]" custT="1"/>
      <dgm:spPr/>
      <dgm:t>
        <a:bodyPr/>
        <a:lstStyle/>
        <a:p>
          <a:r>
            <a:rPr lang="es-ES_tradnl" sz="1600" b="1" dirty="0"/>
            <a:t>Régimen de autónomos</a:t>
          </a:r>
          <a:endParaRPr lang="es-ES" sz="1600" b="1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0F50AE4C-AD88-4ACB-B4F2-777B5FDEA884}" type="parTrans" cxnId="{1AF73470-D319-42CE-A3E6-3C629622ACC5}">
      <dgm:prSet custT="1"/>
      <dgm:spPr/>
      <dgm:t>
        <a:bodyPr/>
        <a:lstStyle/>
        <a:p>
          <a:endParaRPr lang="es-ES" sz="1600" b="1" dirty="0"/>
        </a:p>
      </dgm:t>
    </dgm:pt>
    <dgm:pt modelId="{838CACD5-A1A3-4DD3-821B-19C5F8711478}" type="sibTrans" cxnId="{1AF73470-D319-42CE-A3E6-3C629622ACC5}">
      <dgm:prSet/>
      <dgm:spPr/>
      <dgm:t>
        <a:bodyPr/>
        <a:lstStyle/>
        <a:p>
          <a:endParaRPr lang="es-ES" sz="1600" b="1"/>
        </a:p>
      </dgm:t>
    </dgm:pt>
    <dgm:pt modelId="{AB4863BD-0A40-42DD-B2A1-85E1AE6A7B79}">
      <dgm:prSet phldrT="[Texto]" custT="1"/>
      <dgm:spPr/>
      <dgm:t>
        <a:bodyPr/>
        <a:lstStyle/>
        <a:p>
          <a:r>
            <a:rPr lang="es-ES_tradnl" sz="1600" b="1" dirty="0"/>
            <a:t>Sociedad Limitada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33F5C06E-B015-4C6F-9569-A0BADC66ADC5}" type="parTrans" cxnId="{19CA9E52-1019-45C8-A42A-67B083727714}">
      <dgm:prSet custT="1"/>
      <dgm:spPr/>
      <dgm:t>
        <a:bodyPr/>
        <a:lstStyle/>
        <a:p>
          <a:endParaRPr lang="es-ES" sz="1600" b="1" dirty="0"/>
        </a:p>
      </dgm:t>
    </dgm:pt>
    <dgm:pt modelId="{6AA8A5A5-DA52-475C-8F3E-B4C346A64042}" type="sibTrans" cxnId="{19CA9E52-1019-45C8-A42A-67B083727714}">
      <dgm:prSet/>
      <dgm:spPr/>
      <dgm:t>
        <a:bodyPr/>
        <a:lstStyle/>
        <a:p>
          <a:endParaRPr lang="es-ES" sz="1600" b="1"/>
        </a:p>
      </dgm:t>
    </dgm:pt>
    <dgm:pt modelId="{82EE1E33-49AD-4A68-BDBE-531351609C8A}">
      <dgm:prSet phldrT="[Texto]" custT="1"/>
      <dgm:spPr/>
      <dgm:t>
        <a:bodyPr/>
        <a:lstStyle/>
        <a:p>
          <a:r>
            <a:rPr lang="es-ES_tradnl" sz="1600" b="1" dirty="0"/>
            <a:t>Sociedad Anónima</a:t>
          </a:r>
          <a:endParaRPr lang="es-ES" sz="1600" b="1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2A039370-CE4B-449E-8213-39E6D91FB147}" type="parTrans" cxnId="{D03DDFD5-BBB8-493A-8B2C-8E5EDE8DC462}">
      <dgm:prSet custT="1"/>
      <dgm:spPr/>
      <dgm:t>
        <a:bodyPr/>
        <a:lstStyle/>
        <a:p>
          <a:endParaRPr lang="es-ES" sz="1600" dirty="0"/>
        </a:p>
      </dgm:t>
    </dgm:pt>
    <dgm:pt modelId="{FB7A1100-A0FE-42B4-BC3B-998689AE3178}" type="sibTrans" cxnId="{D03DDFD5-BBB8-493A-8B2C-8E5EDE8DC462}">
      <dgm:prSet/>
      <dgm:spPr/>
      <dgm:t>
        <a:bodyPr/>
        <a:lstStyle/>
        <a:p>
          <a:endParaRPr lang="es-ES" sz="1600"/>
        </a:p>
      </dgm:t>
    </dgm:pt>
    <dgm:pt modelId="{4A2B19BC-F001-49DA-9B59-2517E9C743CF}">
      <dgm:prSet phldrT="[Texto]" custT="1"/>
      <dgm:spPr/>
      <dgm:t>
        <a:bodyPr/>
        <a:lstStyle/>
        <a:p>
          <a:r>
            <a:rPr lang="es-ES_tradnl" sz="1600" b="1" dirty="0"/>
            <a:t>Sociedad Limitada Laboral y Sociedad Anónima Laboral</a:t>
          </a:r>
          <a:endParaRPr lang="es-ES" sz="1600" b="1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20C16FEB-E8FE-4C37-8657-D813BF6DBC76}" type="parTrans" cxnId="{2FE1D56E-3BA0-4A66-8B5E-B353E35D4C37}">
      <dgm:prSet custT="1"/>
      <dgm:spPr/>
      <dgm:t>
        <a:bodyPr/>
        <a:lstStyle/>
        <a:p>
          <a:endParaRPr lang="es-ES" sz="1600" dirty="0"/>
        </a:p>
      </dgm:t>
    </dgm:pt>
    <dgm:pt modelId="{583431D8-4721-4E32-8B22-83FA26CA04EF}" type="sibTrans" cxnId="{2FE1D56E-3BA0-4A66-8B5E-B353E35D4C37}">
      <dgm:prSet/>
      <dgm:spPr/>
      <dgm:t>
        <a:bodyPr/>
        <a:lstStyle/>
        <a:p>
          <a:endParaRPr lang="es-ES" sz="1600"/>
        </a:p>
      </dgm:t>
    </dgm:pt>
    <dgm:pt modelId="{1F223809-E198-42AC-867E-02FE5B5E5C62}">
      <dgm:prSet phldrT="[Texto]" custT="1"/>
      <dgm:spPr/>
      <dgm:t>
        <a:bodyPr/>
        <a:lstStyle/>
        <a:p>
          <a:r>
            <a:rPr lang="es-ES_tradnl" sz="1600" b="1" dirty="0"/>
            <a:t>Cooperativa de trabajo asociado</a:t>
          </a:r>
          <a:endParaRPr lang="es-ES" sz="1600" b="1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6" action="ppaction://hlinksldjump"/>
          </dgm14:cNvPr>
        </a:ext>
      </dgm:extLst>
    </dgm:pt>
    <dgm:pt modelId="{DC6D1982-158F-4490-B78F-5FB00D69E00E}" type="parTrans" cxnId="{96815866-455A-4F84-B74C-423318C8373F}">
      <dgm:prSet custT="1"/>
      <dgm:spPr/>
      <dgm:t>
        <a:bodyPr/>
        <a:lstStyle/>
        <a:p>
          <a:endParaRPr lang="es-ES" sz="1600" dirty="0"/>
        </a:p>
      </dgm:t>
    </dgm:pt>
    <dgm:pt modelId="{3FFF41EC-92CD-43F5-BAD1-2A71248BA00A}" type="sibTrans" cxnId="{96815866-455A-4F84-B74C-423318C8373F}">
      <dgm:prSet/>
      <dgm:spPr/>
      <dgm:t>
        <a:bodyPr/>
        <a:lstStyle/>
        <a:p>
          <a:endParaRPr lang="es-ES" sz="1600"/>
        </a:p>
      </dgm:t>
    </dgm:pt>
    <dgm:pt modelId="{551BBE3F-A8C6-48B7-90FB-172F90EC26CE}" type="pres">
      <dgm:prSet presAssocID="{3E726448-5562-4A79-8A20-53CA44058C1F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B468A9E-BF3D-44C7-8C62-AB34F3A27FC8}" type="pres">
      <dgm:prSet presAssocID="{D3D78443-DA2A-4C49-81C3-82FA4ACF4CE9}" presName="centerShape" presStyleLbl="node0" presStyleIdx="0" presStyleCnt="1" custScaleX="160465"/>
      <dgm:spPr/>
    </dgm:pt>
    <dgm:pt modelId="{6D43CA6C-E5F9-47D8-A450-F0865F627C81}" type="pres">
      <dgm:prSet presAssocID="{2EE7C256-791B-4012-AA81-A235850455FA}" presName="Name9" presStyleLbl="parChTrans1D2" presStyleIdx="0" presStyleCnt="6"/>
      <dgm:spPr/>
    </dgm:pt>
    <dgm:pt modelId="{83336A0B-246A-49B7-ADD3-3E54533298A0}" type="pres">
      <dgm:prSet presAssocID="{2EE7C256-791B-4012-AA81-A235850455FA}" presName="connTx" presStyleLbl="parChTrans1D2" presStyleIdx="0" presStyleCnt="6"/>
      <dgm:spPr/>
    </dgm:pt>
    <dgm:pt modelId="{C3D26A50-2331-4358-9E1B-383435522D87}" type="pres">
      <dgm:prSet presAssocID="{A5FA2B0B-0C95-4BDE-9DDF-BA21735CE946}" presName="node" presStyleLbl="node1" presStyleIdx="0" presStyleCnt="6" custScaleX="154391" custRadScaleRad="101480" custRadScaleInc="-38403">
        <dgm:presLayoutVars>
          <dgm:bulletEnabled val="1"/>
        </dgm:presLayoutVars>
      </dgm:prSet>
      <dgm:spPr/>
    </dgm:pt>
    <dgm:pt modelId="{CDD2C11F-8982-469B-A7E2-ED9B50C088B2}" type="pres">
      <dgm:prSet presAssocID="{0F50AE4C-AD88-4ACB-B4F2-777B5FDEA884}" presName="Name9" presStyleLbl="parChTrans1D2" presStyleIdx="1" presStyleCnt="6"/>
      <dgm:spPr/>
    </dgm:pt>
    <dgm:pt modelId="{DDD73C47-AF0A-443F-AB25-BC4B7B6A40D1}" type="pres">
      <dgm:prSet presAssocID="{0F50AE4C-AD88-4ACB-B4F2-777B5FDEA884}" presName="connTx" presStyleLbl="parChTrans1D2" presStyleIdx="1" presStyleCnt="6"/>
      <dgm:spPr/>
    </dgm:pt>
    <dgm:pt modelId="{300D7A6D-F1C3-4F04-BD61-CB32DCB46DEA}" type="pres">
      <dgm:prSet presAssocID="{17963D96-8881-429A-BA37-BD3B2947D953}" presName="node" presStyleLbl="node1" presStyleIdx="1" presStyleCnt="6" custScaleX="153657" custRadScaleRad="111162" custRadScaleInc="-5980">
        <dgm:presLayoutVars>
          <dgm:bulletEnabled val="1"/>
        </dgm:presLayoutVars>
      </dgm:prSet>
      <dgm:spPr/>
    </dgm:pt>
    <dgm:pt modelId="{8053E21E-9E7E-4588-87D5-4A0672A80BD8}" type="pres">
      <dgm:prSet presAssocID="{33F5C06E-B015-4C6F-9569-A0BADC66ADC5}" presName="Name9" presStyleLbl="parChTrans1D2" presStyleIdx="2" presStyleCnt="6"/>
      <dgm:spPr/>
    </dgm:pt>
    <dgm:pt modelId="{16FB43C3-F98B-4CBD-B088-55BB09764791}" type="pres">
      <dgm:prSet presAssocID="{33F5C06E-B015-4C6F-9569-A0BADC66ADC5}" presName="connTx" presStyleLbl="parChTrans1D2" presStyleIdx="2" presStyleCnt="6"/>
      <dgm:spPr/>
    </dgm:pt>
    <dgm:pt modelId="{6B192ABE-7604-4E4A-B17F-D035E5A7BFBB}" type="pres">
      <dgm:prSet presAssocID="{AB4863BD-0A40-42DD-B2A1-85E1AE6A7B79}" presName="node" presStyleLbl="node1" presStyleIdx="2" presStyleCnt="6" custScaleX="158173" custScaleY="118191" custRadScaleRad="118117" custRadScaleInc="-39996">
        <dgm:presLayoutVars>
          <dgm:bulletEnabled val="1"/>
        </dgm:presLayoutVars>
      </dgm:prSet>
      <dgm:spPr/>
    </dgm:pt>
    <dgm:pt modelId="{E948D965-3366-4AFA-BDFA-FC449D40833E}" type="pres">
      <dgm:prSet presAssocID="{2A039370-CE4B-449E-8213-39E6D91FB147}" presName="Name9" presStyleLbl="parChTrans1D2" presStyleIdx="3" presStyleCnt="6"/>
      <dgm:spPr/>
    </dgm:pt>
    <dgm:pt modelId="{3F2038AD-A2B3-4C6D-8F27-0A113E20C6CA}" type="pres">
      <dgm:prSet presAssocID="{2A039370-CE4B-449E-8213-39E6D91FB147}" presName="connTx" presStyleLbl="parChTrans1D2" presStyleIdx="3" presStyleCnt="6"/>
      <dgm:spPr/>
    </dgm:pt>
    <dgm:pt modelId="{8B2BA0C3-3B5C-4FF4-9167-C4F42C9DCDF0}" type="pres">
      <dgm:prSet presAssocID="{82EE1E33-49AD-4A68-BDBE-531351609C8A}" presName="node" presStyleLbl="node1" presStyleIdx="3" presStyleCnt="6" custScaleX="123147" custRadScaleRad="102411" custRadScaleInc="-32786">
        <dgm:presLayoutVars>
          <dgm:bulletEnabled val="1"/>
        </dgm:presLayoutVars>
      </dgm:prSet>
      <dgm:spPr/>
    </dgm:pt>
    <dgm:pt modelId="{B60DCD7E-ACC1-4675-8923-F7013BE9A60F}" type="pres">
      <dgm:prSet presAssocID="{20C16FEB-E8FE-4C37-8657-D813BF6DBC76}" presName="Name9" presStyleLbl="parChTrans1D2" presStyleIdx="4" presStyleCnt="6"/>
      <dgm:spPr/>
    </dgm:pt>
    <dgm:pt modelId="{9D9C11AA-4F30-4D09-A733-984901EDE622}" type="pres">
      <dgm:prSet presAssocID="{20C16FEB-E8FE-4C37-8657-D813BF6DBC76}" presName="connTx" presStyleLbl="parChTrans1D2" presStyleIdx="4" presStyleCnt="6"/>
      <dgm:spPr/>
    </dgm:pt>
    <dgm:pt modelId="{7C53F36C-2D46-4F30-B282-E9D27B2F49CD}" type="pres">
      <dgm:prSet presAssocID="{4A2B19BC-F001-49DA-9B59-2517E9C743CF}" presName="node" presStyleLbl="node1" presStyleIdx="4" presStyleCnt="6" custScaleX="239572" custRadScaleRad="136059" custRadScaleInc="2414">
        <dgm:presLayoutVars>
          <dgm:bulletEnabled val="1"/>
        </dgm:presLayoutVars>
      </dgm:prSet>
      <dgm:spPr/>
    </dgm:pt>
    <dgm:pt modelId="{C35B75F2-AB3F-4A0E-86A1-33F86CDD5C4F}" type="pres">
      <dgm:prSet presAssocID="{DC6D1982-158F-4490-B78F-5FB00D69E00E}" presName="Name9" presStyleLbl="parChTrans1D2" presStyleIdx="5" presStyleCnt="6"/>
      <dgm:spPr/>
    </dgm:pt>
    <dgm:pt modelId="{81398601-B3A2-4040-861D-E3C9E4A33616}" type="pres">
      <dgm:prSet presAssocID="{DC6D1982-158F-4490-B78F-5FB00D69E00E}" presName="connTx" presStyleLbl="parChTrans1D2" presStyleIdx="5" presStyleCnt="6"/>
      <dgm:spPr/>
    </dgm:pt>
    <dgm:pt modelId="{03BB731B-CF62-4A9B-BF5F-751B42DCE4AB}" type="pres">
      <dgm:prSet presAssocID="{1F223809-E198-42AC-867E-02FE5B5E5C62}" presName="node" presStyleLbl="node1" presStyleIdx="5" presStyleCnt="6" custScaleX="188611" custRadScaleRad="148829" custRadScaleInc="-52743">
        <dgm:presLayoutVars>
          <dgm:bulletEnabled val="1"/>
        </dgm:presLayoutVars>
      </dgm:prSet>
      <dgm:spPr/>
    </dgm:pt>
  </dgm:ptLst>
  <dgm:cxnLst>
    <dgm:cxn modelId="{645F3C16-4E73-445B-A9C0-BA7873BFBCC4}" type="presOf" srcId="{DC6D1982-158F-4490-B78F-5FB00D69E00E}" destId="{81398601-B3A2-4040-861D-E3C9E4A33616}" srcOrd="1" destOrd="0" presId="urn:microsoft.com/office/officeart/2005/8/layout/radial1"/>
    <dgm:cxn modelId="{AB093418-DE9B-40D9-BD87-5FD43A5D6782}" type="presOf" srcId="{17963D96-8881-429A-BA37-BD3B2947D953}" destId="{300D7A6D-F1C3-4F04-BD61-CB32DCB46DEA}" srcOrd="0" destOrd="0" presId="urn:microsoft.com/office/officeart/2005/8/layout/radial1"/>
    <dgm:cxn modelId="{7F9A751E-E1F2-4BAF-91D4-853DB3C70590}" type="presOf" srcId="{A5FA2B0B-0C95-4BDE-9DDF-BA21735CE946}" destId="{C3D26A50-2331-4358-9E1B-383435522D87}" srcOrd="0" destOrd="0" presId="urn:microsoft.com/office/officeart/2005/8/layout/radial1"/>
    <dgm:cxn modelId="{CD03A71E-CB44-49A4-AC76-6906BCB954FB}" type="presOf" srcId="{33F5C06E-B015-4C6F-9569-A0BADC66ADC5}" destId="{16FB43C3-F98B-4CBD-B088-55BB09764791}" srcOrd="1" destOrd="0" presId="urn:microsoft.com/office/officeart/2005/8/layout/radial1"/>
    <dgm:cxn modelId="{97B7711F-6BF5-4C29-952B-7F44DB65E117}" type="presOf" srcId="{DC6D1982-158F-4490-B78F-5FB00D69E00E}" destId="{C35B75F2-AB3F-4A0E-86A1-33F86CDD5C4F}" srcOrd="0" destOrd="0" presId="urn:microsoft.com/office/officeart/2005/8/layout/radial1"/>
    <dgm:cxn modelId="{C1067F35-AAD2-41CB-A28D-38875D031663}" srcId="{3E726448-5562-4A79-8A20-53CA44058C1F}" destId="{D3D78443-DA2A-4C49-81C3-82FA4ACF4CE9}" srcOrd="0" destOrd="0" parTransId="{5D34F897-5679-419F-8740-09857FF39369}" sibTransId="{0EF2F18C-DE45-4C34-8DBC-747CFC48A1E2}"/>
    <dgm:cxn modelId="{5C99165B-8B3E-4A01-871A-7747A9252445}" type="presOf" srcId="{20C16FEB-E8FE-4C37-8657-D813BF6DBC76}" destId="{B60DCD7E-ACC1-4675-8923-F7013BE9A60F}" srcOrd="0" destOrd="0" presId="urn:microsoft.com/office/officeart/2005/8/layout/radial1"/>
    <dgm:cxn modelId="{1D8ABF5C-2227-44E9-A9B7-29773DE875EE}" type="presOf" srcId="{82EE1E33-49AD-4A68-BDBE-531351609C8A}" destId="{8B2BA0C3-3B5C-4FF4-9167-C4F42C9DCDF0}" srcOrd="0" destOrd="0" presId="urn:microsoft.com/office/officeart/2005/8/layout/radial1"/>
    <dgm:cxn modelId="{96815866-455A-4F84-B74C-423318C8373F}" srcId="{D3D78443-DA2A-4C49-81C3-82FA4ACF4CE9}" destId="{1F223809-E198-42AC-867E-02FE5B5E5C62}" srcOrd="5" destOrd="0" parTransId="{DC6D1982-158F-4490-B78F-5FB00D69E00E}" sibTransId="{3FFF41EC-92CD-43F5-BAD1-2A71248BA00A}"/>
    <dgm:cxn modelId="{58549747-3BB6-4D99-89D5-9D2F300A6C53}" type="presOf" srcId="{2A039370-CE4B-449E-8213-39E6D91FB147}" destId="{3F2038AD-A2B3-4C6D-8F27-0A113E20C6CA}" srcOrd="1" destOrd="0" presId="urn:microsoft.com/office/officeart/2005/8/layout/radial1"/>
    <dgm:cxn modelId="{2FE1D56E-3BA0-4A66-8B5E-B353E35D4C37}" srcId="{D3D78443-DA2A-4C49-81C3-82FA4ACF4CE9}" destId="{4A2B19BC-F001-49DA-9B59-2517E9C743CF}" srcOrd="4" destOrd="0" parTransId="{20C16FEB-E8FE-4C37-8657-D813BF6DBC76}" sibTransId="{583431D8-4721-4E32-8B22-83FA26CA04EF}"/>
    <dgm:cxn modelId="{1AF73470-D319-42CE-A3E6-3C629622ACC5}" srcId="{D3D78443-DA2A-4C49-81C3-82FA4ACF4CE9}" destId="{17963D96-8881-429A-BA37-BD3B2947D953}" srcOrd="1" destOrd="0" parTransId="{0F50AE4C-AD88-4ACB-B4F2-777B5FDEA884}" sibTransId="{838CACD5-A1A3-4DD3-821B-19C5F8711478}"/>
    <dgm:cxn modelId="{19CA9E52-1019-45C8-A42A-67B083727714}" srcId="{D3D78443-DA2A-4C49-81C3-82FA4ACF4CE9}" destId="{AB4863BD-0A40-42DD-B2A1-85E1AE6A7B79}" srcOrd="2" destOrd="0" parTransId="{33F5C06E-B015-4C6F-9569-A0BADC66ADC5}" sibTransId="{6AA8A5A5-DA52-475C-8F3E-B4C346A64042}"/>
    <dgm:cxn modelId="{EEB1F573-3E23-4EC2-9919-CA41BC06CF86}" srcId="{D3D78443-DA2A-4C49-81C3-82FA4ACF4CE9}" destId="{A5FA2B0B-0C95-4BDE-9DDF-BA21735CE946}" srcOrd="0" destOrd="0" parTransId="{2EE7C256-791B-4012-AA81-A235850455FA}" sibTransId="{53497441-FA64-40BA-9AA8-A931E444C0D9}"/>
    <dgm:cxn modelId="{759FC759-479A-47E4-8287-C1333083CD4C}" type="presOf" srcId="{1F223809-E198-42AC-867E-02FE5B5E5C62}" destId="{03BB731B-CF62-4A9B-BF5F-751B42DCE4AB}" srcOrd="0" destOrd="0" presId="urn:microsoft.com/office/officeart/2005/8/layout/radial1"/>
    <dgm:cxn modelId="{E58C207B-0539-4D10-AF54-DA478EA27D23}" type="presOf" srcId="{0F50AE4C-AD88-4ACB-B4F2-777B5FDEA884}" destId="{DDD73C47-AF0A-443F-AB25-BC4B7B6A40D1}" srcOrd="1" destOrd="0" presId="urn:microsoft.com/office/officeart/2005/8/layout/radial1"/>
    <dgm:cxn modelId="{74FC987C-C1B0-4AA1-916E-0F17E6C6A846}" type="presOf" srcId="{3E726448-5562-4A79-8A20-53CA44058C1F}" destId="{551BBE3F-A8C6-48B7-90FB-172F90EC26CE}" srcOrd="0" destOrd="0" presId="urn:microsoft.com/office/officeart/2005/8/layout/radial1"/>
    <dgm:cxn modelId="{245ACE7C-2605-4B68-B247-F3DCFCE0748D}" type="presOf" srcId="{D3D78443-DA2A-4C49-81C3-82FA4ACF4CE9}" destId="{3B468A9E-BF3D-44C7-8C62-AB34F3A27FC8}" srcOrd="0" destOrd="0" presId="urn:microsoft.com/office/officeart/2005/8/layout/radial1"/>
    <dgm:cxn modelId="{3F42509E-C1F7-4364-A611-AB48ED6E5E70}" type="presOf" srcId="{0F50AE4C-AD88-4ACB-B4F2-777B5FDEA884}" destId="{CDD2C11F-8982-469B-A7E2-ED9B50C088B2}" srcOrd="0" destOrd="0" presId="urn:microsoft.com/office/officeart/2005/8/layout/radial1"/>
    <dgm:cxn modelId="{DEADD2A3-E653-4A9A-818C-F5A9A3CF7224}" type="presOf" srcId="{2A039370-CE4B-449E-8213-39E6D91FB147}" destId="{E948D965-3366-4AFA-BDFA-FC449D40833E}" srcOrd="0" destOrd="0" presId="urn:microsoft.com/office/officeart/2005/8/layout/radial1"/>
    <dgm:cxn modelId="{C7B681A7-BB57-4E1D-8F90-62025B93806B}" type="presOf" srcId="{2EE7C256-791B-4012-AA81-A235850455FA}" destId="{83336A0B-246A-49B7-ADD3-3E54533298A0}" srcOrd="1" destOrd="0" presId="urn:microsoft.com/office/officeart/2005/8/layout/radial1"/>
    <dgm:cxn modelId="{D3325DBD-8505-4652-BAD8-AEE0E9534090}" type="presOf" srcId="{AB4863BD-0A40-42DD-B2A1-85E1AE6A7B79}" destId="{6B192ABE-7604-4E4A-B17F-D035E5A7BFBB}" srcOrd="0" destOrd="0" presId="urn:microsoft.com/office/officeart/2005/8/layout/radial1"/>
    <dgm:cxn modelId="{D03DDFD5-BBB8-493A-8B2C-8E5EDE8DC462}" srcId="{D3D78443-DA2A-4C49-81C3-82FA4ACF4CE9}" destId="{82EE1E33-49AD-4A68-BDBE-531351609C8A}" srcOrd="3" destOrd="0" parTransId="{2A039370-CE4B-449E-8213-39E6D91FB147}" sibTransId="{FB7A1100-A0FE-42B4-BC3B-998689AE3178}"/>
    <dgm:cxn modelId="{0600EADC-81ED-4663-BC95-8E3E8F020FD6}" type="presOf" srcId="{33F5C06E-B015-4C6F-9569-A0BADC66ADC5}" destId="{8053E21E-9E7E-4588-87D5-4A0672A80BD8}" srcOrd="0" destOrd="0" presId="urn:microsoft.com/office/officeart/2005/8/layout/radial1"/>
    <dgm:cxn modelId="{95CA0AE0-BF3B-4EAB-893F-FE64850326EF}" type="presOf" srcId="{4A2B19BC-F001-49DA-9B59-2517E9C743CF}" destId="{7C53F36C-2D46-4F30-B282-E9D27B2F49CD}" srcOrd="0" destOrd="0" presId="urn:microsoft.com/office/officeart/2005/8/layout/radial1"/>
    <dgm:cxn modelId="{27F11DEF-CED9-463C-A9D0-31B0356D0425}" type="presOf" srcId="{2EE7C256-791B-4012-AA81-A235850455FA}" destId="{6D43CA6C-E5F9-47D8-A450-F0865F627C81}" srcOrd="0" destOrd="0" presId="urn:microsoft.com/office/officeart/2005/8/layout/radial1"/>
    <dgm:cxn modelId="{1CDF1EFC-52C0-474F-8113-D0BCAD0B805A}" type="presOf" srcId="{20C16FEB-E8FE-4C37-8657-D813BF6DBC76}" destId="{9D9C11AA-4F30-4D09-A733-984901EDE622}" srcOrd="1" destOrd="0" presId="urn:microsoft.com/office/officeart/2005/8/layout/radial1"/>
    <dgm:cxn modelId="{E26FA34A-B04E-42F1-ADE7-2B7F78098B26}" type="presParOf" srcId="{551BBE3F-A8C6-48B7-90FB-172F90EC26CE}" destId="{3B468A9E-BF3D-44C7-8C62-AB34F3A27FC8}" srcOrd="0" destOrd="0" presId="urn:microsoft.com/office/officeart/2005/8/layout/radial1"/>
    <dgm:cxn modelId="{583BABFA-A4AC-4EE4-8C7F-4F399AAA8271}" type="presParOf" srcId="{551BBE3F-A8C6-48B7-90FB-172F90EC26CE}" destId="{6D43CA6C-E5F9-47D8-A450-F0865F627C81}" srcOrd="1" destOrd="0" presId="urn:microsoft.com/office/officeart/2005/8/layout/radial1"/>
    <dgm:cxn modelId="{70E6676D-0903-4B14-8E2B-6CAA64A6840E}" type="presParOf" srcId="{6D43CA6C-E5F9-47D8-A450-F0865F627C81}" destId="{83336A0B-246A-49B7-ADD3-3E54533298A0}" srcOrd="0" destOrd="0" presId="urn:microsoft.com/office/officeart/2005/8/layout/radial1"/>
    <dgm:cxn modelId="{8884B12E-1742-4DF6-AF83-3347F46C6324}" type="presParOf" srcId="{551BBE3F-A8C6-48B7-90FB-172F90EC26CE}" destId="{C3D26A50-2331-4358-9E1B-383435522D87}" srcOrd="2" destOrd="0" presId="urn:microsoft.com/office/officeart/2005/8/layout/radial1"/>
    <dgm:cxn modelId="{E99F4904-CB35-40D2-8EA9-C7B15D8E8766}" type="presParOf" srcId="{551BBE3F-A8C6-48B7-90FB-172F90EC26CE}" destId="{CDD2C11F-8982-469B-A7E2-ED9B50C088B2}" srcOrd="3" destOrd="0" presId="urn:microsoft.com/office/officeart/2005/8/layout/radial1"/>
    <dgm:cxn modelId="{866AE3A2-595C-4A8E-8FF2-0A988528BE73}" type="presParOf" srcId="{CDD2C11F-8982-469B-A7E2-ED9B50C088B2}" destId="{DDD73C47-AF0A-443F-AB25-BC4B7B6A40D1}" srcOrd="0" destOrd="0" presId="urn:microsoft.com/office/officeart/2005/8/layout/radial1"/>
    <dgm:cxn modelId="{98B868B9-53E0-4F07-A4CE-6E714B99626C}" type="presParOf" srcId="{551BBE3F-A8C6-48B7-90FB-172F90EC26CE}" destId="{300D7A6D-F1C3-4F04-BD61-CB32DCB46DEA}" srcOrd="4" destOrd="0" presId="urn:microsoft.com/office/officeart/2005/8/layout/radial1"/>
    <dgm:cxn modelId="{2450FC20-92F1-46B7-9D83-816FE0806FBD}" type="presParOf" srcId="{551BBE3F-A8C6-48B7-90FB-172F90EC26CE}" destId="{8053E21E-9E7E-4588-87D5-4A0672A80BD8}" srcOrd="5" destOrd="0" presId="urn:microsoft.com/office/officeart/2005/8/layout/radial1"/>
    <dgm:cxn modelId="{2F216543-518F-4A4B-BE9F-417D06A2DFF3}" type="presParOf" srcId="{8053E21E-9E7E-4588-87D5-4A0672A80BD8}" destId="{16FB43C3-F98B-4CBD-B088-55BB09764791}" srcOrd="0" destOrd="0" presId="urn:microsoft.com/office/officeart/2005/8/layout/radial1"/>
    <dgm:cxn modelId="{7BC7C912-03F5-46F2-ADEA-249799171AB3}" type="presParOf" srcId="{551BBE3F-A8C6-48B7-90FB-172F90EC26CE}" destId="{6B192ABE-7604-4E4A-B17F-D035E5A7BFBB}" srcOrd="6" destOrd="0" presId="urn:microsoft.com/office/officeart/2005/8/layout/radial1"/>
    <dgm:cxn modelId="{D463F301-60F1-475F-9816-E00E29191B45}" type="presParOf" srcId="{551BBE3F-A8C6-48B7-90FB-172F90EC26CE}" destId="{E948D965-3366-4AFA-BDFA-FC449D40833E}" srcOrd="7" destOrd="0" presId="urn:microsoft.com/office/officeart/2005/8/layout/radial1"/>
    <dgm:cxn modelId="{627EAAAB-5DC7-4DC1-9D0A-9DC524BE4348}" type="presParOf" srcId="{E948D965-3366-4AFA-BDFA-FC449D40833E}" destId="{3F2038AD-A2B3-4C6D-8F27-0A113E20C6CA}" srcOrd="0" destOrd="0" presId="urn:microsoft.com/office/officeart/2005/8/layout/radial1"/>
    <dgm:cxn modelId="{C5E036B2-865C-4C90-BB52-435FA23FA916}" type="presParOf" srcId="{551BBE3F-A8C6-48B7-90FB-172F90EC26CE}" destId="{8B2BA0C3-3B5C-4FF4-9167-C4F42C9DCDF0}" srcOrd="8" destOrd="0" presId="urn:microsoft.com/office/officeart/2005/8/layout/radial1"/>
    <dgm:cxn modelId="{A226D56B-5188-46F7-9884-C7A9DDAFCB24}" type="presParOf" srcId="{551BBE3F-A8C6-48B7-90FB-172F90EC26CE}" destId="{B60DCD7E-ACC1-4675-8923-F7013BE9A60F}" srcOrd="9" destOrd="0" presId="urn:microsoft.com/office/officeart/2005/8/layout/radial1"/>
    <dgm:cxn modelId="{48E5B6CD-1933-4A43-8DC9-EF4CB0F5FBEA}" type="presParOf" srcId="{B60DCD7E-ACC1-4675-8923-F7013BE9A60F}" destId="{9D9C11AA-4F30-4D09-A733-984901EDE622}" srcOrd="0" destOrd="0" presId="urn:microsoft.com/office/officeart/2005/8/layout/radial1"/>
    <dgm:cxn modelId="{E6305E60-08FB-434C-A337-C039F4A583D5}" type="presParOf" srcId="{551BBE3F-A8C6-48B7-90FB-172F90EC26CE}" destId="{7C53F36C-2D46-4F30-B282-E9D27B2F49CD}" srcOrd="10" destOrd="0" presId="urn:microsoft.com/office/officeart/2005/8/layout/radial1"/>
    <dgm:cxn modelId="{84988E9E-311C-47E3-92C1-E9FD02600975}" type="presParOf" srcId="{551BBE3F-A8C6-48B7-90FB-172F90EC26CE}" destId="{C35B75F2-AB3F-4A0E-86A1-33F86CDD5C4F}" srcOrd="11" destOrd="0" presId="urn:microsoft.com/office/officeart/2005/8/layout/radial1"/>
    <dgm:cxn modelId="{9D87E5C7-ED3F-4CB7-9030-A474D21BF3F8}" type="presParOf" srcId="{C35B75F2-AB3F-4A0E-86A1-33F86CDD5C4F}" destId="{81398601-B3A2-4040-861D-E3C9E4A33616}" srcOrd="0" destOrd="0" presId="urn:microsoft.com/office/officeart/2005/8/layout/radial1"/>
    <dgm:cxn modelId="{6B38211D-DB75-464B-82E6-93CCF81565C2}" type="presParOf" srcId="{551BBE3F-A8C6-48B7-90FB-172F90EC26CE}" destId="{03BB731B-CF62-4A9B-BF5F-751B42DCE4AB}" srcOrd="12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7A05A3-14D9-44A5-B768-02F08550772E}" type="doc">
      <dgm:prSet loTypeId="urn:microsoft.com/office/officeart/2005/8/layout/radial3" loCatId="cycl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C1649FD-8155-4637-BFB0-A84B2EE2DB4B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2"/>
              </a:solidFill>
            </a:rPr>
            <a:t>Cotización de  Autónomos</a:t>
          </a:r>
          <a:endParaRPr lang="es-ES" sz="2000" b="1" dirty="0">
            <a:solidFill>
              <a:schemeClr val="tx2"/>
            </a:solidFill>
          </a:endParaRPr>
        </a:p>
      </dgm:t>
    </dgm:pt>
    <dgm:pt modelId="{73C45E00-AB31-433D-92BA-48C6BB0861BC}" type="parTrans" cxnId="{412E8BE9-1A44-4125-A186-35E7AB0BE307}">
      <dgm:prSet/>
      <dgm:spPr/>
      <dgm:t>
        <a:bodyPr/>
        <a:lstStyle/>
        <a:p>
          <a:endParaRPr lang="es-ES"/>
        </a:p>
      </dgm:t>
    </dgm:pt>
    <dgm:pt modelId="{CA183CBC-EF8D-4A30-9517-5CA915BBC826}" type="sibTrans" cxnId="{412E8BE9-1A44-4125-A186-35E7AB0BE307}">
      <dgm:prSet/>
      <dgm:spPr/>
      <dgm:t>
        <a:bodyPr/>
        <a:lstStyle/>
        <a:p>
          <a:endParaRPr lang="es-ES"/>
        </a:p>
      </dgm:t>
    </dgm:pt>
    <dgm:pt modelId="{A39BE283-9FAD-47E6-AC51-206C1A91E69D}" type="pres">
      <dgm:prSet presAssocID="{A97A05A3-14D9-44A5-B768-02F08550772E}" presName="composite" presStyleCnt="0">
        <dgm:presLayoutVars>
          <dgm:chMax val="1"/>
          <dgm:dir/>
          <dgm:resizeHandles val="exact"/>
        </dgm:presLayoutVars>
      </dgm:prSet>
      <dgm:spPr/>
    </dgm:pt>
    <dgm:pt modelId="{EC439966-727C-4807-A236-D4E3CE9950C7}" type="pres">
      <dgm:prSet presAssocID="{A97A05A3-14D9-44A5-B768-02F08550772E}" presName="radial" presStyleCnt="0">
        <dgm:presLayoutVars>
          <dgm:animLvl val="ctr"/>
        </dgm:presLayoutVars>
      </dgm:prSet>
      <dgm:spPr/>
    </dgm:pt>
    <dgm:pt modelId="{6394DBB8-151D-4F56-8FAC-804173593C47}" type="pres">
      <dgm:prSet presAssocID="{3C1649FD-8155-4637-BFB0-A84B2EE2DB4B}" presName="centerShape" presStyleLbl="vennNode1" presStyleIdx="0" presStyleCnt="1" custScaleX="188953" custScaleY="67022" custLinFactNeighborX="9123" custLinFactNeighborY="-4403"/>
      <dgm:spPr/>
    </dgm:pt>
  </dgm:ptLst>
  <dgm:cxnLst>
    <dgm:cxn modelId="{E36F1392-305F-4A95-9E24-3B7ADB87EE6A}" type="presOf" srcId="{A97A05A3-14D9-44A5-B768-02F08550772E}" destId="{A39BE283-9FAD-47E6-AC51-206C1A91E69D}" srcOrd="0" destOrd="0" presId="urn:microsoft.com/office/officeart/2005/8/layout/radial3"/>
    <dgm:cxn modelId="{A2DE809C-39E8-4848-9883-BDCA0CDCCEE9}" type="presOf" srcId="{3C1649FD-8155-4637-BFB0-A84B2EE2DB4B}" destId="{6394DBB8-151D-4F56-8FAC-804173593C47}" srcOrd="0" destOrd="0" presId="urn:microsoft.com/office/officeart/2005/8/layout/radial3"/>
    <dgm:cxn modelId="{412E8BE9-1A44-4125-A186-35E7AB0BE307}" srcId="{A97A05A3-14D9-44A5-B768-02F08550772E}" destId="{3C1649FD-8155-4637-BFB0-A84B2EE2DB4B}" srcOrd="0" destOrd="0" parTransId="{73C45E00-AB31-433D-92BA-48C6BB0861BC}" sibTransId="{CA183CBC-EF8D-4A30-9517-5CA915BBC826}"/>
    <dgm:cxn modelId="{48DB6825-4636-4F9A-A2A5-BC69E0E3F600}" type="presParOf" srcId="{A39BE283-9FAD-47E6-AC51-206C1A91E69D}" destId="{EC439966-727C-4807-A236-D4E3CE9950C7}" srcOrd="0" destOrd="0" presId="urn:microsoft.com/office/officeart/2005/8/layout/radial3"/>
    <dgm:cxn modelId="{8AFAFFA2-D146-46D9-A32B-6234A76356BE}" type="presParOf" srcId="{EC439966-727C-4807-A236-D4E3CE9950C7}" destId="{6394DBB8-151D-4F56-8FAC-804173593C47}" srcOrd="0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A063124-B0E8-4C86-B924-8C2784519496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99C31067-E078-4466-8CC0-1C151F962DC9}">
      <dgm:prSet phldrT="[Texto]"/>
      <dgm:spPr>
        <a:solidFill>
          <a:srgbClr val="92D050"/>
        </a:solidFill>
      </dgm:spPr>
      <dgm:t>
        <a:bodyPr/>
        <a:lstStyle/>
        <a:p>
          <a:r>
            <a:rPr lang="es-ES_tradnl" b="1" dirty="0"/>
            <a:t>S.L.</a:t>
          </a:r>
          <a:endParaRPr lang="es-ES" b="1" dirty="0"/>
        </a:p>
      </dgm:t>
    </dgm:pt>
    <dgm:pt modelId="{E091A69B-B1E3-48A2-8465-1FF82A06D188}" type="parTrans" cxnId="{18039B10-6E52-433C-8FD0-DE60C3AD1E82}">
      <dgm:prSet/>
      <dgm:spPr/>
      <dgm:t>
        <a:bodyPr/>
        <a:lstStyle/>
        <a:p>
          <a:endParaRPr lang="es-ES"/>
        </a:p>
      </dgm:t>
    </dgm:pt>
    <dgm:pt modelId="{2138B8BE-D06D-4420-AF77-6B7D193A7CA7}" type="sibTrans" cxnId="{18039B10-6E52-433C-8FD0-DE60C3AD1E82}">
      <dgm:prSet/>
      <dgm:spPr/>
      <dgm:t>
        <a:bodyPr/>
        <a:lstStyle/>
        <a:p>
          <a:endParaRPr lang="es-ES"/>
        </a:p>
      </dgm:t>
    </dgm:pt>
    <dgm:pt modelId="{14019158-7D40-42D0-BDE1-2383E4D22DE5}">
      <dgm:prSet phldrT="[Texto]" custT="1"/>
      <dgm:spPr>
        <a:solidFill>
          <a:schemeClr val="accent1"/>
        </a:solidFill>
      </dgm:spPr>
      <dgm:t>
        <a:bodyPr/>
        <a:lstStyle/>
        <a:p>
          <a:r>
            <a:rPr lang="es-ES_tradnl" sz="1600" b="1" u="none" dirty="0"/>
            <a:t>RESPONSABILIDAD</a:t>
          </a:r>
        </a:p>
      </dgm:t>
    </dgm:pt>
    <dgm:pt modelId="{927B4098-042D-43ED-8DFE-46E4F49BD68C}" type="parTrans" cxnId="{42910B1F-A037-4C19-A687-4C0496BD2B87}">
      <dgm:prSet/>
      <dgm:spPr/>
      <dgm:t>
        <a:bodyPr/>
        <a:lstStyle/>
        <a:p>
          <a:endParaRPr lang="es-ES"/>
        </a:p>
      </dgm:t>
    </dgm:pt>
    <dgm:pt modelId="{0CC6E3E3-544E-45CE-9457-7DD6125BAEB0}" type="sibTrans" cxnId="{42910B1F-A037-4C19-A687-4C0496BD2B87}">
      <dgm:prSet/>
      <dgm:spPr/>
      <dgm:t>
        <a:bodyPr/>
        <a:lstStyle/>
        <a:p>
          <a:endParaRPr lang="es-ES"/>
        </a:p>
      </dgm:t>
    </dgm:pt>
    <dgm:pt modelId="{2AB830A5-F72F-4C5B-8781-88E2E8637CBF}">
      <dgm:prSet phldrT="[Texto]" custT="1"/>
      <dgm:spPr/>
      <dgm:t>
        <a:bodyPr/>
        <a:lstStyle/>
        <a:p>
          <a:pPr algn="ctr"/>
          <a:r>
            <a:rPr lang="es-ES_tradnl" sz="1600" b="1" dirty="0"/>
            <a:t>Nº SOCIOS</a:t>
          </a:r>
          <a:endParaRPr lang="es-ES" sz="1600" b="1" dirty="0"/>
        </a:p>
      </dgm:t>
    </dgm:pt>
    <dgm:pt modelId="{74C6897B-4665-4E10-B953-20112ECEA504}" type="parTrans" cxnId="{EBAC616D-4787-49C9-954E-61823D3D003E}">
      <dgm:prSet/>
      <dgm:spPr/>
      <dgm:t>
        <a:bodyPr/>
        <a:lstStyle/>
        <a:p>
          <a:endParaRPr lang="es-ES"/>
        </a:p>
      </dgm:t>
    </dgm:pt>
    <dgm:pt modelId="{5CB2C71F-2A84-47A2-934F-3CA3BE6F072F}" type="sibTrans" cxnId="{EBAC616D-4787-49C9-954E-61823D3D003E}">
      <dgm:prSet/>
      <dgm:spPr/>
      <dgm:t>
        <a:bodyPr/>
        <a:lstStyle/>
        <a:p>
          <a:endParaRPr lang="es-ES"/>
        </a:p>
      </dgm:t>
    </dgm:pt>
    <dgm:pt modelId="{FAE95BFB-FC48-411D-8CB3-B9A5B37CCBA2}">
      <dgm:prSet phldrT="[Texto]" custT="1"/>
      <dgm:spPr/>
      <dgm:t>
        <a:bodyPr/>
        <a:lstStyle/>
        <a:p>
          <a:pPr algn="ctr"/>
          <a:r>
            <a:rPr lang="es-ES_tradnl" sz="1600" b="1" u="none" dirty="0"/>
            <a:t>CAPITAL</a:t>
          </a:r>
          <a:endParaRPr lang="es-ES" sz="1600" b="1" u="none" dirty="0"/>
        </a:p>
      </dgm:t>
    </dgm:pt>
    <dgm:pt modelId="{104ED169-D0DF-4B21-B24E-1B97D2440C05}" type="parTrans" cxnId="{D7B0C5F1-F5B1-4C4F-8A4C-0643657C5F98}">
      <dgm:prSet/>
      <dgm:spPr/>
      <dgm:t>
        <a:bodyPr/>
        <a:lstStyle/>
        <a:p>
          <a:endParaRPr lang="es-ES"/>
        </a:p>
      </dgm:t>
    </dgm:pt>
    <dgm:pt modelId="{2CA0F4A6-4849-4346-BE86-732BB0522C94}" type="sibTrans" cxnId="{D7B0C5F1-F5B1-4C4F-8A4C-0643657C5F98}">
      <dgm:prSet/>
      <dgm:spPr/>
      <dgm:t>
        <a:bodyPr/>
        <a:lstStyle/>
        <a:p>
          <a:endParaRPr lang="es-ES"/>
        </a:p>
      </dgm:t>
    </dgm:pt>
    <dgm:pt modelId="{48FA580E-F8BD-454C-80E7-3C446636C3C0}">
      <dgm:prSet phldrT="[Texto]" custT="1"/>
      <dgm:spPr/>
      <dgm:t>
        <a:bodyPr/>
        <a:lstStyle/>
        <a:p>
          <a:pPr algn="ctr"/>
          <a:r>
            <a:rPr lang="es-ES_tradnl" sz="1600" b="1" u="none" dirty="0"/>
            <a:t>PARTICIPACIONES</a:t>
          </a:r>
          <a:endParaRPr lang="es-ES" sz="1600" b="1" u="none" dirty="0"/>
        </a:p>
      </dgm:t>
    </dgm:pt>
    <dgm:pt modelId="{84A30F99-C19A-41DF-A24B-5B17306FCFB2}" type="parTrans" cxnId="{43814AAB-C09D-4047-A795-B779D152A819}">
      <dgm:prSet/>
      <dgm:spPr/>
      <dgm:t>
        <a:bodyPr/>
        <a:lstStyle/>
        <a:p>
          <a:endParaRPr lang="es-ES"/>
        </a:p>
      </dgm:t>
    </dgm:pt>
    <dgm:pt modelId="{0CB8589D-833F-425E-A201-CDF41928DC6A}" type="sibTrans" cxnId="{43814AAB-C09D-4047-A795-B779D152A819}">
      <dgm:prSet/>
      <dgm:spPr/>
      <dgm:t>
        <a:bodyPr/>
        <a:lstStyle/>
        <a:p>
          <a:endParaRPr lang="es-ES"/>
        </a:p>
      </dgm:t>
    </dgm:pt>
    <dgm:pt modelId="{C3BEDA2C-A27C-4991-9B00-103E71ADFAE8}">
      <dgm:prSet phldrT="[Texto]" custT="1"/>
      <dgm:spPr/>
      <dgm:t>
        <a:bodyPr/>
        <a:lstStyle/>
        <a:p>
          <a:pPr algn="ctr"/>
          <a:r>
            <a:rPr lang="es-ES_tradnl" sz="1600" b="1" u="none" dirty="0"/>
            <a:t>DERECHOS SOCIOS</a:t>
          </a:r>
          <a:endParaRPr lang="es-ES" sz="1600" b="1" u="none" dirty="0"/>
        </a:p>
      </dgm:t>
    </dgm:pt>
    <dgm:pt modelId="{6750C700-4508-46F0-9939-E17606961ABA}" type="parTrans" cxnId="{F2146863-CBD9-456A-A4D2-0512066F3C11}">
      <dgm:prSet/>
      <dgm:spPr/>
      <dgm:t>
        <a:bodyPr/>
        <a:lstStyle/>
        <a:p>
          <a:endParaRPr lang="es-ES"/>
        </a:p>
      </dgm:t>
    </dgm:pt>
    <dgm:pt modelId="{032BF95E-F71C-49A2-BC52-F334BB02AE02}" type="sibTrans" cxnId="{F2146863-CBD9-456A-A4D2-0512066F3C11}">
      <dgm:prSet/>
      <dgm:spPr/>
      <dgm:t>
        <a:bodyPr/>
        <a:lstStyle/>
        <a:p>
          <a:endParaRPr lang="es-ES"/>
        </a:p>
      </dgm:t>
    </dgm:pt>
    <dgm:pt modelId="{96D5345C-3FC9-48A2-828C-991BF0D95477}">
      <dgm:prSet phldrT="[Texto]" custT="1"/>
      <dgm:spPr/>
      <dgm:t>
        <a:bodyPr/>
        <a:lstStyle/>
        <a:p>
          <a:pPr algn="ctr"/>
          <a:r>
            <a:rPr lang="es-ES_tradnl" sz="1600" b="1" u="none" dirty="0"/>
            <a:t>ÓRGANOS DE GOBIERNO</a:t>
          </a:r>
          <a:endParaRPr lang="es-ES" sz="1600" b="1" u="none" dirty="0"/>
        </a:p>
      </dgm:t>
    </dgm:pt>
    <dgm:pt modelId="{3ACF3514-10B6-4129-9631-AE1B0974D114}" type="parTrans" cxnId="{5918F941-F31D-443E-B340-B699FD553A22}">
      <dgm:prSet/>
      <dgm:spPr/>
      <dgm:t>
        <a:bodyPr/>
        <a:lstStyle/>
        <a:p>
          <a:endParaRPr lang="es-ES"/>
        </a:p>
      </dgm:t>
    </dgm:pt>
    <dgm:pt modelId="{0AAA0F8A-E042-467B-806C-FD140929446B}" type="sibTrans" cxnId="{5918F941-F31D-443E-B340-B699FD553A22}">
      <dgm:prSet/>
      <dgm:spPr/>
      <dgm:t>
        <a:bodyPr/>
        <a:lstStyle/>
        <a:p>
          <a:endParaRPr lang="es-ES"/>
        </a:p>
      </dgm:t>
    </dgm:pt>
    <dgm:pt modelId="{F9D40811-F335-407E-8006-68FC67C10B85}">
      <dgm:prSet phldrT="[Texto]" custT="1"/>
      <dgm:spPr/>
      <dgm:t>
        <a:bodyPr/>
        <a:lstStyle/>
        <a:p>
          <a:pPr algn="ctr"/>
          <a:r>
            <a:rPr lang="es-ES_tradnl" sz="1600" b="1" u="none" dirty="0"/>
            <a:t>SEGURIDAD SOCIAL</a:t>
          </a:r>
          <a:endParaRPr lang="es-ES" sz="1600" b="1" u="none" dirty="0"/>
        </a:p>
      </dgm:t>
    </dgm:pt>
    <dgm:pt modelId="{10C7A6F8-BA1A-4A87-82DB-D874C11FC742}" type="parTrans" cxnId="{367E9855-5C52-42ED-9B92-D97E97FD4EEB}">
      <dgm:prSet/>
      <dgm:spPr/>
      <dgm:t>
        <a:bodyPr/>
        <a:lstStyle/>
        <a:p>
          <a:endParaRPr lang="es-ES"/>
        </a:p>
      </dgm:t>
    </dgm:pt>
    <dgm:pt modelId="{DAAFA2E5-0132-4F2F-B793-405407C02223}" type="sibTrans" cxnId="{367E9855-5C52-42ED-9B92-D97E97FD4EEB}">
      <dgm:prSet/>
      <dgm:spPr/>
      <dgm:t>
        <a:bodyPr/>
        <a:lstStyle/>
        <a:p>
          <a:endParaRPr lang="es-ES"/>
        </a:p>
      </dgm:t>
    </dgm:pt>
    <dgm:pt modelId="{007677A6-D171-4215-872B-28D1F13B6C22}">
      <dgm:prSet phldrT="[Texto]" custT="1"/>
      <dgm:spPr/>
      <dgm:t>
        <a:bodyPr/>
        <a:lstStyle/>
        <a:p>
          <a:pPr algn="ctr"/>
          <a:r>
            <a:rPr lang="es-ES_tradnl" sz="1600" b="1" u="none" dirty="0"/>
            <a:t>IMPUESTOS</a:t>
          </a:r>
          <a:endParaRPr lang="es-ES" sz="1600" b="1" u="none" dirty="0"/>
        </a:p>
      </dgm:t>
    </dgm:pt>
    <dgm:pt modelId="{822086C1-00E8-447A-B790-E2D6ED6B0087}" type="parTrans" cxnId="{297EC4C6-E593-4EE2-88C0-5D62A8AC4219}">
      <dgm:prSet/>
      <dgm:spPr/>
      <dgm:t>
        <a:bodyPr/>
        <a:lstStyle/>
        <a:p>
          <a:endParaRPr lang="es-ES"/>
        </a:p>
      </dgm:t>
    </dgm:pt>
    <dgm:pt modelId="{9138593C-0BED-409D-9B25-9D7B6DF83F04}" type="sibTrans" cxnId="{297EC4C6-E593-4EE2-88C0-5D62A8AC4219}">
      <dgm:prSet/>
      <dgm:spPr/>
      <dgm:t>
        <a:bodyPr/>
        <a:lstStyle/>
        <a:p>
          <a:endParaRPr lang="es-ES"/>
        </a:p>
      </dgm:t>
    </dgm:pt>
    <dgm:pt modelId="{9C7A7D43-A152-40E0-B828-A8D7F34EF758}" type="pres">
      <dgm:prSet presAssocID="{7A063124-B0E8-4C86-B924-8C278451949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BDFE466-FD38-4A19-BF83-A02D9D3088DA}" type="pres">
      <dgm:prSet presAssocID="{99C31067-E078-4466-8CC0-1C151F962DC9}" presName="centerShape" presStyleLbl="node0" presStyleIdx="0" presStyleCnt="1" custScaleX="122127" custScaleY="106042" custLinFactNeighborX="5132" custLinFactNeighborY="2160"/>
      <dgm:spPr/>
    </dgm:pt>
    <dgm:pt modelId="{FD5D2952-0298-474E-8E15-AB9CABA13954}" type="pres">
      <dgm:prSet presAssocID="{14019158-7D40-42D0-BDE1-2383E4D22DE5}" presName="node" presStyleLbl="node1" presStyleIdx="0" presStyleCnt="8" custScaleX="311840" custScaleY="95621" custRadScaleRad="109075" custRadScaleInc="-12565">
        <dgm:presLayoutVars>
          <dgm:bulletEnabled val="1"/>
        </dgm:presLayoutVars>
      </dgm:prSet>
      <dgm:spPr/>
    </dgm:pt>
    <dgm:pt modelId="{E1B60251-F4F0-427F-8228-A75FB4461FDC}" type="pres">
      <dgm:prSet presAssocID="{14019158-7D40-42D0-BDE1-2383E4D22DE5}" presName="dummy" presStyleCnt="0"/>
      <dgm:spPr/>
    </dgm:pt>
    <dgm:pt modelId="{5E5AFB69-2835-42E4-B281-C4061BFF6AAB}" type="pres">
      <dgm:prSet presAssocID="{0CC6E3E3-544E-45CE-9457-7DD6125BAEB0}" presName="sibTrans" presStyleLbl="sibTrans2D1" presStyleIdx="0" presStyleCnt="8" custLinFactNeighborX="97" custLinFactNeighborY="6156"/>
      <dgm:spPr/>
    </dgm:pt>
    <dgm:pt modelId="{CEE8792D-0F8E-459D-93EB-C61AEE6E7247}" type="pres">
      <dgm:prSet presAssocID="{2AB830A5-F72F-4C5B-8781-88E2E8637CBF}" presName="node" presStyleLbl="node1" presStyleIdx="1" presStyleCnt="8" custScaleX="172244" custScaleY="73838" custRadScaleRad="145841" custRadScaleInc="125945">
        <dgm:presLayoutVars>
          <dgm:bulletEnabled val="1"/>
        </dgm:presLayoutVars>
      </dgm:prSet>
      <dgm:spPr/>
    </dgm:pt>
    <dgm:pt modelId="{16B26FD3-689C-4229-B23B-C255100E702F}" type="pres">
      <dgm:prSet presAssocID="{2AB830A5-F72F-4C5B-8781-88E2E8637CBF}" presName="dummy" presStyleCnt="0"/>
      <dgm:spPr/>
    </dgm:pt>
    <dgm:pt modelId="{15F45BF8-69F6-4A02-B8E1-7F592D0343DB}" type="pres">
      <dgm:prSet presAssocID="{5CB2C71F-2A84-47A2-934F-3CA3BE6F072F}" presName="sibTrans" presStyleLbl="sibTrans2D1" presStyleIdx="1" presStyleCnt="8"/>
      <dgm:spPr/>
    </dgm:pt>
    <dgm:pt modelId="{36C6C073-5F14-4BB1-91A2-A88BAA39A36A}" type="pres">
      <dgm:prSet presAssocID="{FAE95BFB-FC48-411D-8CB3-B9A5B37CCBA2}" presName="node" presStyleLbl="node1" presStyleIdx="2" presStyleCnt="8" custScaleX="154236" custScaleY="73839" custRadScaleRad="149568" custRadScaleInc="-57642">
        <dgm:presLayoutVars>
          <dgm:bulletEnabled val="1"/>
        </dgm:presLayoutVars>
      </dgm:prSet>
      <dgm:spPr/>
    </dgm:pt>
    <dgm:pt modelId="{E7652521-8B57-4FAB-B2B1-E008170BC88B}" type="pres">
      <dgm:prSet presAssocID="{FAE95BFB-FC48-411D-8CB3-B9A5B37CCBA2}" presName="dummy" presStyleCnt="0"/>
      <dgm:spPr/>
    </dgm:pt>
    <dgm:pt modelId="{AE728948-849A-4F91-8408-873E3AE7D3D3}" type="pres">
      <dgm:prSet presAssocID="{2CA0F4A6-4849-4346-BE86-732BB0522C94}" presName="sibTrans" presStyleLbl="sibTrans2D1" presStyleIdx="2" presStyleCnt="8"/>
      <dgm:spPr/>
    </dgm:pt>
    <dgm:pt modelId="{D28B92F8-0154-48CB-AB57-A77A033EA2BF}" type="pres">
      <dgm:prSet presAssocID="{48FA580E-F8BD-454C-80E7-3C446636C3C0}" presName="node" presStyleLbl="node1" presStyleIdx="3" presStyleCnt="8" custScaleX="283279" custRadScaleRad="147286" custRadScaleInc="-115750">
        <dgm:presLayoutVars>
          <dgm:bulletEnabled val="1"/>
        </dgm:presLayoutVars>
      </dgm:prSet>
      <dgm:spPr/>
    </dgm:pt>
    <dgm:pt modelId="{BD0D0B7A-43B9-4E6A-83DE-49510908A29F}" type="pres">
      <dgm:prSet presAssocID="{48FA580E-F8BD-454C-80E7-3C446636C3C0}" presName="dummy" presStyleCnt="0"/>
      <dgm:spPr/>
    </dgm:pt>
    <dgm:pt modelId="{BEC7E355-93C7-446D-BBC5-D2421D6D5BA9}" type="pres">
      <dgm:prSet presAssocID="{0CB8589D-833F-425E-A201-CDF41928DC6A}" presName="sibTrans" presStyleLbl="sibTrans2D1" presStyleIdx="3" presStyleCnt="8"/>
      <dgm:spPr/>
    </dgm:pt>
    <dgm:pt modelId="{2A3FA976-DC29-46C4-8647-7D6B01745B3E}" type="pres">
      <dgm:prSet presAssocID="{C3BEDA2C-A27C-4991-9B00-103E71ADFAE8}" presName="node" presStyleLbl="node1" presStyleIdx="4" presStyleCnt="8" custScaleX="208655" custRadScaleRad="98857" custRadScaleInc="-18578">
        <dgm:presLayoutVars>
          <dgm:bulletEnabled val="1"/>
        </dgm:presLayoutVars>
      </dgm:prSet>
      <dgm:spPr/>
    </dgm:pt>
    <dgm:pt modelId="{B9704681-B7E0-45C2-9362-5AC546318338}" type="pres">
      <dgm:prSet presAssocID="{C3BEDA2C-A27C-4991-9B00-103E71ADFAE8}" presName="dummy" presStyleCnt="0"/>
      <dgm:spPr/>
    </dgm:pt>
    <dgm:pt modelId="{8C2EF38D-F329-4E5A-9C3C-7DCAEA11A8AA}" type="pres">
      <dgm:prSet presAssocID="{032BF95E-F71C-49A2-BC52-F334BB02AE02}" presName="sibTrans" presStyleLbl="sibTrans2D1" presStyleIdx="4" presStyleCnt="8"/>
      <dgm:spPr/>
    </dgm:pt>
    <dgm:pt modelId="{23FED0DB-631F-4666-B0EB-E6E8FDA70170}" type="pres">
      <dgm:prSet presAssocID="{96D5345C-3FC9-48A2-828C-991BF0D95477}" presName="node" presStyleLbl="node1" presStyleIdx="5" presStyleCnt="8" custScaleX="203428" custRadScaleRad="138244" custRadScaleInc="60585">
        <dgm:presLayoutVars>
          <dgm:bulletEnabled val="1"/>
        </dgm:presLayoutVars>
      </dgm:prSet>
      <dgm:spPr/>
    </dgm:pt>
    <dgm:pt modelId="{51EF1C4A-2CFB-4BEF-9685-A71E03410AD1}" type="pres">
      <dgm:prSet presAssocID="{96D5345C-3FC9-48A2-828C-991BF0D95477}" presName="dummy" presStyleCnt="0"/>
      <dgm:spPr/>
    </dgm:pt>
    <dgm:pt modelId="{7ED55F6C-C8D0-4788-8ADF-082B5EE586E4}" type="pres">
      <dgm:prSet presAssocID="{0AAA0F8A-E042-467B-806C-FD140929446B}" presName="sibTrans" presStyleLbl="sibTrans2D1" presStyleIdx="5" presStyleCnt="8"/>
      <dgm:spPr/>
    </dgm:pt>
    <dgm:pt modelId="{478B77C6-9B00-402B-864F-08BA3CAC3251}" type="pres">
      <dgm:prSet presAssocID="{F9D40811-F335-407E-8006-68FC67C10B85}" presName="node" presStyleLbl="node1" presStyleIdx="6" presStyleCnt="8" custScaleX="233243" custRadScaleRad="146170" custRadScaleInc="36869">
        <dgm:presLayoutVars>
          <dgm:bulletEnabled val="1"/>
        </dgm:presLayoutVars>
      </dgm:prSet>
      <dgm:spPr/>
    </dgm:pt>
    <dgm:pt modelId="{6EDB0D9B-F369-4877-9785-A0F281BCBA07}" type="pres">
      <dgm:prSet presAssocID="{F9D40811-F335-407E-8006-68FC67C10B85}" presName="dummy" presStyleCnt="0"/>
      <dgm:spPr/>
    </dgm:pt>
    <dgm:pt modelId="{4E38D8CD-2272-493E-9A70-3874EA0A6798}" type="pres">
      <dgm:prSet presAssocID="{DAAFA2E5-0132-4F2F-B793-405407C02223}" presName="sibTrans" presStyleLbl="sibTrans2D1" presStyleIdx="6" presStyleCnt="8"/>
      <dgm:spPr/>
    </dgm:pt>
    <dgm:pt modelId="{5E62CF8A-89B3-413C-ABF1-D52E67A1B7F7}" type="pres">
      <dgm:prSet presAssocID="{007677A6-D171-4215-872B-28D1F13B6C22}" presName="node" presStyleLbl="node1" presStyleIdx="7" presStyleCnt="8" custScaleX="177753" custRadScaleRad="155076" custRadScaleInc="-98837">
        <dgm:presLayoutVars>
          <dgm:bulletEnabled val="1"/>
        </dgm:presLayoutVars>
      </dgm:prSet>
      <dgm:spPr/>
    </dgm:pt>
    <dgm:pt modelId="{029FE934-91F9-4DA3-9C81-228C42637668}" type="pres">
      <dgm:prSet presAssocID="{007677A6-D171-4215-872B-28D1F13B6C22}" presName="dummy" presStyleCnt="0"/>
      <dgm:spPr/>
    </dgm:pt>
    <dgm:pt modelId="{2D164789-16A5-4C1F-BAD6-BD5F5C28FE3F}" type="pres">
      <dgm:prSet presAssocID="{9138593C-0BED-409D-9B25-9D7B6DF83F04}" presName="sibTrans" presStyleLbl="sibTrans2D1" presStyleIdx="7" presStyleCnt="8" custLinFactNeighborX="3658" custLinFactNeighborY="1496"/>
      <dgm:spPr/>
    </dgm:pt>
  </dgm:ptLst>
  <dgm:cxnLst>
    <dgm:cxn modelId="{0CBAD401-AFD3-468F-BB94-32E57F36DC0B}" type="presOf" srcId="{FAE95BFB-FC48-411D-8CB3-B9A5B37CCBA2}" destId="{36C6C073-5F14-4BB1-91A2-A88BAA39A36A}" srcOrd="0" destOrd="0" presId="urn:microsoft.com/office/officeart/2005/8/layout/radial6"/>
    <dgm:cxn modelId="{ACAE5207-58FD-45F0-AC1E-B3EEBC8091C8}" type="presOf" srcId="{032BF95E-F71C-49A2-BC52-F334BB02AE02}" destId="{8C2EF38D-F329-4E5A-9C3C-7DCAEA11A8AA}" srcOrd="0" destOrd="0" presId="urn:microsoft.com/office/officeart/2005/8/layout/radial6"/>
    <dgm:cxn modelId="{9F1E7E09-1117-4C29-8723-1CA38E338C70}" type="presOf" srcId="{0CC6E3E3-544E-45CE-9457-7DD6125BAEB0}" destId="{5E5AFB69-2835-42E4-B281-C4061BFF6AAB}" srcOrd="0" destOrd="0" presId="urn:microsoft.com/office/officeart/2005/8/layout/radial6"/>
    <dgm:cxn modelId="{18039B10-6E52-433C-8FD0-DE60C3AD1E82}" srcId="{7A063124-B0E8-4C86-B924-8C2784519496}" destId="{99C31067-E078-4466-8CC0-1C151F962DC9}" srcOrd="0" destOrd="0" parTransId="{E091A69B-B1E3-48A2-8465-1FF82A06D188}" sibTransId="{2138B8BE-D06D-4420-AF77-6B7D193A7CA7}"/>
    <dgm:cxn modelId="{42910B1F-A037-4C19-A687-4C0496BD2B87}" srcId="{99C31067-E078-4466-8CC0-1C151F962DC9}" destId="{14019158-7D40-42D0-BDE1-2383E4D22DE5}" srcOrd="0" destOrd="0" parTransId="{927B4098-042D-43ED-8DFE-46E4F49BD68C}" sibTransId="{0CC6E3E3-544E-45CE-9457-7DD6125BAEB0}"/>
    <dgm:cxn modelId="{57933323-460E-45BE-8030-22B86A90CC1F}" type="presOf" srcId="{7A063124-B0E8-4C86-B924-8C2784519496}" destId="{9C7A7D43-A152-40E0-B828-A8D7F34EF758}" srcOrd="0" destOrd="0" presId="urn:microsoft.com/office/officeart/2005/8/layout/radial6"/>
    <dgm:cxn modelId="{8DF63439-5BB8-4E20-9D32-A93AF413F4AE}" type="presOf" srcId="{0AAA0F8A-E042-467B-806C-FD140929446B}" destId="{7ED55F6C-C8D0-4788-8ADF-082B5EE586E4}" srcOrd="0" destOrd="0" presId="urn:microsoft.com/office/officeart/2005/8/layout/radial6"/>
    <dgm:cxn modelId="{21E15D3F-3FF9-4F66-BD86-3CC98EE4F9A1}" type="presOf" srcId="{DAAFA2E5-0132-4F2F-B793-405407C02223}" destId="{4E38D8CD-2272-493E-9A70-3874EA0A6798}" srcOrd="0" destOrd="0" presId="urn:microsoft.com/office/officeart/2005/8/layout/radial6"/>
    <dgm:cxn modelId="{5918F941-F31D-443E-B340-B699FD553A22}" srcId="{99C31067-E078-4466-8CC0-1C151F962DC9}" destId="{96D5345C-3FC9-48A2-828C-991BF0D95477}" srcOrd="5" destOrd="0" parTransId="{3ACF3514-10B6-4129-9631-AE1B0974D114}" sibTransId="{0AAA0F8A-E042-467B-806C-FD140929446B}"/>
    <dgm:cxn modelId="{F2146863-CBD9-456A-A4D2-0512066F3C11}" srcId="{99C31067-E078-4466-8CC0-1C151F962DC9}" destId="{C3BEDA2C-A27C-4991-9B00-103E71ADFAE8}" srcOrd="4" destOrd="0" parTransId="{6750C700-4508-46F0-9939-E17606961ABA}" sibTransId="{032BF95E-F71C-49A2-BC52-F334BB02AE02}"/>
    <dgm:cxn modelId="{7FBA0345-AD56-4A01-A2BC-933E3E8E9F85}" type="presOf" srcId="{48FA580E-F8BD-454C-80E7-3C446636C3C0}" destId="{D28B92F8-0154-48CB-AB57-A77A033EA2BF}" srcOrd="0" destOrd="0" presId="urn:microsoft.com/office/officeart/2005/8/layout/radial6"/>
    <dgm:cxn modelId="{EBAC616D-4787-49C9-954E-61823D3D003E}" srcId="{99C31067-E078-4466-8CC0-1C151F962DC9}" destId="{2AB830A5-F72F-4C5B-8781-88E2E8637CBF}" srcOrd="1" destOrd="0" parTransId="{74C6897B-4665-4E10-B953-20112ECEA504}" sibTransId="{5CB2C71F-2A84-47A2-934F-3CA3BE6F072F}"/>
    <dgm:cxn modelId="{9236D44E-B46D-45D8-8C10-4EDB8B9BFD32}" type="presOf" srcId="{99C31067-E078-4466-8CC0-1C151F962DC9}" destId="{6BDFE466-FD38-4A19-BF83-A02D9D3088DA}" srcOrd="0" destOrd="0" presId="urn:microsoft.com/office/officeart/2005/8/layout/radial6"/>
    <dgm:cxn modelId="{367E9855-5C52-42ED-9B92-D97E97FD4EEB}" srcId="{99C31067-E078-4466-8CC0-1C151F962DC9}" destId="{F9D40811-F335-407E-8006-68FC67C10B85}" srcOrd="6" destOrd="0" parTransId="{10C7A6F8-BA1A-4A87-82DB-D874C11FC742}" sibTransId="{DAAFA2E5-0132-4F2F-B793-405407C02223}"/>
    <dgm:cxn modelId="{89E2367A-4603-4E54-B6E3-314FE2195667}" type="presOf" srcId="{2AB830A5-F72F-4C5B-8781-88E2E8637CBF}" destId="{CEE8792D-0F8E-459D-93EB-C61AEE6E7247}" srcOrd="0" destOrd="0" presId="urn:microsoft.com/office/officeart/2005/8/layout/radial6"/>
    <dgm:cxn modelId="{C4483F93-6251-4EAE-B1A7-C7362B3745FB}" type="presOf" srcId="{007677A6-D171-4215-872B-28D1F13B6C22}" destId="{5E62CF8A-89B3-413C-ABF1-D52E67A1B7F7}" srcOrd="0" destOrd="0" presId="urn:microsoft.com/office/officeart/2005/8/layout/radial6"/>
    <dgm:cxn modelId="{51D9B6A4-7E95-432C-A272-E59D1897B942}" type="presOf" srcId="{2CA0F4A6-4849-4346-BE86-732BB0522C94}" destId="{AE728948-849A-4F91-8408-873E3AE7D3D3}" srcOrd="0" destOrd="0" presId="urn:microsoft.com/office/officeart/2005/8/layout/radial6"/>
    <dgm:cxn modelId="{43814AAB-C09D-4047-A795-B779D152A819}" srcId="{99C31067-E078-4466-8CC0-1C151F962DC9}" destId="{48FA580E-F8BD-454C-80E7-3C446636C3C0}" srcOrd="3" destOrd="0" parTransId="{84A30F99-C19A-41DF-A24B-5B17306FCFB2}" sibTransId="{0CB8589D-833F-425E-A201-CDF41928DC6A}"/>
    <dgm:cxn modelId="{D52746B8-A3E6-4F93-AA27-6F455A50C162}" type="presOf" srcId="{F9D40811-F335-407E-8006-68FC67C10B85}" destId="{478B77C6-9B00-402B-864F-08BA3CAC3251}" srcOrd="0" destOrd="0" presId="urn:microsoft.com/office/officeart/2005/8/layout/radial6"/>
    <dgm:cxn modelId="{11D324C5-9370-44A6-A82B-505F3DE6ABC0}" type="presOf" srcId="{96D5345C-3FC9-48A2-828C-991BF0D95477}" destId="{23FED0DB-631F-4666-B0EB-E6E8FDA70170}" srcOrd="0" destOrd="0" presId="urn:microsoft.com/office/officeart/2005/8/layout/radial6"/>
    <dgm:cxn modelId="{297EC4C6-E593-4EE2-88C0-5D62A8AC4219}" srcId="{99C31067-E078-4466-8CC0-1C151F962DC9}" destId="{007677A6-D171-4215-872B-28D1F13B6C22}" srcOrd="7" destOrd="0" parTransId="{822086C1-00E8-447A-B790-E2D6ED6B0087}" sibTransId="{9138593C-0BED-409D-9B25-9D7B6DF83F04}"/>
    <dgm:cxn modelId="{D5D4B4CB-88ED-4ACE-872F-10581404A7B2}" type="presOf" srcId="{0CB8589D-833F-425E-A201-CDF41928DC6A}" destId="{BEC7E355-93C7-446D-BBC5-D2421D6D5BA9}" srcOrd="0" destOrd="0" presId="urn:microsoft.com/office/officeart/2005/8/layout/radial6"/>
    <dgm:cxn modelId="{1E9EB9E0-EC23-4A3C-871C-AB1D64E7944F}" type="presOf" srcId="{5CB2C71F-2A84-47A2-934F-3CA3BE6F072F}" destId="{15F45BF8-69F6-4A02-B8E1-7F592D0343DB}" srcOrd="0" destOrd="0" presId="urn:microsoft.com/office/officeart/2005/8/layout/radial6"/>
    <dgm:cxn modelId="{6D888EEC-02DF-4065-B3C2-C835DF44326D}" type="presOf" srcId="{C3BEDA2C-A27C-4991-9B00-103E71ADFAE8}" destId="{2A3FA976-DC29-46C4-8647-7D6B01745B3E}" srcOrd="0" destOrd="0" presId="urn:microsoft.com/office/officeart/2005/8/layout/radial6"/>
    <dgm:cxn modelId="{A010B6EC-67CE-4245-A81C-8CCD06036F14}" type="presOf" srcId="{14019158-7D40-42D0-BDE1-2383E4D22DE5}" destId="{FD5D2952-0298-474E-8E15-AB9CABA13954}" srcOrd="0" destOrd="0" presId="urn:microsoft.com/office/officeart/2005/8/layout/radial6"/>
    <dgm:cxn modelId="{D7B0C5F1-F5B1-4C4F-8A4C-0643657C5F98}" srcId="{99C31067-E078-4466-8CC0-1C151F962DC9}" destId="{FAE95BFB-FC48-411D-8CB3-B9A5B37CCBA2}" srcOrd="2" destOrd="0" parTransId="{104ED169-D0DF-4B21-B24E-1B97D2440C05}" sibTransId="{2CA0F4A6-4849-4346-BE86-732BB0522C94}"/>
    <dgm:cxn modelId="{A934E1FF-29C1-476B-83D9-D93B748DD3B1}" type="presOf" srcId="{9138593C-0BED-409D-9B25-9D7B6DF83F04}" destId="{2D164789-16A5-4C1F-BAD6-BD5F5C28FE3F}" srcOrd="0" destOrd="0" presId="urn:microsoft.com/office/officeart/2005/8/layout/radial6"/>
    <dgm:cxn modelId="{21E8C40A-AC90-4CAC-B028-634358B31766}" type="presParOf" srcId="{9C7A7D43-A152-40E0-B828-A8D7F34EF758}" destId="{6BDFE466-FD38-4A19-BF83-A02D9D3088DA}" srcOrd="0" destOrd="0" presId="urn:microsoft.com/office/officeart/2005/8/layout/radial6"/>
    <dgm:cxn modelId="{962196C4-B368-47CC-B780-DACC5937777F}" type="presParOf" srcId="{9C7A7D43-A152-40E0-B828-A8D7F34EF758}" destId="{FD5D2952-0298-474E-8E15-AB9CABA13954}" srcOrd="1" destOrd="0" presId="urn:microsoft.com/office/officeart/2005/8/layout/radial6"/>
    <dgm:cxn modelId="{665A5CC9-C2CF-4B7F-8819-051904A84DD7}" type="presParOf" srcId="{9C7A7D43-A152-40E0-B828-A8D7F34EF758}" destId="{E1B60251-F4F0-427F-8228-A75FB4461FDC}" srcOrd="2" destOrd="0" presId="urn:microsoft.com/office/officeart/2005/8/layout/radial6"/>
    <dgm:cxn modelId="{E3F13929-F27D-4873-BD5A-2FEE15253EB8}" type="presParOf" srcId="{9C7A7D43-A152-40E0-B828-A8D7F34EF758}" destId="{5E5AFB69-2835-42E4-B281-C4061BFF6AAB}" srcOrd="3" destOrd="0" presId="urn:microsoft.com/office/officeart/2005/8/layout/radial6"/>
    <dgm:cxn modelId="{0F0BE399-187B-45CA-B7EE-34CF9920121D}" type="presParOf" srcId="{9C7A7D43-A152-40E0-B828-A8D7F34EF758}" destId="{CEE8792D-0F8E-459D-93EB-C61AEE6E7247}" srcOrd="4" destOrd="0" presId="urn:microsoft.com/office/officeart/2005/8/layout/radial6"/>
    <dgm:cxn modelId="{2FC2A883-5ED8-4F7E-AD98-5C77498F3D34}" type="presParOf" srcId="{9C7A7D43-A152-40E0-B828-A8D7F34EF758}" destId="{16B26FD3-689C-4229-B23B-C255100E702F}" srcOrd="5" destOrd="0" presId="urn:microsoft.com/office/officeart/2005/8/layout/radial6"/>
    <dgm:cxn modelId="{D005E596-53B9-4D08-B127-2907F89D1867}" type="presParOf" srcId="{9C7A7D43-A152-40E0-B828-A8D7F34EF758}" destId="{15F45BF8-69F6-4A02-B8E1-7F592D0343DB}" srcOrd="6" destOrd="0" presId="urn:microsoft.com/office/officeart/2005/8/layout/radial6"/>
    <dgm:cxn modelId="{21D2E43E-CD3A-40F3-B3D7-0188DFDF6BE5}" type="presParOf" srcId="{9C7A7D43-A152-40E0-B828-A8D7F34EF758}" destId="{36C6C073-5F14-4BB1-91A2-A88BAA39A36A}" srcOrd="7" destOrd="0" presId="urn:microsoft.com/office/officeart/2005/8/layout/radial6"/>
    <dgm:cxn modelId="{B28654D1-5D2D-42F7-BEBB-38827963E928}" type="presParOf" srcId="{9C7A7D43-A152-40E0-B828-A8D7F34EF758}" destId="{E7652521-8B57-4FAB-B2B1-E008170BC88B}" srcOrd="8" destOrd="0" presId="urn:microsoft.com/office/officeart/2005/8/layout/radial6"/>
    <dgm:cxn modelId="{4D4E5061-CB9C-4606-9E73-D04E731343AD}" type="presParOf" srcId="{9C7A7D43-A152-40E0-B828-A8D7F34EF758}" destId="{AE728948-849A-4F91-8408-873E3AE7D3D3}" srcOrd="9" destOrd="0" presId="urn:microsoft.com/office/officeart/2005/8/layout/radial6"/>
    <dgm:cxn modelId="{0114AA87-3F90-4570-9AB9-85CEA766CC50}" type="presParOf" srcId="{9C7A7D43-A152-40E0-B828-A8D7F34EF758}" destId="{D28B92F8-0154-48CB-AB57-A77A033EA2BF}" srcOrd="10" destOrd="0" presId="urn:microsoft.com/office/officeart/2005/8/layout/radial6"/>
    <dgm:cxn modelId="{94F2AFD5-06F9-441D-AE9B-2EBA4036C9F3}" type="presParOf" srcId="{9C7A7D43-A152-40E0-B828-A8D7F34EF758}" destId="{BD0D0B7A-43B9-4E6A-83DE-49510908A29F}" srcOrd="11" destOrd="0" presId="urn:microsoft.com/office/officeart/2005/8/layout/radial6"/>
    <dgm:cxn modelId="{66D68BE1-95DC-4917-B779-10B33D9020BC}" type="presParOf" srcId="{9C7A7D43-A152-40E0-B828-A8D7F34EF758}" destId="{BEC7E355-93C7-446D-BBC5-D2421D6D5BA9}" srcOrd="12" destOrd="0" presId="urn:microsoft.com/office/officeart/2005/8/layout/radial6"/>
    <dgm:cxn modelId="{E85B2DAE-7A2D-4635-A0A6-4DE701449D73}" type="presParOf" srcId="{9C7A7D43-A152-40E0-B828-A8D7F34EF758}" destId="{2A3FA976-DC29-46C4-8647-7D6B01745B3E}" srcOrd="13" destOrd="0" presId="urn:microsoft.com/office/officeart/2005/8/layout/radial6"/>
    <dgm:cxn modelId="{9D1138D5-F79A-4268-9905-EA4F2669B6AA}" type="presParOf" srcId="{9C7A7D43-A152-40E0-B828-A8D7F34EF758}" destId="{B9704681-B7E0-45C2-9362-5AC546318338}" srcOrd="14" destOrd="0" presId="urn:microsoft.com/office/officeart/2005/8/layout/radial6"/>
    <dgm:cxn modelId="{E5D4AC1D-681A-416C-8426-C5C0CED6ECA9}" type="presParOf" srcId="{9C7A7D43-A152-40E0-B828-A8D7F34EF758}" destId="{8C2EF38D-F329-4E5A-9C3C-7DCAEA11A8AA}" srcOrd="15" destOrd="0" presId="urn:microsoft.com/office/officeart/2005/8/layout/radial6"/>
    <dgm:cxn modelId="{54CA19DA-B7D2-44CD-A95A-6337423A8DDB}" type="presParOf" srcId="{9C7A7D43-A152-40E0-B828-A8D7F34EF758}" destId="{23FED0DB-631F-4666-B0EB-E6E8FDA70170}" srcOrd="16" destOrd="0" presId="urn:microsoft.com/office/officeart/2005/8/layout/radial6"/>
    <dgm:cxn modelId="{C87A4D48-2578-4105-8E3B-0F251A814EE8}" type="presParOf" srcId="{9C7A7D43-A152-40E0-B828-A8D7F34EF758}" destId="{51EF1C4A-2CFB-4BEF-9685-A71E03410AD1}" srcOrd="17" destOrd="0" presId="urn:microsoft.com/office/officeart/2005/8/layout/radial6"/>
    <dgm:cxn modelId="{0E6119AF-AD94-486B-8580-3EE40A575E44}" type="presParOf" srcId="{9C7A7D43-A152-40E0-B828-A8D7F34EF758}" destId="{7ED55F6C-C8D0-4788-8ADF-082B5EE586E4}" srcOrd="18" destOrd="0" presId="urn:microsoft.com/office/officeart/2005/8/layout/radial6"/>
    <dgm:cxn modelId="{F6B02EFC-ABB6-4C7E-BE4D-30E42CB94D03}" type="presParOf" srcId="{9C7A7D43-A152-40E0-B828-A8D7F34EF758}" destId="{478B77C6-9B00-402B-864F-08BA3CAC3251}" srcOrd="19" destOrd="0" presId="urn:microsoft.com/office/officeart/2005/8/layout/radial6"/>
    <dgm:cxn modelId="{BE3B3E00-3926-48F5-AADF-DE1EBCBBEB73}" type="presParOf" srcId="{9C7A7D43-A152-40E0-B828-A8D7F34EF758}" destId="{6EDB0D9B-F369-4877-9785-A0F281BCBA07}" srcOrd="20" destOrd="0" presId="urn:microsoft.com/office/officeart/2005/8/layout/radial6"/>
    <dgm:cxn modelId="{5595DECA-956F-4AE6-9AA7-A622A159BBC1}" type="presParOf" srcId="{9C7A7D43-A152-40E0-B828-A8D7F34EF758}" destId="{4E38D8CD-2272-493E-9A70-3874EA0A6798}" srcOrd="21" destOrd="0" presId="urn:microsoft.com/office/officeart/2005/8/layout/radial6"/>
    <dgm:cxn modelId="{0CA9F012-AC51-4492-9133-901781497AA7}" type="presParOf" srcId="{9C7A7D43-A152-40E0-B828-A8D7F34EF758}" destId="{5E62CF8A-89B3-413C-ABF1-D52E67A1B7F7}" srcOrd="22" destOrd="0" presId="urn:microsoft.com/office/officeart/2005/8/layout/radial6"/>
    <dgm:cxn modelId="{34C3360A-FE50-460F-B8D2-3B84B9218463}" type="presParOf" srcId="{9C7A7D43-A152-40E0-B828-A8D7F34EF758}" destId="{029FE934-91F9-4DA3-9C81-228C42637668}" srcOrd="23" destOrd="0" presId="urn:microsoft.com/office/officeart/2005/8/layout/radial6"/>
    <dgm:cxn modelId="{11916C9A-BDB3-47EB-997F-C7D299AB43D7}" type="presParOf" srcId="{9C7A7D43-A152-40E0-B828-A8D7F34EF758}" destId="{2D164789-16A5-4C1F-BAD6-BD5F5C28FE3F}" srcOrd="24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3D8405-509A-45A0-AAF6-91C277A83CED}" type="doc">
      <dgm:prSet loTypeId="urn:diagrams.loki3.com/BracketList+Icon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037E13B7-BCB4-4E20-8046-7D51920299EF}">
      <dgm:prSet phldrT="[Texto]" custT="1"/>
      <dgm:spPr/>
      <dgm:t>
        <a:bodyPr/>
        <a:lstStyle/>
        <a:p>
          <a:r>
            <a:rPr lang="es-ES_tradnl" sz="1400" b="1" i="1" dirty="0"/>
            <a:t>Certificación negativa del nombre</a:t>
          </a:r>
          <a:endParaRPr lang="es-ES" sz="1400" b="1" i="1" dirty="0"/>
        </a:p>
      </dgm:t>
    </dgm:pt>
    <dgm:pt modelId="{DFB7711D-A77B-4743-A91A-9DC995AE5908}" type="parTrans" cxnId="{1DE6161D-2F63-4489-8337-E5BFF950F4D5}">
      <dgm:prSet/>
      <dgm:spPr/>
      <dgm:t>
        <a:bodyPr/>
        <a:lstStyle/>
        <a:p>
          <a:endParaRPr lang="es-ES" sz="1400" b="1" i="1"/>
        </a:p>
      </dgm:t>
    </dgm:pt>
    <dgm:pt modelId="{A2D9FB35-659C-4E29-A565-20D4CA8896C6}" type="sibTrans" cxnId="{1DE6161D-2F63-4489-8337-E5BFF950F4D5}">
      <dgm:prSet/>
      <dgm:spPr/>
      <dgm:t>
        <a:bodyPr/>
        <a:lstStyle/>
        <a:p>
          <a:endParaRPr lang="es-ES" sz="1400" b="1" i="1"/>
        </a:p>
      </dgm:t>
    </dgm:pt>
    <dgm:pt modelId="{50470BEF-066B-41CB-8D44-94014B9D1450}">
      <dgm:prSet phldrT="[Texto]" custT="1"/>
      <dgm:spPr/>
      <dgm:t>
        <a:bodyPr/>
        <a:lstStyle/>
        <a:p>
          <a:r>
            <a:rPr lang="es-ES_tradnl" sz="1400" b="1" i="1" dirty="0"/>
            <a:t> Buscar un nombre que no tenga otra sociedad (www.rmc.es)</a:t>
          </a:r>
        </a:p>
        <a:p>
          <a:r>
            <a:rPr lang="es-ES_tradnl" sz="1400" b="1" i="1" dirty="0"/>
            <a:t>Certificación negativa de denominación social </a:t>
          </a:r>
          <a:r>
            <a:rPr lang="es-ES_tradnl" sz="1400" b="1" i="1" dirty="0">
              <a:sym typeface="Wingdings" panose="05000000000000000000" pitchFamily="2" charset="2"/>
            </a:rPr>
            <a:t>Registro Mercantil Central</a:t>
          </a:r>
          <a:endParaRPr lang="es-ES" sz="1400" b="1" i="1" dirty="0"/>
        </a:p>
      </dgm:t>
    </dgm:pt>
    <dgm:pt modelId="{EA7F40BE-CBD3-42D0-B4C5-21EF0F6ED33C}" type="parTrans" cxnId="{8DC6EE31-D820-4D3B-B3ED-E0AFD95BC56E}">
      <dgm:prSet/>
      <dgm:spPr/>
      <dgm:t>
        <a:bodyPr/>
        <a:lstStyle/>
        <a:p>
          <a:endParaRPr lang="es-ES" sz="1400" b="1" i="1"/>
        </a:p>
      </dgm:t>
    </dgm:pt>
    <dgm:pt modelId="{EA0E7FCC-021B-4FC7-AEAE-C85A73638112}" type="sibTrans" cxnId="{8DC6EE31-D820-4D3B-B3ED-E0AFD95BC56E}">
      <dgm:prSet/>
      <dgm:spPr/>
      <dgm:t>
        <a:bodyPr/>
        <a:lstStyle/>
        <a:p>
          <a:endParaRPr lang="es-ES" sz="1400" b="1" i="1"/>
        </a:p>
      </dgm:t>
    </dgm:pt>
    <dgm:pt modelId="{604422DC-B3DD-42EE-B13D-D6C9B32A701D}">
      <dgm:prSet phldrT="[Texto]" custT="1"/>
      <dgm:spPr/>
      <dgm:t>
        <a:bodyPr/>
        <a:lstStyle/>
        <a:p>
          <a:r>
            <a:rPr lang="es-ES_tradnl" sz="1400" b="1" i="1" dirty="0"/>
            <a:t>Apertura de la cuenta bancaria</a:t>
          </a:r>
          <a:endParaRPr lang="es-ES" sz="1400" b="1" i="1" dirty="0"/>
        </a:p>
      </dgm:t>
    </dgm:pt>
    <dgm:pt modelId="{07D5E974-9D2C-4B11-ACE3-74970EDCE342}" type="parTrans" cxnId="{2D22406C-F718-4AF5-8BF3-591EC9F4F83C}">
      <dgm:prSet/>
      <dgm:spPr/>
      <dgm:t>
        <a:bodyPr/>
        <a:lstStyle/>
        <a:p>
          <a:endParaRPr lang="es-ES" sz="1400" b="1" i="1"/>
        </a:p>
      </dgm:t>
    </dgm:pt>
    <dgm:pt modelId="{0B542C1C-E15F-4E7E-9C18-136BB8C1A7B9}" type="sibTrans" cxnId="{2D22406C-F718-4AF5-8BF3-591EC9F4F83C}">
      <dgm:prSet/>
      <dgm:spPr/>
      <dgm:t>
        <a:bodyPr/>
        <a:lstStyle/>
        <a:p>
          <a:endParaRPr lang="es-ES" sz="1400" b="1" i="1"/>
        </a:p>
      </dgm:t>
    </dgm:pt>
    <dgm:pt modelId="{E38F2851-6704-4F9B-9A9A-49F0B8592FF4}">
      <dgm:prSet phldrT="[Texto]" custT="1"/>
      <dgm:spPr/>
      <dgm:t>
        <a:bodyPr/>
        <a:lstStyle/>
        <a:p>
          <a:r>
            <a:rPr lang="es-ES_tradnl" sz="1400" b="1" i="1" dirty="0"/>
            <a:t>Capital mín. 1€  SL y 60.000€ para SA, justificar que se dispone de ese dinero</a:t>
          </a:r>
        </a:p>
        <a:p>
          <a:r>
            <a:rPr lang="es-ES_tradnl" sz="1400" b="1" i="1" dirty="0"/>
            <a:t>Abrir una cuenta bancaria y certificado del banco</a:t>
          </a:r>
          <a:endParaRPr lang="es-ES" sz="1400" b="1" i="1" dirty="0"/>
        </a:p>
      </dgm:t>
    </dgm:pt>
    <dgm:pt modelId="{83B8972B-E3E7-49F2-801E-826C65EF9EF2}" type="parTrans" cxnId="{E1100B90-22EF-4A3E-BBBE-5C0620742561}">
      <dgm:prSet/>
      <dgm:spPr/>
      <dgm:t>
        <a:bodyPr/>
        <a:lstStyle/>
        <a:p>
          <a:endParaRPr lang="es-ES" sz="1400" b="1" i="1"/>
        </a:p>
      </dgm:t>
    </dgm:pt>
    <dgm:pt modelId="{63D24636-54E1-47FA-A49A-F1161B769D4E}" type="sibTrans" cxnId="{E1100B90-22EF-4A3E-BBBE-5C0620742561}">
      <dgm:prSet/>
      <dgm:spPr/>
      <dgm:t>
        <a:bodyPr/>
        <a:lstStyle/>
        <a:p>
          <a:endParaRPr lang="es-ES" sz="1400" b="1" i="1"/>
        </a:p>
      </dgm:t>
    </dgm:pt>
    <dgm:pt modelId="{8A7A9827-C6C3-471E-87CB-A7B9F95D8EF2}">
      <dgm:prSet phldrT="[Texto]" custT="1"/>
      <dgm:spPr/>
      <dgm:t>
        <a:bodyPr/>
        <a:lstStyle/>
        <a:p>
          <a:r>
            <a:rPr lang="es-ES_tradnl" sz="1400" b="1" i="1" dirty="0"/>
            <a:t>Estatutos de la sociedad</a:t>
          </a:r>
          <a:endParaRPr lang="es-ES" sz="1400" b="1" i="1" dirty="0"/>
        </a:p>
      </dgm:t>
    </dgm:pt>
    <dgm:pt modelId="{BC27FB78-7301-48DF-8E93-2F69DB69408A}" type="parTrans" cxnId="{E1000640-34FB-4715-95CC-D991E7A2735E}">
      <dgm:prSet/>
      <dgm:spPr/>
      <dgm:t>
        <a:bodyPr/>
        <a:lstStyle/>
        <a:p>
          <a:endParaRPr lang="es-ES" sz="1400" b="1" i="1"/>
        </a:p>
      </dgm:t>
    </dgm:pt>
    <dgm:pt modelId="{78CD81CF-C4F0-49A8-99D6-E2DA53A00652}" type="sibTrans" cxnId="{E1000640-34FB-4715-95CC-D991E7A2735E}">
      <dgm:prSet/>
      <dgm:spPr/>
      <dgm:t>
        <a:bodyPr/>
        <a:lstStyle/>
        <a:p>
          <a:endParaRPr lang="es-ES" sz="1400" b="1" i="1"/>
        </a:p>
      </dgm:t>
    </dgm:pt>
    <dgm:pt modelId="{33EB3CC0-D925-4957-94BD-5773DE353B1A}">
      <dgm:prSet phldrT="[Texto]" custT="1"/>
      <dgm:spPr/>
      <dgm:t>
        <a:bodyPr/>
        <a:lstStyle/>
        <a:p>
          <a:r>
            <a:rPr lang="es-ES_tradnl" sz="1400" b="1" i="1" dirty="0"/>
            <a:t>Normas de funcionamiento (en escritura) e inclusión de cláusulas específicas</a:t>
          </a:r>
          <a:endParaRPr lang="es-ES" sz="1400" b="1" i="1" dirty="0"/>
        </a:p>
      </dgm:t>
    </dgm:pt>
    <dgm:pt modelId="{56C4F4CF-9E6F-4EEF-8F80-15DDB521B6B9}" type="parTrans" cxnId="{7CAF9C1A-ABC4-4018-8C45-BE6EBAB5BD5C}">
      <dgm:prSet/>
      <dgm:spPr/>
      <dgm:t>
        <a:bodyPr/>
        <a:lstStyle/>
        <a:p>
          <a:endParaRPr lang="es-ES" sz="1400" b="1" i="1"/>
        </a:p>
      </dgm:t>
    </dgm:pt>
    <dgm:pt modelId="{CBEC87EC-E936-4FAC-BEEE-5629F828EE48}" type="sibTrans" cxnId="{7CAF9C1A-ABC4-4018-8C45-BE6EBAB5BD5C}">
      <dgm:prSet/>
      <dgm:spPr/>
      <dgm:t>
        <a:bodyPr/>
        <a:lstStyle/>
        <a:p>
          <a:endParaRPr lang="es-ES" sz="1400" b="1" i="1"/>
        </a:p>
      </dgm:t>
    </dgm:pt>
    <dgm:pt modelId="{4EB482C8-23BC-47E7-A3FE-19982358B291}">
      <dgm:prSet phldrT="[Texto]" custT="1"/>
      <dgm:spPr/>
      <dgm:t>
        <a:bodyPr/>
        <a:lstStyle/>
        <a:p>
          <a:r>
            <a:rPr lang="es-ES_tradnl" sz="1400" b="1" i="1" dirty="0"/>
            <a:t>Escritura pública ante notario</a:t>
          </a:r>
          <a:endParaRPr lang="es-ES" sz="1400" b="1" i="1" dirty="0"/>
        </a:p>
      </dgm:t>
    </dgm:pt>
    <dgm:pt modelId="{04E89B1E-5445-4173-BC97-2D44F5A57A11}" type="parTrans" cxnId="{6A22A18D-D0F1-4099-B86D-A565BE4953B7}">
      <dgm:prSet/>
      <dgm:spPr/>
      <dgm:t>
        <a:bodyPr/>
        <a:lstStyle/>
        <a:p>
          <a:endParaRPr lang="es-ES" sz="1400" b="1" i="1"/>
        </a:p>
      </dgm:t>
    </dgm:pt>
    <dgm:pt modelId="{25548DD2-8F55-4E7B-A191-08E96EC74042}" type="sibTrans" cxnId="{6A22A18D-D0F1-4099-B86D-A565BE4953B7}">
      <dgm:prSet/>
      <dgm:spPr/>
      <dgm:t>
        <a:bodyPr/>
        <a:lstStyle/>
        <a:p>
          <a:endParaRPr lang="es-ES" sz="1400" b="1" i="1"/>
        </a:p>
      </dgm:t>
    </dgm:pt>
    <dgm:pt modelId="{08BE5FE5-A714-4949-9A2D-7440EDC3F457}">
      <dgm:prSet phldrT="[Texto]" custT="1"/>
      <dgm:spPr/>
      <dgm:t>
        <a:bodyPr/>
        <a:lstStyle/>
        <a:p>
          <a:r>
            <a:rPr lang="es-ES_tradnl" sz="1400" b="1" i="1" dirty="0"/>
            <a:t>Acudir al Notario donde se constituye la sociedad y se redacta la escritura donde constan los estatutos, nombre de los socios y sus aportaciones, …</a:t>
          </a:r>
        </a:p>
      </dgm:t>
    </dgm:pt>
    <dgm:pt modelId="{DA47004C-20AA-4054-9FE7-3E0BBCD25433}" type="parTrans" cxnId="{25F4DC69-1CE7-4FAF-8E67-DC79C3A95015}">
      <dgm:prSet/>
      <dgm:spPr/>
      <dgm:t>
        <a:bodyPr/>
        <a:lstStyle/>
        <a:p>
          <a:endParaRPr lang="es-ES" sz="1400" b="1" i="1"/>
        </a:p>
      </dgm:t>
    </dgm:pt>
    <dgm:pt modelId="{5F34996D-496A-4DC9-8D7C-28DA3DE90CA1}" type="sibTrans" cxnId="{25F4DC69-1CE7-4FAF-8E67-DC79C3A95015}">
      <dgm:prSet/>
      <dgm:spPr/>
      <dgm:t>
        <a:bodyPr/>
        <a:lstStyle/>
        <a:p>
          <a:endParaRPr lang="es-ES" sz="1400" b="1" i="1"/>
        </a:p>
      </dgm:t>
    </dgm:pt>
    <dgm:pt modelId="{7883AE98-E9B3-43A6-85D1-8A0A97C9778A}">
      <dgm:prSet phldrT="[Texto]" custT="1"/>
      <dgm:spPr/>
      <dgm:t>
        <a:bodyPr/>
        <a:lstStyle/>
        <a:p>
          <a:r>
            <a:rPr lang="es-ES_tradnl" sz="1400" b="1" i="1" dirty="0"/>
            <a:t>Pagos de ITPAJD</a:t>
          </a:r>
        </a:p>
      </dgm:t>
    </dgm:pt>
    <dgm:pt modelId="{2F3FC550-52AE-4C37-87AC-50D863C237FB}" type="parTrans" cxnId="{B6C853EC-149B-4F06-9523-51E75BF3A1F5}">
      <dgm:prSet/>
      <dgm:spPr/>
      <dgm:t>
        <a:bodyPr/>
        <a:lstStyle/>
        <a:p>
          <a:endParaRPr lang="es-ES" sz="1400" b="1" i="1"/>
        </a:p>
      </dgm:t>
    </dgm:pt>
    <dgm:pt modelId="{20F11BCC-F8EE-4E2D-B16B-23CC815DA93A}" type="sibTrans" cxnId="{B6C853EC-149B-4F06-9523-51E75BF3A1F5}">
      <dgm:prSet/>
      <dgm:spPr/>
      <dgm:t>
        <a:bodyPr/>
        <a:lstStyle/>
        <a:p>
          <a:endParaRPr lang="es-ES" sz="1400" b="1" i="1"/>
        </a:p>
      </dgm:t>
    </dgm:pt>
    <dgm:pt modelId="{D810EBA6-5F74-4CCE-BFF8-1A2C692EACD9}">
      <dgm:prSet phldrT="[Texto]" custT="1"/>
      <dgm:spPr/>
      <dgm:t>
        <a:bodyPr/>
        <a:lstStyle/>
        <a:p>
          <a:r>
            <a:rPr lang="es-ES_tradnl" sz="1400" b="1" i="1" dirty="0"/>
            <a:t>Se paga al constituir la sociedad en la Consejería de Economía</a:t>
          </a:r>
        </a:p>
        <a:p>
          <a:r>
            <a:rPr lang="es-ES_tradnl" sz="1400" b="1" i="1" dirty="0"/>
            <a:t>1 % del valor del capital social (desde 2010 se está exento)</a:t>
          </a:r>
        </a:p>
      </dgm:t>
    </dgm:pt>
    <dgm:pt modelId="{38E531B3-BBC0-4BB5-A6FC-455B2BB4C2FB}" type="parTrans" cxnId="{063668A9-165D-49D0-8530-CA3972C01A0B}">
      <dgm:prSet/>
      <dgm:spPr/>
      <dgm:t>
        <a:bodyPr/>
        <a:lstStyle/>
        <a:p>
          <a:endParaRPr lang="es-ES" sz="1400" b="1" i="1"/>
        </a:p>
      </dgm:t>
    </dgm:pt>
    <dgm:pt modelId="{A927AB90-3BE5-4F39-B6FC-2340B7574988}" type="sibTrans" cxnId="{063668A9-165D-49D0-8530-CA3972C01A0B}">
      <dgm:prSet/>
      <dgm:spPr/>
      <dgm:t>
        <a:bodyPr/>
        <a:lstStyle/>
        <a:p>
          <a:endParaRPr lang="es-ES" sz="1400" b="1" i="1"/>
        </a:p>
      </dgm:t>
    </dgm:pt>
    <dgm:pt modelId="{FA621B54-C490-4A64-A62B-4FAF55EEC170}">
      <dgm:prSet phldrT="[Texto]" custT="1"/>
      <dgm:spPr/>
      <dgm:t>
        <a:bodyPr/>
        <a:lstStyle/>
        <a:p>
          <a:r>
            <a:rPr lang="es-ES_tradnl" sz="1400" b="1" i="1" dirty="0"/>
            <a:t>Solicitud del C.I.F.</a:t>
          </a:r>
        </a:p>
      </dgm:t>
    </dgm:pt>
    <dgm:pt modelId="{1D08BB64-767A-4CEA-AE41-DDF1533358B3}" type="parTrans" cxnId="{3D0F5524-50DD-4441-AFFD-712A26969766}">
      <dgm:prSet/>
      <dgm:spPr/>
      <dgm:t>
        <a:bodyPr/>
        <a:lstStyle/>
        <a:p>
          <a:endParaRPr lang="es-ES" sz="1400" b="1" i="1"/>
        </a:p>
      </dgm:t>
    </dgm:pt>
    <dgm:pt modelId="{B63074CA-35E0-46EE-A4F5-F1FC04836347}" type="sibTrans" cxnId="{3D0F5524-50DD-4441-AFFD-712A26969766}">
      <dgm:prSet/>
      <dgm:spPr/>
      <dgm:t>
        <a:bodyPr/>
        <a:lstStyle/>
        <a:p>
          <a:endParaRPr lang="es-ES" sz="1400" b="1" i="1"/>
        </a:p>
      </dgm:t>
    </dgm:pt>
    <dgm:pt modelId="{3900E745-F141-42B2-AF60-56C0DD8F49BF}">
      <dgm:prSet phldrT="[Texto]" custT="1"/>
      <dgm:spPr/>
      <dgm:t>
        <a:bodyPr/>
        <a:lstStyle/>
        <a:p>
          <a:r>
            <a:rPr lang="es-ES_tradnl" sz="1400" b="1" i="1" dirty="0"/>
            <a:t>Código de identificación Fiscal  (provisional y después definitivo)</a:t>
          </a:r>
          <a:r>
            <a:rPr lang="es-ES_tradnl" sz="1400" b="1" i="1" dirty="0">
              <a:sym typeface="Wingdings" panose="05000000000000000000" pitchFamily="2" charset="2"/>
            </a:rPr>
            <a:t> Delegación de Hacienda</a:t>
          </a:r>
          <a:endParaRPr lang="es-ES_tradnl" sz="1400" b="1" i="1" dirty="0"/>
        </a:p>
      </dgm:t>
    </dgm:pt>
    <dgm:pt modelId="{242482FA-698D-4051-AD0F-A3DBBD30E60A}" type="parTrans" cxnId="{3FF7E29B-7CEF-408B-850E-160C698E4259}">
      <dgm:prSet/>
      <dgm:spPr/>
      <dgm:t>
        <a:bodyPr/>
        <a:lstStyle/>
        <a:p>
          <a:endParaRPr lang="es-ES"/>
        </a:p>
      </dgm:t>
    </dgm:pt>
    <dgm:pt modelId="{0FA41121-6D15-421B-828E-BCF99977960A}" type="sibTrans" cxnId="{3FF7E29B-7CEF-408B-850E-160C698E4259}">
      <dgm:prSet/>
      <dgm:spPr/>
      <dgm:t>
        <a:bodyPr/>
        <a:lstStyle/>
        <a:p>
          <a:endParaRPr lang="es-ES"/>
        </a:p>
      </dgm:t>
    </dgm:pt>
    <dgm:pt modelId="{04C64BC0-5D82-46F6-8071-5D1B71BF43A6}">
      <dgm:prSet phldrT="[Texto]" custT="1"/>
      <dgm:spPr/>
      <dgm:t>
        <a:bodyPr/>
        <a:lstStyle/>
        <a:p>
          <a:r>
            <a:rPr lang="es-ES_tradnl" sz="1400" b="1" i="1" dirty="0"/>
            <a:t>Registro Mercantil de la Provincia</a:t>
          </a:r>
        </a:p>
      </dgm:t>
    </dgm:pt>
    <dgm:pt modelId="{49218BDF-3BFB-43B0-83D0-E0FA0BBEDD64}" type="parTrans" cxnId="{5A8EF90F-A6C7-4210-95C8-AAC2D2B17B7C}">
      <dgm:prSet/>
      <dgm:spPr/>
      <dgm:t>
        <a:bodyPr/>
        <a:lstStyle/>
        <a:p>
          <a:endParaRPr lang="es-ES"/>
        </a:p>
      </dgm:t>
    </dgm:pt>
    <dgm:pt modelId="{BA7407BD-CA72-488D-9431-8D6AB270FACC}" type="sibTrans" cxnId="{5A8EF90F-A6C7-4210-95C8-AAC2D2B17B7C}">
      <dgm:prSet/>
      <dgm:spPr/>
      <dgm:t>
        <a:bodyPr/>
        <a:lstStyle/>
        <a:p>
          <a:endParaRPr lang="es-ES"/>
        </a:p>
      </dgm:t>
    </dgm:pt>
    <dgm:pt modelId="{E94B33BA-CAAF-4A2A-A532-D2A97821D2FB}">
      <dgm:prSet phldrT="[Texto]" custT="1"/>
      <dgm:spPr/>
      <dgm:t>
        <a:bodyPr/>
        <a:lstStyle/>
        <a:p>
          <a:r>
            <a:rPr lang="es-ES_tradnl" sz="1400" b="1" i="1" dirty="0"/>
            <a:t>Se registra el “nacimiento” de la sociedad </a:t>
          </a:r>
        </a:p>
        <a:p>
          <a:r>
            <a:rPr lang="es-ES_tradnl" sz="1400" b="1" i="1" dirty="0"/>
            <a:t>en la última página de la escritura se escribirá “tomo, folio y hoja” donde se encuentra registrada la sociedad (aparecer en facturas)</a:t>
          </a:r>
        </a:p>
      </dgm:t>
    </dgm:pt>
    <dgm:pt modelId="{3E655707-91DE-4722-B00A-E3D9B72B0D07}" type="parTrans" cxnId="{22E56B04-998B-4EDF-8814-CE12C01FA65A}">
      <dgm:prSet/>
      <dgm:spPr/>
      <dgm:t>
        <a:bodyPr/>
        <a:lstStyle/>
        <a:p>
          <a:endParaRPr lang="es-ES"/>
        </a:p>
      </dgm:t>
    </dgm:pt>
    <dgm:pt modelId="{EAAC9854-F978-4F5A-A9F3-3E5927A9A853}" type="sibTrans" cxnId="{22E56B04-998B-4EDF-8814-CE12C01FA65A}">
      <dgm:prSet/>
      <dgm:spPr/>
      <dgm:t>
        <a:bodyPr/>
        <a:lstStyle/>
        <a:p>
          <a:endParaRPr lang="es-ES"/>
        </a:p>
      </dgm:t>
    </dgm:pt>
    <dgm:pt modelId="{B4585BC6-7EA3-4FF8-A74B-B5E46E3B37A6}" type="pres">
      <dgm:prSet presAssocID="{643D8405-509A-45A0-AAF6-91C277A83CED}" presName="Name0" presStyleCnt="0">
        <dgm:presLayoutVars>
          <dgm:dir/>
          <dgm:animLvl val="lvl"/>
          <dgm:resizeHandles val="exact"/>
        </dgm:presLayoutVars>
      </dgm:prSet>
      <dgm:spPr/>
    </dgm:pt>
    <dgm:pt modelId="{F28F2572-DC8A-4C6E-8A3D-F53196E7AFFA}" type="pres">
      <dgm:prSet presAssocID="{037E13B7-BCB4-4E20-8046-7D51920299EF}" presName="linNode" presStyleCnt="0"/>
      <dgm:spPr/>
    </dgm:pt>
    <dgm:pt modelId="{B5168439-213B-4456-9C81-A38832ADD117}" type="pres">
      <dgm:prSet presAssocID="{037E13B7-BCB4-4E20-8046-7D51920299EF}" presName="parTx" presStyleLbl="revTx" presStyleIdx="0" presStyleCnt="7">
        <dgm:presLayoutVars>
          <dgm:chMax val="1"/>
          <dgm:bulletEnabled val="1"/>
        </dgm:presLayoutVars>
      </dgm:prSet>
      <dgm:spPr/>
    </dgm:pt>
    <dgm:pt modelId="{40A8394D-3A47-47BE-A3DE-C788C44A15D0}" type="pres">
      <dgm:prSet presAssocID="{037E13B7-BCB4-4E20-8046-7D51920299EF}" presName="bracket" presStyleLbl="parChTrans1D1" presStyleIdx="0" presStyleCnt="7"/>
      <dgm:spPr/>
    </dgm:pt>
    <dgm:pt modelId="{36B0D391-7CDA-4DFB-98DF-A213AC27B654}" type="pres">
      <dgm:prSet presAssocID="{037E13B7-BCB4-4E20-8046-7D51920299EF}" presName="spH" presStyleCnt="0"/>
      <dgm:spPr/>
    </dgm:pt>
    <dgm:pt modelId="{D2820793-8642-4E91-9246-A2FB8E293124}" type="pres">
      <dgm:prSet presAssocID="{037E13B7-BCB4-4E20-8046-7D51920299EF}" presName="desTx" presStyleLbl="node1" presStyleIdx="0" presStyleCnt="7">
        <dgm:presLayoutVars>
          <dgm:bulletEnabled val="1"/>
        </dgm:presLayoutVars>
      </dgm:prSet>
      <dgm:spPr/>
    </dgm:pt>
    <dgm:pt modelId="{F3EB2C8C-F3E6-4DD9-8F3E-C8402760C018}" type="pres">
      <dgm:prSet presAssocID="{A2D9FB35-659C-4E29-A565-20D4CA8896C6}" presName="spV" presStyleCnt="0"/>
      <dgm:spPr/>
    </dgm:pt>
    <dgm:pt modelId="{BA4BB0AB-ACE8-414C-9634-C238F743CBEC}" type="pres">
      <dgm:prSet presAssocID="{604422DC-B3DD-42EE-B13D-D6C9B32A701D}" presName="linNode" presStyleCnt="0"/>
      <dgm:spPr/>
    </dgm:pt>
    <dgm:pt modelId="{CD4A16A8-0F12-44C0-984F-9D99D8008382}" type="pres">
      <dgm:prSet presAssocID="{604422DC-B3DD-42EE-B13D-D6C9B32A701D}" presName="parTx" presStyleLbl="revTx" presStyleIdx="1" presStyleCnt="7">
        <dgm:presLayoutVars>
          <dgm:chMax val="1"/>
          <dgm:bulletEnabled val="1"/>
        </dgm:presLayoutVars>
      </dgm:prSet>
      <dgm:spPr/>
    </dgm:pt>
    <dgm:pt modelId="{72D30402-4530-410B-B3AB-CC531B105E99}" type="pres">
      <dgm:prSet presAssocID="{604422DC-B3DD-42EE-B13D-D6C9B32A701D}" presName="bracket" presStyleLbl="parChTrans1D1" presStyleIdx="1" presStyleCnt="7"/>
      <dgm:spPr/>
    </dgm:pt>
    <dgm:pt modelId="{0BEE837F-C52A-4090-9AE6-01E043509EE5}" type="pres">
      <dgm:prSet presAssocID="{604422DC-B3DD-42EE-B13D-D6C9B32A701D}" presName="spH" presStyleCnt="0"/>
      <dgm:spPr/>
    </dgm:pt>
    <dgm:pt modelId="{71D3FE01-737B-4FC7-A926-0F05A2B88EE1}" type="pres">
      <dgm:prSet presAssocID="{604422DC-B3DD-42EE-B13D-D6C9B32A701D}" presName="desTx" presStyleLbl="node1" presStyleIdx="1" presStyleCnt="7">
        <dgm:presLayoutVars>
          <dgm:bulletEnabled val="1"/>
        </dgm:presLayoutVars>
      </dgm:prSet>
      <dgm:spPr/>
    </dgm:pt>
    <dgm:pt modelId="{F2912DA7-9AA3-49AC-88B8-595E241EB38C}" type="pres">
      <dgm:prSet presAssocID="{0B542C1C-E15F-4E7E-9C18-136BB8C1A7B9}" presName="spV" presStyleCnt="0"/>
      <dgm:spPr/>
    </dgm:pt>
    <dgm:pt modelId="{B109EDFB-5FBB-44A1-A5CC-C3D0CEA488AF}" type="pres">
      <dgm:prSet presAssocID="{8A7A9827-C6C3-471E-87CB-A7B9F95D8EF2}" presName="linNode" presStyleCnt="0"/>
      <dgm:spPr/>
    </dgm:pt>
    <dgm:pt modelId="{A3AD28EF-9527-49AE-90BB-F9BCF756D967}" type="pres">
      <dgm:prSet presAssocID="{8A7A9827-C6C3-471E-87CB-A7B9F95D8EF2}" presName="parTx" presStyleLbl="revTx" presStyleIdx="2" presStyleCnt="7">
        <dgm:presLayoutVars>
          <dgm:chMax val="1"/>
          <dgm:bulletEnabled val="1"/>
        </dgm:presLayoutVars>
      </dgm:prSet>
      <dgm:spPr/>
    </dgm:pt>
    <dgm:pt modelId="{1FFAF889-053C-42FB-A0BA-C354B6EED409}" type="pres">
      <dgm:prSet presAssocID="{8A7A9827-C6C3-471E-87CB-A7B9F95D8EF2}" presName="bracket" presStyleLbl="parChTrans1D1" presStyleIdx="2" presStyleCnt="7"/>
      <dgm:spPr/>
    </dgm:pt>
    <dgm:pt modelId="{C94C02DC-8CF6-4BD6-9746-CB2775A0A881}" type="pres">
      <dgm:prSet presAssocID="{8A7A9827-C6C3-471E-87CB-A7B9F95D8EF2}" presName="spH" presStyleCnt="0"/>
      <dgm:spPr/>
    </dgm:pt>
    <dgm:pt modelId="{7B91DA90-F8CA-4DDB-9F41-F2C9E8D7FC48}" type="pres">
      <dgm:prSet presAssocID="{8A7A9827-C6C3-471E-87CB-A7B9F95D8EF2}" presName="desTx" presStyleLbl="node1" presStyleIdx="2" presStyleCnt="7">
        <dgm:presLayoutVars>
          <dgm:bulletEnabled val="1"/>
        </dgm:presLayoutVars>
      </dgm:prSet>
      <dgm:spPr/>
    </dgm:pt>
    <dgm:pt modelId="{3A69D100-1FF1-4EEB-99CC-A83DCB9D8A80}" type="pres">
      <dgm:prSet presAssocID="{78CD81CF-C4F0-49A8-99D6-E2DA53A00652}" presName="spV" presStyleCnt="0"/>
      <dgm:spPr/>
    </dgm:pt>
    <dgm:pt modelId="{F5CD97A3-16D4-4512-B329-477B62664DFF}" type="pres">
      <dgm:prSet presAssocID="{4EB482C8-23BC-47E7-A3FE-19982358B291}" presName="linNode" presStyleCnt="0"/>
      <dgm:spPr/>
    </dgm:pt>
    <dgm:pt modelId="{FAAF302F-A2CE-4DF0-A590-E6F8A7DF5F17}" type="pres">
      <dgm:prSet presAssocID="{4EB482C8-23BC-47E7-A3FE-19982358B291}" presName="parTx" presStyleLbl="revTx" presStyleIdx="3" presStyleCnt="7">
        <dgm:presLayoutVars>
          <dgm:chMax val="1"/>
          <dgm:bulletEnabled val="1"/>
        </dgm:presLayoutVars>
      </dgm:prSet>
      <dgm:spPr/>
    </dgm:pt>
    <dgm:pt modelId="{016B5F0A-DB7D-4B27-9987-207EFA9D9E11}" type="pres">
      <dgm:prSet presAssocID="{4EB482C8-23BC-47E7-A3FE-19982358B291}" presName="bracket" presStyleLbl="parChTrans1D1" presStyleIdx="3" presStyleCnt="7"/>
      <dgm:spPr/>
    </dgm:pt>
    <dgm:pt modelId="{3F953E84-9C16-405D-B51C-DD1FD0DB273A}" type="pres">
      <dgm:prSet presAssocID="{4EB482C8-23BC-47E7-A3FE-19982358B291}" presName="spH" presStyleCnt="0"/>
      <dgm:spPr/>
    </dgm:pt>
    <dgm:pt modelId="{99BB43A0-2190-45D0-8E93-9C06114ED04F}" type="pres">
      <dgm:prSet presAssocID="{4EB482C8-23BC-47E7-A3FE-19982358B291}" presName="desTx" presStyleLbl="node1" presStyleIdx="3" presStyleCnt="7">
        <dgm:presLayoutVars>
          <dgm:bulletEnabled val="1"/>
        </dgm:presLayoutVars>
      </dgm:prSet>
      <dgm:spPr/>
    </dgm:pt>
    <dgm:pt modelId="{0585785D-24A3-4070-B9E3-0ABB3B3A00A2}" type="pres">
      <dgm:prSet presAssocID="{25548DD2-8F55-4E7B-A191-08E96EC74042}" presName="spV" presStyleCnt="0"/>
      <dgm:spPr/>
    </dgm:pt>
    <dgm:pt modelId="{996FED2A-E331-4973-8102-4EF931431B39}" type="pres">
      <dgm:prSet presAssocID="{7883AE98-E9B3-43A6-85D1-8A0A97C9778A}" presName="linNode" presStyleCnt="0"/>
      <dgm:spPr/>
    </dgm:pt>
    <dgm:pt modelId="{9EB9FDC5-E856-4753-BA0C-12D0C75E7D38}" type="pres">
      <dgm:prSet presAssocID="{7883AE98-E9B3-43A6-85D1-8A0A97C9778A}" presName="parTx" presStyleLbl="revTx" presStyleIdx="4" presStyleCnt="7">
        <dgm:presLayoutVars>
          <dgm:chMax val="1"/>
          <dgm:bulletEnabled val="1"/>
        </dgm:presLayoutVars>
      </dgm:prSet>
      <dgm:spPr/>
    </dgm:pt>
    <dgm:pt modelId="{8840A519-2C6A-4DC6-AA8C-94FC4C63E630}" type="pres">
      <dgm:prSet presAssocID="{7883AE98-E9B3-43A6-85D1-8A0A97C9778A}" presName="bracket" presStyleLbl="parChTrans1D1" presStyleIdx="4" presStyleCnt="7"/>
      <dgm:spPr/>
    </dgm:pt>
    <dgm:pt modelId="{FE354061-B026-4562-8E5F-3BFDB4294E47}" type="pres">
      <dgm:prSet presAssocID="{7883AE98-E9B3-43A6-85D1-8A0A97C9778A}" presName="spH" presStyleCnt="0"/>
      <dgm:spPr/>
    </dgm:pt>
    <dgm:pt modelId="{F1FDB800-4566-48D6-8E10-34F072DFBF7C}" type="pres">
      <dgm:prSet presAssocID="{7883AE98-E9B3-43A6-85D1-8A0A97C9778A}" presName="desTx" presStyleLbl="node1" presStyleIdx="4" presStyleCnt="7">
        <dgm:presLayoutVars>
          <dgm:bulletEnabled val="1"/>
        </dgm:presLayoutVars>
      </dgm:prSet>
      <dgm:spPr/>
    </dgm:pt>
    <dgm:pt modelId="{F3B10EB1-F93D-46FC-A562-D6BBB2C66F13}" type="pres">
      <dgm:prSet presAssocID="{20F11BCC-F8EE-4E2D-B16B-23CC815DA93A}" presName="spV" presStyleCnt="0"/>
      <dgm:spPr/>
    </dgm:pt>
    <dgm:pt modelId="{1F2CB3E3-B62A-4551-B5C5-4F200ABDE42B}" type="pres">
      <dgm:prSet presAssocID="{FA621B54-C490-4A64-A62B-4FAF55EEC170}" presName="linNode" presStyleCnt="0"/>
      <dgm:spPr/>
    </dgm:pt>
    <dgm:pt modelId="{C2477941-726A-40B2-BD84-F635E1A1E561}" type="pres">
      <dgm:prSet presAssocID="{FA621B54-C490-4A64-A62B-4FAF55EEC170}" presName="parTx" presStyleLbl="revTx" presStyleIdx="5" presStyleCnt="7">
        <dgm:presLayoutVars>
          <dgm:chMax val="1"/>
          <dgm:bulletEnabled val="1"/>
        </dgm:presLayoutVars>
      </dgm:prSet>
      <dgm:spPr/>
    </dgm:pt>
    <dgm:pt modelId="{5C0AF28E-54A5-4DC7-A9C9-3256BFB07D41}" type="pres">
      <dgm:prSet presAssocID="{FA621B54-C490-4A64-A62B-4FAF55EEC170}" presName="bracket" presStyleLbl="parChTrans1D1" presStyleIdx="5" presStyleCnt="7"/>
      <dgm:spPr/>
    </dgm:pt>
    <dgm:pt modelId="{CE21B28A-A14A-47C6-80D4-DE5E1747DB03}" type="pres">
      <dgm:prSet presAssocID="{FA621B54-C490-4A64-A62B-4FAF55EEC170}" presName="spH" presStyleCnt="0"/>
      <dgm:spPr/>
    </dgm:pt>
    <dgm:pt modelId="{15E07734-DEEA-47A8-AE75-148142A57282}" type="pres">
      <dgm:prSet presAssocID="{FA621B54-C490-4A64-A62B-4FAF55EEC170}" presName="desTx" presStyleLbl="node1" presStyleIdx="5" presStyleCnt="7">
        <dgm:presLayoutVars>
          <dgm:bulletEnabled val="1"/>
        </dgm:presLayoutVars>
      </dgm:prSet>
      <dgm:spPr/>
    </dgm:pt>
    <dgm:pt modelId="{251ACDAB-519B-4EEB-9C22-E6792DC21A20}" type="pres">
      <dgm:prSet presAssocID="{B63074CA-35E0-46EE-A4F5-F1FC04836347}" presName="spV" presStyleCnt="0"/>
      <dgm:spPr/>
    </dgm:pt>
    <dgm:pt modelId="{1E61D313-B14F-46C2-B6E5-CDB4D40A8C92}" type="pres">
      <dgm:prSet presAssocID="{04C64BC0-5D82-46F6-8071-5D1B71BF43A6}" presName="linNode" presStyleCnt="0"/>
      <dgm:spPr/>
    </dgm:pt>
    <dgm:pt modelId="{9403E124-7F66-4210-8BCA-3D96BC152CA2}" type="pres">
      <dgm:prSet presAssocID="{04C64BC0-5D82-46F6-8071-5D1B71BF43A6}" presName="parTx" presStyleLbl="revTx" presStyleIdx="6" presStyleCnt="7">
        <dgm:presLayoutVars>
          <dgm:chMax val="1"/>
          <dgm:bulletEnabled val="1"/>
        </dgm:presLayoutVars>
      </dgm:prSet>
      <dgm:spPr/>
    </dgm:pt>
    <dgm:pt modelId="{BD96E30B-CF7E-42B5-AFE1-50182CFFAE57}" type="pres">
      <dgm:prSet presAssocID="{04C64BC0-5D82-46F6-8071-5D1B71BF43A6}" presName="bracket" presStyleLbl="parChTrans1D1" presStyleIdx="6" presStyleCnt="7"/>
      <dgm:spPr/>
    </dgm:pt>
    <dgm:pt modelId="{F39A1A3F-7758-4252-A741-48B9FB46553A}" type="pres">
      <dgm:prSet presAssocID="{04C64BC0-5D82-46F6-8071-5D1B71BF43A6}" presName="spH" presStyleCnt="0"/>
      <dgm:spPr/>
    </dgm:pt>
    <dgm:pt modelId="{E617051A-CD7B-41F4-8541-A916D99949EF}" type="pres">
      <dgm:prSet presAssocID="{04C64BC0-5D82-46F6-8071-5D1B71BF43A6}" presName="desTx" presStyleLbl="node1" presStyleIdx="6" presStyleCnt="7">
        <dgm:presLayoutVars>
          <dgm:bulletEnabled val="1"/>
        </dgm:presLayoutVars>
      </dgm:prSet>
      <dgm:spPr/>
    </dgm:pt>
  </dgm:ptLst>
  <dgm:cxnLst>
    <dgm:cxn modelId="{22E56B04-998B-4EDF-8814-CE12C01FA65A}" srcId="{04C64BC0-5D82-46F6-8071-5D1B71BF43A6}" destId="{E94B33BA-CAAF-4A2A-A532-D2A97821D2FB}" srcOrd="0" destOrd="0" parTransId="{3E655707-91DE-4722-B00A-E3D9B72B0D07}" sibTransId="{EAAC9854-F978-4F5A-A9F3-3E5927A9A853}"/>
    <dgm:cxn modelId="{7110960F-FCB5-4409-8272-74828F34C650}" type="presOf" srcId="{8A7A9827-C6C3-471E-87CB-A7B9F95D8EF2}" destId="{A3AD28EF-9527-49AE-90BB-F9BCF756D967}" srcOrd="0" destOrd="0" presId="urn:diagrams.loki3.com/BracketList+Icon"/>
    <dgm:cxn modelId="{5A8EF90F-A6C7-4210-95C8-AAC2D2B17B7C}" srcId="{643D8405-509A-45A0-AAF6-91C277A83CED}" destId="{04C64BC0-5D82-46F6-8071-5D1B71BF43A6}" srcOrd="6" destOrd="0" parTransId="{49218BDF-3BFB-43B0-83D0-E0FA0BBEDD64}" sibTransId="{BA7407BD-CA72-488D-9431-8D6AB270FACC}"/>
    <dgm:cxn modelId="{8F03F013-9722-43E8-AA6E-5331A3BAE356}" type="presOf" srcId="{3900E745-F141-42B2-AF60-56C0DD8F49BF}" destId="{15E07734-DEEA-47A8-AE75-148142A57282}" srcOrd="0" destOrd="0" presId="urn:diagrams.loki3.com/BracketList+Icon"/>
    <dgm:cxn modelId="{7CAF9C1A-ABC4-4018-8C45-BE6EBAB5BD5C}" srcId="{8A7A9827-C6C3-471E-87CB-A7B9F95D8EF2}" destId="{33EB3CC0-D925-4957-94BD-5773DE353B1A}" srcOrd="0" destOrd="0" parTransId="{56C4F4CF-9E6F-4EEF-8F80-15DDB521B6B9}" sibTransId="{CBEC87EC-E936-4FAC-BEEE-5629F828EE48}"/>
    <dgm:cxn modelId="{3BE8E41A-5A71-4D20-8538-EECE4F516F89}" type="presOf" srcId="{643D8405-509A-45A0-AAF6-91C277A83CED}" destId="{B4585BC6-7EA3-4FF8-A74B-B5E46E3B37A6}" srcOrd="0" destOrd="0" presId="urn:diagrams.loki3.com/BracketList+Icon"/>
    <dgm:cxn modelId="{1DE6161D-2F63-4489-8337-E5BFF950F4D5}" srcId="{643D8405-509A-45A0-AAF6-91C277A83CED}" destId="{037E13B7-BCB4-4E20-8046-7D51920299EF}" srcOrd="0" destOrd="0" parTransId="{DFB7711D-A77B-4743-A91A-9DC995AE5908}" sibTransId="{A2D9FB35-659C-4E29-A565-20D4CA8896C6}"/>
    <dgm:cxn modelId="{3D0F5524-50DD-4441-AFFD-712A26969766}" srcId="{643D8405-509A-45A0-AAF6-91C277A83CED}" destId="{FA621B54-C490-4A64-A62B-4FAF55EEC170}" srcOrd="5" destOrd="0" parTransId="{1D08BB64-767A-4CEA-AE41-DDF1533358B3}" sibTransId="{B63074CA-35E0-46EE-A4F5-F1FC04836347}"/>
    <dgm:cxn modelId="{46E2972C-3649-4085-8409-6D0FFDB5E6D2}" type="presOf" srcId="{FA621B54-C490-4A64-A62B-4FAF55EEC170}" destId="{C2477941-726A-40B2-BD84-F635E1A1E561}" srcOrd="0" destOrd="0" presId="urn:diagrams.loki3.com/BracketList+Icon"/>
    <dgm:cxn modelId="{8DC6EE31-D820-4D3B-B3ED-E0AFD95BC56E}" srcId="{037E13B7-BCB4-4E20-8046-7D51920299EF}" destId="{50470BEF-066B-41CB-8D44-94014B9D1450}" srcOrd="0" destOrd="0" parTransId="{EA7F40BE-CBD3-42D0-B4C5-21EF0F6ED33C}" sibTransId="{EA0E7FCC-021B-4FC7-AEAE-C85A73638112}"/>
    <dgm:cxn modelId="{E1000640-34FB-4715-95CC-D991E7A2735E}" srcId="{643D8405-509A-45A0-AAF6-91C277A83CED}" destId="{8A7A9827-C6C3-471E-87CB-A7B9F95D8EF2}" srcOrd="2" destOrd="0" parTransId="{BC27FB78-7301-48DF-8E93-2F69DB69408A}" sibTransId="{78CD81CF-C4F0-49A8-99D6-E2DA53A00652}"/>
    <dgm:cxn modelId="{BE10F361-3B58-480F-9BB3-8400F50E0C97}" type="presOf" srcId="{E38F2851-6704-4F9B-9A9A-49F0B8592FF4}" destId="{71D3FE01-737B-4FC7-A926-0F05A2B88EE1}" srcOrd="0" destOrd="0" presId="urn:diagrams.loki3.com/BracketList+Icon"/>
    <dgm:cxn modelId="{DA715743-E4AE-4773-B947-E2465A4A1EE6}" type="presOf" srcId="{50470BEF-066B-41CB-8D44-94014B9D1450}" destId="{D2820793-8642-4E91-9246-A2FB8E293124}" srcOrd="0" destOrd="0" presId="urn:diagrams.loki3.com/BracketList+Icon"/>
    <dgm:cxn modelId="{25F4DC69-1CE7-4FAF-8E67-DC79C3A95015}" srcId="{4EB482C8-23BC-47E7-A3FE-19982358B291}" destId="{08BE5FE5-A714-4949-9A2D-7440EDC3F457}" srcOrd="0" destOrd="0" parTransId="{DA47004C-20AA-4054-9FE7-3E0BBCD25433}" sibTransId="{5F34996D-496A-4DC9-8D7C-28DA3DE90CA1}"/>
    <dgm:cxn modelId="{2D22406C-F718-4AF5-8BF3-591EC9F4F83C}" srcId="{643D8405-509A-45A0-AAF6-91C277A83CED}" destId="{604422DC-B3DD-42EE-B13D-D6C9B32A701D}" srcOrd="1" destOrd="0" parTransId="{07D5E974-9D2C-4B11-ACE3-74970EDCE342}" sibTransId="{0B542C1C-E15F-4E7E-9C18-136BB8C1A7B9}"/>
    <dgm:cxn modelId="{9B29A86D-0287-436A-8981-FA2F52342233}" type="presOf" srcId="{04C64BC0-5D82-46F6-8071-5D1B71BF43A6}" destId="{9403E124-7F66-4210-8BCA-3D96BC152CA2}" srcOrd="0" destOrd="0" presId="urn:diagrams.loki3.com/BracketList+Icon"/>
    <dgm:cxn modelId="{03FFBC6D-8E95-4AEB-997A-5EF10354245B}" type="presOf" srcId="{E94B33BA-CAAF-4A2A-A532-D2A97821D2FB}" destId="{E617051A-CD7B-41F4-8541-A916D99949EF}" srcOrd="0" destOrd="0" presId="urn:diagrams.loki3.com/BracketList+Icon"/>
    <dgm:cxn modelId="{6A22A18D-D0F1-4099-B86D-A565BE4953B7}" srcId="{643D8405-509A-45A0-AAF6-91C277A83CED}" destId="{4EB482C8-23BC-47E7-A3FE-19982358B291}" srcOrd="3" destOrd="0" parTransId="{04E89B1E-5445-4173-BC97-2D44F5A57A11}" sibTransId="{25548DD2-8F55-4E7B-A191-08E96EC74042}"/>
    <dgm:cxn modelId="{E1100B90-22EF-4A3E-BBBE-5C0620742561}" srcId="{604422DC-B3DD-42EE-B13D-D6C9B32A701D}" destId="{E38F2851-6704-4F9B-9A9A-49F0B8592FF4}" srcOrd="0" destOrd="0" parTransId="{83B8972B-E3E7-49F2-801E-826C65EF9EF2}" sibTransId="{63D24636-54E1-47FA-A49A-F1161B769D4E}"/>
    <dgm:cxn modelId="{F1669497-D529-43B0-8A1F-4BD1846B5410}" type="presOf" srcId="{037E13B7-BCB4-4E20-8046-7D51920299EF}" destId="{B5168439-213B-4456-9C81-A38832ADD117}" srcOrd="0" destOrd="0" presId="urn:diagrams.loki3.com/BracketList+Icon"/>
    <dgm:cxn modelId="{3FF7E29B-7CEF-408B-850E-160C698E4259}" srcId="{FA621B54-C490-4A64-A62B-4FAF55EEC170}" destId="{3900E745-F141-42B2-AF60-56C0DD8F49BF}" srcOrd="0" destOrd="0" parTransId="{242482FA-698D-4051-AD0F-A3DBBD30E60A}" sibTransId="{0FA41121-6D15-421B-828E-BCF99977960A}"/>
    <dgm:cxn modelId="{063668A9-165D-49D0-8530-CA3972C01A0B}" srcId="{7883AE98-E9B3-43A6-85D1-8A0A97C9778A}" destId="{D810EBA6-5F74-4CCE-BFF8-1A2C692EACD9}" srcOrd="0" destOrd="0" parTransId="{38E531B3-BBC0-4BB5-A6FC-455B2BB4C2FB}" sibTransId="{A927AB90-3BE5-4F39-B6FC-2340B7574988}"/>
    <dgm:cxn modelId="{A50E6BB3-F231-414C-BF53-AC30C4E74819}" type="presOf" srcId="{33EB3CC0-D925-4957-94BD-5773DE353B1A}" destId="{7B91DA90-F8CA-4DDB-9F41-F2C9E8D7FC48}" srcOrd="0" destOrd="0" presId="urn:diagrams.loki3.com/BracketList+Icon"/>
    <dgm:cxn modelId="{184A74C0-CEA1-4759-A9D6-78D0788F7908}" type="presOf" srcId="{D810EBA6-5F74-4CCE-BFF8-1A2C692EACD9}" destId="{F1FDB800-4566-48D6-8E10-34F072DFBF7C}" srcOrd="0" destOrd="0" presId="urn:diagrams.loki3.com/BracketList+Icon"/>
    <dgm:cxn modelId="{41B1D8D3-A71C-4010-9337-1EC08D05E6A5}" type="presOf" srcId="{4EB482C8-23BC-47E7-A3FE-19982358B291}" destId="{FAAF302F-A2CE-4DF0-A590-E6F8A7DF5F17}" srcOrd="0" destOrd="0" presId="urn:diagrams.loki3.com/BracketList+Icon"/>
    <dgm:cxn modelId="{4D1183D8-DA8E-4689-8253-BFA4F822A563}" type="presOf" srcId="{7883AE98-E9B3-43A6-85D1-8A0A97C9778A}" destId="{9EB9FDC5-E856-4753-BA0C-12D0C75E7D38}" srcOrd="0" destOrd="0" presId="urn:diagrams.loki3.com/BracketList+Icon"/>
    <dgm:cxn modelId="{A66FA6D9-60B7-4991-87A3-8FC1A271A510}" type="presOf" srcId="{08BE5FE5-A714-4949-9A2D-7440EDC3F457}" destId="{99BB43A0-2190-45D0-8E93-9C06114ED04F}" srcOrd="0" destOrd="0" presId="urn:diagrams.loki3.com/BracketList+Icon"/>
    <dgm:cxn modelId="{B6C853EC-149B-4F06-9523-51E75BF3A1F5}" srcId="{643D8405-509A-45A0-AAF6-91C277A83CED}" destId="{7883AE98-E9B3-43A6-85D1-8A0A97C9778A}" srcOrd="4" destOrd="0" parTransId="{2F3FC550-52AE-4C37-87AC-50D863C237FB}" sibTransId="{20F11BCC-F8EE-4E2D-B16B-23CC815DA93A}"/>
    <dgm:cxn modelId="{698301FC-548F-4FB6-B844-85491C733316}" type="presOf" srcId="{604422DC-B3DD-42EE-B13D-D6C9B32A701D}" destId="{CD4A16A8-0F12-44C0-984F-9D99D8008382}" srcOrd="0" destOrd="0" presId="urn:diagrams.loki3.com/BracketList+Icon"/>
    <dgm:cxn modelId="{10E3086B-A341-47E9-B3A5-9FBF213959D8}" type="presParOf" srcId="{B4585BC6-7EA3-4FF8-A74B-B5E46E3B37A6}" destId="{F28F2572-DC8A-4C6E-8A3D-F53196E7AFFA}" srcOrd="0" destOrd="0" presId="urn:diagrams.loki3.com/BracketList+Icon"/>
    <dgm:cxn modelId="{88F725EE-C211-4F9C-8AC0-836FCC6BCD5D}" type="presParOf" srcId="{F28F2572-DC8A-4C6E-8A3D-F53196E7AFFA}" destId="{B5168439-213B-4456-9C81-A38832ADD117}" srcOrd="0" destOrd="0" presId="urn:diagrams.loki3.com/BracketList+Icon"/>
    <dgm:cxn modelId="{16F65573-F792-459F-BB5B-D9BEBD9BB29F}" type="presParOf" srcId="{F28F2572-DC8A-4C6E-8A3D-F53196E7AFFA}" destId="{40A8394D-3A47-47BE-A3DE-C788C44A15D0}" srcOrd="1" destOrd="0" presId="urn:diagrams.loki3.com/BracketList+Icon"/>
    <dgm:cxn modelId="{F809C7E1-68DE-424E-A271-9DD7C98D2342}" type="presParOf" srcId="{F28F2572-DC8A-4C6E-8A3D-F53196E7AFFA}" destId="{36B0D391-7CDA-4DFB-98DF-A213AC27B654}" srcOrd="2" destOrd="0" presId="urn:diagrams.loki3.com/BracketList+Icon"/>
    <dgm:cxn modelId="{5BEFD5C9-E365-4EBC-B0B3-5663FE9AD1E7}" type="presParOf" srcId="{F28F2572-DC8A-4C6E-8A3D-F53196E7AFFA}" destId="{D2820793-8642-4E91-9246-A2FB8E293124}" srcOrd="3" destOrd="0" presId="urn:diagrams.loki3.com/BracketList+Icon"/>
    <dgm:cxn modelId="{98B60CBE-27CA-4F61-BC1A-CBAAE58277D3}" type="presParOf" srcId="{B4585BC6-7EA3-4FF8-A74B-B5E46E3B37A6}" destId="{F3EB2C8C-F3E6-4DD9-8F3E-C8402760C018}" srcOrd="1" destOrd="0" presId="urn:diagrams.loki3.com/BracketList+Icon"/>
    <dgm:cxn modelId="{C8FC882F-2A12-4E21-8A26-55DDC3337E82}" type="presParOf" srcId="{B4585BC6-7EA3-4FF8-A74B-B5E46E3B37A6}" destId="{BA4BB0AB-ACE8-414C-9634-C238F743CBEC}" srcOrd="2" destOrd="0" presId="urn:diagrams.loki3.com/BracketList+Icon"/>
    <dgm:cxn modelId="{D1F0C79E-E938-47CC-A37E-EA994ACBD118}" type="presParOf" srcId="{BA4BB0AB-ACE8-414C-9634-C238F743CBEC}" destId="{CD4A16A8-0F12-44C0-984F-9D99D8008382}" srcOrd="0" destOrd="0" presId="urn:diagrams.loki3.com/BracketList+Icon"/>
    <dgm:cxn modelId="{F0316D72-9A25-4888-9165-A78DB251A203}" type="presParOf" srcId="{BA4BB0AB-ACE8-414C-9634-C238F743CBEC}" destId="{72D30402-4530-410B-B3AB-CC531B105E99}" srcOrd="1" destOrd="0" presId="urn:diagrams.loki3.com/BracketList+Icon"/>
    <dgm:cxn modelId="{9F7B60AF-6A38-4A37-88D9-B54A02D7536F}" type="presParOf" srcId="{BA4BB0AB-ACE8-414C-9634-C238F743CBEC}" destId="{0BEE837F-C52A-4090-9AE6-01E043509EE5}" srcOrd="2" destOrd="0" presId="urn:diagrams.loki3.com/BracketList+Icon"/>
    <dgm:cxn modelId="{C0ED2011-6077-4D9E-A95F-3267A5C51A20}" type="presParOf" srcId="{BA4BB0AB-ACE8-414C-9634-C238F743CBEC}" destId="{71D3FE01-737B-4FC7-A926-0F05A2B88EE1}" srcOrd="3" destOrd="0" presId="urn:diagrams.loki3.com/BracketList+Icon"/>
    <dgm:cxn modelId="{ADAB5254-5F95-4698-8609-23F86CE76F96}" type="presParOf" srcId="{B4585BC6-7EA3-4FF8-A74B-B5E46E3B37A6}" destId="{F2912DA7-9AA3-49AC-88B8-595E241EB38C}" srcOrd="3" destOrd="0" presId="urn:diagrams.loki3.com/BracketList+Icon"/>
    <dgm:cxn modelId="{7E3C1B6C-CAE5-4577-B708-E93BFAC091E6}" type="presParOf" srcId="{B4585BC6-7EA3-4FF8-A74B-B5E46E3B37A6}" destId="{B109EDFB-5FBB-44A1-A5CC-C3D0CEA488AF}" srcOrd="4" destOrd="0" presId="urn:diagrams.loki3.com/BracketList+Icon"/>
    <dgm:cxn modelId="{14A9A198-994A-4CFA-9769-B8C2BABE25B1}" type="presParOf" srcId="{B109EDFB-5FBB-44A1-A5CC-C3D0CEA488AF}" destId="{A3AD28EF-9527-49AE-90BB-F9BCF756D967}" srcOrd="0" destOrd="0" presId="urn:diagrams.loki3.com/BracketList+Icon"/>
    <dgm:cxn modelId="{EBDEF28B-4B1A-4939-9DCE-6F26A62186BC}" type="presParOf" srcId="{B109EDFB-5FBB-44A1-A5CC-C3D0CEA488AF}" destId="{1FFAF889-053C-42FB-A0BA-C354B6EED409}" srcOrd="1" destOrd="0" presId="urn:diagrams.loki3.com/BracketList+Icon"/>
    <dgm:cxn modelId="{8031428D-6CFA-4AA6-858F-A13B4F0DAAB1}" type="presParOf" srcId="{B109EDFB-5FBB-44A1-A5CC-C3D0CEA488AF}" destId="{C94C02DC-8CF6-4BD6-9746-CB2775A0A881}" srcOrd="2" destOrd="0" presId="urn:diagrams.loki3.com/BracketList+Icon"/>
    <dgm:cxn modelId="{A728F652-770D-4ABD-968C-0834B4A0C87F}" type="presParOf" srcId="{B109EDFB-5FBB-44A1-A5CC-C3D0CEA488AF}" destId="{7B91DA90-F8CA-4DDB-9F41-F2C9E8D7FC48}" srcOrd="3" destOrd="0" presId="urn:diagrams.loki3.com/BracketList+Icon"/>
    <dgm:cxn modelId="{5C3BDF77-5BEF-4C04-A21D-0CD617DC3464}" type="presParOf" srcId="{B4585BC6-7EA3-4FF8-A74B-B5E46E3B37A6}" destId="{3A69D100-1FF1-4EEB-99CC-A83DCB9D8A80}" srcOrd="5" destOrd="0" presId="urn:diagrams.loki3.com/BracketList+Icon"/>
    <dgm:cxn modelId="{9B99403E-C6BD-4399-BE0E-3143A6F2D8BC}" type="presParOf" srcId="{B4585BC6-7EA3-4FF8-A74B-B5E46E3B37A6}" destId="{F5CD97A3-16D4-4512-B329-477B62664DFF}" srcOrd="6" destOrd="0" presId="urn:diagrams.loki3.com/BracketList+Icon"/>
    <dgm:cxn modelId="{947B83FA-690F-42F8-981A-6989B9FF3DB4}" type="presParOf" srcId="{F5CD97A3-16D4-4512-B329-477B62664DFF}" destId="{FAAF302F-A2CE-4DF0-A590-E6F8A7DF5F17}" srcOrd="0" destOrd="0" presId="urn:diagrams.loki3.com/BracketList+Icon"/>
    <dgm:cxn modelId="{A24EEF51-190D-4D20-B600-B808415DF776}" type="presParOf" srcId="{F5CD97A3-16D4-4512-B329-477B62664DFF}" destId="{016B5F0A-DB7D-4B27-9987-207EFA9D9E11}" srcOrd="1" destOrd="0" presId="urn:diagrams.loki3.com/BracketList+Icon"/>
    <dgm:cxn modelId="{ED0835B6-6C66-4E63-8042-E01789CF8BE3}" type="presParOf" srcId="{F5CD97A3-16D4-4512-B329-477B62664DFF}" destId="{3F953E84-9C16-405D-B51C-DD1FD0DB273A}" srcOrd="2" destOrd="0" presId="urn:diagrams.loki3.com/BracketList+Icon"/>
    <dgm:cxn modelId="{6EBA25C7-FB4C-4115-A62A-0C14FB10C28E}" type="presParOf" srcId="{F5CD97A3-16D4-4512-B329-477B62664DFF}" destId="{99BB43A0-2190-45D0-8E93-9C06114ED04F}" srcOrd="3" destOrd="0" presId="urn:diagrams.loki3.com/BracketList+Icon"/>
    <dgm:cxn modelId="{81ADE39C-A602-42E9-A9AC-4C7141876856}" type="presParOf" srcId="{B4585BC6-7EA3-4FF8-A74B-B5E46E3B37A6}" destId="{0585785D-24A3-4070-B9E3-0ABB3B3A00A2}" srcOrd="7" destOrd="0" presId="urn:diagrams.loki3.com/BracketList+Icon"/>
    <dgm:cxn modelId="{C79D3CFB-2DCB-41BE-8373-4CFFA0D4D54B}" type="presParOf" srcId="{B4585BC6-7EA3-4FF8-A74B-B5E46E3B37A6}" destId="{996FED2A-E331-4973-8102-4EF931431B39}" srcOrd="8" destOrd="0" presId="urn:diagrams.loki3.com/BracketList+Icon"/>
    <dgm:cxn modelId="{AF720709-AA8E-4A66-840A-8192B4D40E71}" type="presParOf" srcId="{996FED2A-E331-4973-8102-4EF931431B39}" destId="{9EB9FDC5-E856-4753-BA0C-12D0C75E7D38}" srcOrd="0" destOrd="0" presId="urn:diagrams.loki3.com/BracketList+Icon"/>
    <dgm:cxn modelId="{BF001BD2-C8F6-48D9-804F-326F16CF9794}" type="presParOf" srcId="{996FED2A-E331-4973-8102-4EF931431B39}" destId="{8840A519-2C6A-4DC6-AA8C-94FC4C63E630}" srcOrd="1" destOrd="0" presId="urn:diagrams.loki3.com/BracketList+Icon"/>
    <dgm:cxn modelId="{6712FC94-CE61-44C1-8616-B758FB4D70FE}" type="presParOf" srcId="{996FED2A-E331-4973-8102-4EF931431B39}" destId="{FE354061-B026-4562-8E5F-3BFDB4294E47}" srcOrd="2" destOrd="0" presId="urn:diagrams.loki3.com/BracketList+Icon"/>
    <dgm:cxn modelId="{2BCAE89B-5224-4527-8377-F4ABEA96D691}" type="presParOf" srcId="{996FED2A-E331-4973-8102-4EF931431B39}" destId="{F1FDB800-4566-48D6-8E10-34F072DFBF7C}" srcOrd="3" destOrd="0" presId="urn:diagrams.loki3.com/BracketList+Icon"/>
    <dgm:cxn modelId="{ED4DFE52-DA6A-4757-8882-7BC05019A325}" type="presParOf" srcId="{B4585BC6-7EA3-4FF8-A74B-B5E46E3B37A6}" destId="{F3B10EB1-F93D-46FC-A562-D6BBB2C66F13}" srcOrd="9" destOrd="0" presId="urn:diagrams.loki3.com/BracketList+Icon"/>
    <dgm:cxn modelId="{C92C134A-21B3-4AB4-BD7C-39DBC920E283}" type="presParOf" srcId="{B4585BC6-7EA3-4FF8-A74B-B5E46E3B37A6}" destId="{1F2CB3E3-B62A-4551-B5C5-4F200ABDE42B}" srcOrd="10" destOrd="0" presId="urn:diagrams.loki3.com/BracketList+Icon"/>
    <dgm:cxn modelId="{A36E5500-BB45-4261-8A24-4E1D81B8D934}" type="presParOf" srcId="{1F2CB3E3-B62A-4551-B5C5-4F200ABDE42B}" destId="{C2477941-726A-40B2-BD84-F635E1A1E561}" srcOrd="0" destOrd="0" presId="urn:diagrams.loki3.com/BracketList+Icon"/>
    <dgm:cxn modelId="{B8CCF609-1947-457D-8B38-25A837BEEE7F}" type="presParOf" srcId="{1F2CB3E3-B62A-4551-B5C5-4F200ABDE42B}" destId="{5C0AF28E-54A5-4DC7-A9C9-3256BFB07D41}" srcOrd="1" destOrd="0" presId="urn:diagrams.loki3.com/BracketList+Icon"/>
    <dgm:cxn modelId="{3F01C150-1DA3-4218-BEB9-2273768D5728}" type="presParOf" srcId="{1F2CB3E3-B62A-4551-B5C5-4F200ABDE42B}" destId="{CE21B28A-A14A-47C6-80D4-DE5E1747DB03}" srcOrd="2" destOrd="0" presId="urn:diagrams.loki3.com/BracketList+Icon"/>
    <dgm:cxn modelId="{AF46CA53-1DE2-45AB-8C82-AF0B191EA8F3}" type="presParOf" srcId="{1F2CB3E3-B62A-4551-B5C5-4F200ABDE42B}" destId="{15E07734-DEEA-47A8-AE75-148142A57282}" srcOrd="3" destOrd="0" presId="urn:diagrams.loki3.com/BracketList+Icon"/>
    <dgm:cxn modelId="{53621197-8CED-4E92-BD91-FFA5040F4CB3}" type="presParOf" srcId="{B4585BC6-7EA3-4FF8-A74B-B5E46E3B37A6}" destId="{251ACDAB-519B-4EEB-9C22-E6792DC21A20}" srcOrd="11" destOrd="0" presId="urn:diagrams.loki3.com/BracketList+Icon"/>
    <dgm:cxn modelId="{8552B658-261B-41C2-ADE0-DB29152F62BB}" type="presParOf" srcId="{B4585BC6-7EA3-4FF8-A74B-B5E46E3B37A6}" destId="{1E61D313-B14F-46C2-B6E5-CDB4D40A8C92}" srcOrd="12" destOrd="0" presId="urn:diagrams.loki3.com/BracketList+Icon"/>
    <dgm:cxn modelId="{0A1AD724-7F31-4E3E-93FC-BC1802318959}" type="presParOf" srcId="{1E61D313-B14F-46C2-B6E5-CDB4D40A8C92}" destId="{9403E124-7F66-4210-8BCA-3D96BC152CA2}" srcOrd="0" destOrd="0" presId="urn:diagrams.loki3.com/BracketList+Icon"/>
    <dgm:cxn modelId="{4226C07B-AAE7-43CB-854D-4D1A422EC51D}" type="presParOf" srcId="{1E61D313-B14F-46C2-B6E5-CDB4D40A8C92}" destId="{BD96E30B-CF7E-42B5-AFE1-50182CFFAE57}" srcOrd="1" destOrd="0" presId="urn:diagrams.loki3.com/BracketList+Icon"/>
    <dgm:cxn modelId="{C187F673-C481-4D05-89F8-992DBD5C7105}" type="presParOf" srcId="{1E61D313-B14F-46C2-B6E5-CDB4D40A8C92}" destId="{F39A1A3F-7758-4252-A741-48B9FB46553A}" srcOrd="2" destOrd="0" presId="urn:diagrams.loki3.com/BracketList+Icon"/>
    <dgm:cxn modelId="{05B6E642-946B-449B-AA98-28F02FAC98EF}" type="presParOf" srcId="{1E61D313-B14F-46C2-B6E5-CDB4D40A8C92}" destId="{E617051A-CD7B-41F4-8541-A916D99949EF}" srcOrd="3" destOrd="0" presId="urn:diagrams.loki3.com/BracketLis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43D8405-509A-45A0-AAF6-91C277A83CED}" type="doc">
      <dgm:prSet loTypeId="urn:microsoft.com/office/officeart/2005/8/layout/lProcess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037E13B7-BCB4-4E20-8046-7D51920299EF}">
      <dgm:prSet phldrT="[Texto]" custT="1"/>
      <dgm:spPr/>
      <dgm:t>
        <a:bodyPr/>
        <a:lstStyle/>
        <a:p>
          <a:r>
            <a:rPr lang="es-ES_tradnl" sz="1400" b="1" i="1" dirty="0"/>
            <a:t>Hacienda</a:t>
          </a:r>
          <a:endParaRPr lang="es-ES" sz="1400" b="1" i="1" dirty="0"/>
        </a:p>
      </dgm:t>
    </dgm:pt>
    <dgm:pt modelId="{DFB7711D-A77B-4743-A91A-9DC995AE5908}" type="parTrans" cxnId="{1DE6161D-2F63-4489-8337-E5BFF950F4D5}">
      <dgm:prSet/>
      <dgm:spPr/>
      <dgm:t>
        <a:bodyPr/>
        <a:lstStyle/>
        <a:p>
          <a:endParaRPr lang="es-ES" sz="1400" b="1" i="1"/>
        </a:p>
      </dgm:t>
    </dgm:pt>
    <dgm:pt modelId="{A2D9FB35-659C-4E29-A565-20D4CA8896C6}" type="sibTrans" cxnId="{1DE6161D-2F63-4489-8337-E5BFF950F4D5}">
      <dgm:prSet/>
      <dgm:spPr/>
      <dgm:t>
        <a:bodyPr/>
        <a:lstStyle/>
        <a:p>
          <a:endParaRPr lang="es-ES" sz="1400" b="1" i="1"/>
        </a:p>
      </dgm:t>
    </dgm:pt>
    <dgm:pt modelId="{50470BEF-066B-41CB-8D44-94014B9D1450}">
      <dgm:prSet phldrT="[Texto]" custT="1"/>
      <dgm:spPr/>
      <dgm:t>
        <a:bodyPr/>
        <a:lstStyle/>
        <a:p>
          <a:r>
            <a:rPr lang="es-ES_tradnl" sz="1400" b="1" i="1" dirty="0"/>
            <a:t>* Alta del I.A.E</a:t>
          </a:r>
        </a:p>
        <a:p>
          <a:r>
            <a:rPr lang="es-ES_tradnl" sz="1400" b="1" i="1" dirty="0"/>
            <a:t>(Junto al CIF)</a:t>
          </a:r>
        </a:p>
        <a:p>
          <a:endParaRPr lang="es-ES_tradnl" sz="1400" b="1" i="1" dirty="0"/>
        </a:p>
        <a:p>
          <a:r>
            <a:rPr lang="es-ES_tradnl" sz="1400" b="1" i="1" dirty="0"/>
            <a:t>* Declaración Censal</a:t>
          </a:r>
        </a:p>
        <a:p>
          <a:r>
            <a:rPr lang="es-ES_tradnl" sz="1400" b="1" i="1" dirty="0"/>
            <a:t>(alta en impuestos concretos)</a:t>
          </a:r>
          <a:endParaRPr lang="es-ES" sz="1400" b="1" i="1" dirty="0"/>
        </a:p>
      </dgm:t>
    </dgm:pt>
    <dgm:pt modelId="{EA7F40BE-CBD3-42D0-B4C5-21EF0F6ED33C}" type="parTrans" cxnId="{8DC6EE31-D820-4D3B-B3ED-E0AFD95BC56E}">
      <dgm:prSet/>
      <dgm:spPr/>
      <dgm:t>
        <a:bodyPr/>
        <a:lstStyle/>
        <a:p>
          <a:endParaRPr lang="es-ES" sz="1400" b="1" i="1"/>
        </a:p>
      </dgm:t>
    </dgm:pt>
    <dgm:pt modelId="{EA0E7FCC-021B-4FC7-AEAE-C85A73638112}" type="sibTrans" cxnId="{8DC6EE31-D820-4D3B-B3ED-E0AFD95BC56E}">
      <dgm:prSet/>
      <dgm:spPr/>
      <dgm:t>
        <a:bodyPr/>
        <a:lstStyle/>
        <a:p>
          <a:endParaRPr lang="es-ES" sz="1400" b="1" i="1"/>
        </a:p>
      </dgm:t>
    </dgm:pt>
    <dgm:pt modelId="{604422DC-B3DD-42EE-B13D-D6C9B32A701D}">
      <dgm:prSet phldrT="[Texto]" custT="1"/>
      <dgm:spPr/>
      <dgm:t>
        <a:bodyPr/>
        <a:lstStyle/>
        <a:p>
          <a:r>
            <a:rPr lang="es-ES_tradnl" sz="1400" b="1" i="1" dirty="0"/>
            <a:t>Ayuntamiento</a:t>
          </a:r>
          <a:endParaRPr lang="es-ES" sz="1400" b="1" i="1" dirty="0"/>
        </a:p>
      </dgm:t>
    </dgm:pt>
    <dgm:pt modelId="{07D5E974-9D2C-4B11-ACE3-74970EDCE342}" type="parTrans" cxnId="{2D22406C-F718-4AF5-8BF3-591EC9F4F83C}">
      <dgm:prSet/>
      <dgm:spPr/>
      <dgm:t>
        <a:bodyPr/>
        <a:lstStyle/>
        <a:p>
          <a:endParaRPr lang="es-ES" sz="1400" b="1" i="1"/>
        </a:p>
      </dgm:t>
    </dgm:pt>
    <dgm:pt modelId="{0B542C1C-E15F-4E7E-9C18-136BB8C1A7B9}" type="sibTrans" cxnId="{2D22406C-F718-4AF5-8BF3-591EC9F4F83C}">
      <dgm:prSet/>
      <dgm:spPr/>
      <dgm:t>
        <a:bodyPr/>
        <a:lstStyle/>
        <a:p>
          <a:endParaRPr lang="es-ES" sz="1400" b="1" i="1"/>
        </a:p>
      </dgm:t>
    </dgm:pt>
    <dgm:pt modelId="{E38F2851-6704-4F9B-9A9A-49F0B8592FF4}">
      <dgm:prSet phldrT="[Texto]" custT="1"/>
      <dgm:spPr/>
      <dgm:t>
        <a:bodyPr/>
        <a:lstStyle/>
        <a:p>
          <a:r>
            <a:rPr lang="es-ES" sz="1400" b="1" i="1" dirty="0"/>
            <a:t>*</a:t>
          </a:r>
          <a:r>
            <a:rPr lang="es-ES" sz="1400" b="1" i="1" baseline="0" dirty="0"/>
            <a:t> Licencia de actividad:</a:t>
          </a:r>
        </a:p>
        <a:p>
          <a:r>
            <a:rPr lang="es-ES_tradnl" sz="1400" b="1" i="1" baseline="0" dirty="0"/>
            <a:t>-Comunicación previa</a:t>
          </a:r>
        </a:p>
        <a:p>
          <a:r>
            <a:rPr lang="es-ES_tradnl" sz="1400" b="1" i="1" baseline="0" dirty="0"/>
            <a:t>- Declaración responsable</a:t>
          </a:r>
        </a:p>
        <a:p>
          <a:r>
            <a:rPr lang="es-ES_tradnl" sz="1400" b="1" i="1" baseline="0" dirty="0"/>
            <a:t>- De </a:t>
          </a:r>
          <a:r>
            <a:rPr lang="es-ES_tradnl" sz="1400" b="1" i="1" baseline="0" dirty="0" err="1"/>
            <a:t>activ</a:t>
          </a:r>
          <a:r>
            <a:rPr lang="es-ES_tradnl" sz="1400" b="1" i="1" baseline="0" dirty="0"/>
            <a:t>. calificadas</a:t>
          </a:r>
          <a:endParaRPr lang="es-ES" sz="1400" b="1" i="1" baseline="0" dirty="0"/>
        </a:p>
        <a:p>
          <a:r>
            <a:rPr lang="es-ES" sz="1400" b="1" i="1" dirty="0"/>
            <a:t>* Licencia de obras</a:t>
          </a:r>
        </a:p>
      </dgm:t>
    </dgm:pt>
    <dgm:pt modelId="{83B8972B-E3E7-49F2-801E-826C65EF9EF2}" type="parTrans" cxnId="{E1100B90-22EF-4A3E-BBBE-5C0620742561}">
      <dgm:prSet/>
      <dgm:spPr/>
      <dgm:t>
        <a:bodyPr/>
        <a:lstStyle/>
        <a:p>
          <a:endParaRPr lang="es-ES" sz="1400" b="1" i="1"/>
        </a:p>
      </dgm:t>
    </dgm:pt>
    <dgm:pt modelId="{63D24636-54E1-47FA-A49A-F1161B769D4E}" type="sibTrans" cxnId="{E1100B90-22EF-4A3E-BBBE-5C0620742561}">
      <dgm:prSet/>
      <dgm:spPr/>
      <dgm:t>
        <a:bodyPr/>
        <a:lstStyle/>
        <a:p>
          <a:endParaRPr lang="es-ES" sz="1400" b="1" i="1"/>
        </a:p>
      </dgm:t>
    </dgm:pt>
    <dgm:pt modelId="{8A7A9827-C6C3-471E-87CB-A7B9F95D8EF2}">
      <dgm:prSet phldrT="[Texto]" custT="1"/>
      <dgm:spPr/>
      <dgm:t>
        <a:bodyPr/>
        <a:lstStyle/>
        <a:p>
          <a:r>
            <a:rPr lang="es-ES_tradnl" sz="1400" b="1" i="1" dirty="0"/>
            <a:t>Seguridad Social</a:t>
          </a:r>
          <a:endParaRPr lang="es-ES" sz="1400" b="1" i="1" dirty="0"/>
        </a:p>
      </dgm:t>
    </dgm:pt>
    <dgm:pt modelId="{BC27FB78-7301-48DF-8E93-2F69DB69408A}" type="parTrans" cxnId="{E1000640-34FB-4715-95CC-D991E7A2735E}">
      <dgm:prSet/>
      <dgm:spPr/>
      <dgm:t>
        <a:bodyPr/>
        <a:lstStyle/>
        <a:p>
          <a:endParaRPr lang="es-ES" sz="1400" b="1" i="1"/>
        </a:p>
      </dgm:t>
    </dgm:pt>
    <dgm:pt modelId="{78CD81CF-C4F0-49A8-99D6-E2DA53A00652}" type="sibTrans" cxnId="{E1000640-34FB-4715-95CC-D991E7A2735E}">
      <dgm:prSet/>
      <dgm:spPr/>
      <dgm:t>
        <a:bodyPr/>
        <a:lstStyle/>
        <a:p>
          <a:endParaRPr lang="es-ES" sz="1400" b="1" i="1"/>
        </a:p>
      </dgm:t>
    </dgm:pt>
    <dgm:pt modelId="{33EB3CC0-D925-4957-94BD-5773DE353B1A}">
      <dgm:prSet phldrT="[Texto]" custT="1"/>
      <dgm:spPr/>
      <dgm:t>
        <a:bodyPr/>
        <a:lstStyle/>
        <a:p>
          <a:pPr algn="l"/>
          <a:r>
            <a:rPr lang="es-ES_tradnl" sz="1400" b="1" i="1" dirty="0"/>
            <a:t>* Inscripción de la empresa</a:t>
          </a:r>
        </a:p>
        <a:p>
          <a:pPr algn="l"/>
          <a:r>
            <a:rPr lang="es-ES_tradnl" sz="1400" b="1" i="1" dirty="0"/>
            <a:t>* Alta en el Régimen de Autónomos</a:t>
          </a:r>
        </a:p>
        <a:p>
          <a:pPr algn="l"/>
          <a:r>
            <a:rPr lang="es-ES_tradnl" sz="1400" b="1" i="1" dirty="0"/>
            <a:t>* Alta en el Régimen General</a:t>
          </a:r>
        </a:p>
        <a:p>
          <a:pPr algn="l"/>
          <a:r>
            <a:rPr lang="es-ES_tradnl" sz="1400" b="1" i="1" dirty="0"/>
            <a:t>* Comunicación de apertura de centro</a:t>
          </a:r>
          <a:endParaRPr lang="es-ES" sz="1400" b="1" i="1" dirty="0"/>
        </a:p>
      </dgm:t>
    </dgm:pt>
    <dgm:pt modelId="{56C4F4CF-9E6F-4EEF-8F80-15DDB521B6B9}" type="parTrans" cxnId="{7CAF9C1A-ABC4-4018-8C45-BE6EBAB5BD5C}">
      <dgm:prSet/>
      <dgm:spPr/>
      <dgm:t>
        <a:bodyPr/>
        <a:lstStyle/>
        <a:p>
          <a:endParaRPr lang="es-ES" sz="1400" b="1" i="1"/>
        </a:p>
      </dgm:t>
    </dgm:pt>
    <dgm:pt modelId="{CBEC87EC-E936-4FAC-BEEE-5629F828EE48}" type="sibTrans" cxnId="{7CAF9C1A-ABC4-4018-8C45-BE6EBAB5BD5C}">
      <dgm:prSet/>
      <dgm:spPr/>
      <dgm:t>
        <a:bodyPr/>
        <a:lstStyle/>
        <a:p>
          <a:endParaRPr lang="es-ES" sz="1400" b="1" i="1"/>
        </a:p>
      </dgm:t>
    </dgm:pt>
    <dgm:pt modelId="{4EB482C8-23BC-47E7-A3FE-19982358B291}">
      <dgm:prSet phldrT="[Texto]" custT="1"/>
      <dgm:spPr/>
      <dgm:t>
        <a:bodyPr/>
        <a:lstStyle/>
        <a:p>
          <a:endParaRPr lang="es-ES_tradnl" sz="1400" b="1" i="1" dirty="0"/>
        </a:p>
      </dgm:t>
    </dgm:pt>
    <dgm:pt modelId="{04E89B1E-5445-4173-BC97-2D44F5A57A11}" type="parTrans" cxnId="{6A22A18D-D0F1-4099-B86D-A565BE4953B7}">
      <dgm:prSet/>
      <dgm:spPr/>
      <dgm:t>
        <a:bodyPr/>
        <a:lstStyle/>
        <a:p>
          <a:endParaRPr lang="es-ES" sz="1400" b="1" i="1"/>
        </a:p>
      </dgm:t>
    </dgm:pt>
    <dgm:pt modelId="{25548DD2-8F55-4E7B-A191-08E96EC74042}" type="sibTrans" cxnId="{6A22A18D-D0F1-4099-B86D-A565BE4953B7}">
      <dgm:prSet/>
      <dgm:spPr/>
      <dgm:t>
        <a:bodyPr/>
        <a:lstStyle/>
        <a:p>
          <a:endParaRPr lang="es-ES" sz="1400" b="1" i="1"/>
        </a:p>
      </dgm:t>
    </dgm:pt>
    <dgm:pt modelId="{D810EBA6-5F74-4CCE-BFF8-1A2C692EACD9}">
      <dgm:prSet phldrT="[Texto]" custT="1"/>
      <dgm:spPr/>
      <dgm:t>
        <a:bodyPr/>
        <a:lstStyle/>
        <a:p>
          <a:r>
            <a:rPr lang="es-ES_tradnl" sz="1400" b="1" i="1" dirty="0"/>
            <a:t>Registro Mercantil</a:t>
          </a:r>
        </a:p>
      </dgm:t>
    </dgm:pt>
    <dgm:pt modelId="{38E531B3-BBC0-4BB5-A6FC-455B2BB4C2FB}" type="parTrans" cxnId="{063668A9-165D-49D0-8530-CA3972C01A0B}">
      <dgm:prSet/>
      <dgm:spPr/>
      <dgm:t>
        <a:bodyPr/>
        <a:lstStyle/>
        <a:p>
          <a:endParaRPr lang="es-ES" sz="1400" b="1" i="1"/>
        </a:p>
      </dgm:t>
    </dgm:pt>
    <dgm:pt modelId="{A927AB90-3BE5-4F39-B6FC-2340B7574988}" type="sibTrans" cxnId="{063668A9-165D-49D0-8530-CA3972C01A0B}">
      <dgm:prSet/>
      <dgm:spPr/>
      <dgm:t>
        <a:bodyPr/>
        <a:lstStyle/>
        <a:p>
          <a:endParaRPr lang="es-ES" sz="1400" b="1" i="1"/>
        </a:p>
      </dgm:t>
    </dgm:pt>
    <dgm:pt modelId="{9A60B426-3913-4620-9B8D-0869D7AD6690}">
      <dgm:prSet phldrT="[Texto]" custT="1"/>
      <dgm:spPr/>
      <dgm:t>
        <a:bodyPr/>
        <a:lstStyle/>
        <a:p>
          <a:r>
            <a:rPr lang="es-ES_tradnl" sz="1400" b="1" i="1" dirty="0"/>
            <a:t>* Trámites Registro Mercantil</a:t>
          </a:r>
        </a:p>
        <a:p>
          <a:r>
            <a:rPr lang="es-ES_tradnl" sz="1400" b="1" i="1" dirty="0"/>
            <a:t>(Registro de libros obligatorios en sociedades)</a:t>
          </a:r>
        </a:p>
      </dgm:t>
    </dgm:pt>
    <dgm:pt modelId="{65E1F344-0B8E-4B10-854A-AE0DF40A4C0D}" type="parTrans" cxnId="{DF128FE2-01D0-4472-84FC-9A0036A25E26}">
      <dgm:prSet/>
      <dgm:spPr/>
      <dgm:t>
        <a:bodyPr/>
        <a:lstStyle/>
        <a:p>
          <a:endParaRPr lang="es-ES"/>
        </a:p>
      </dgm:t>
    </dgm:pt>
    <dgm:pt modelId="{692AB27E-FF1B-47E3-A2AD-2C7B2323B8A2}" type="sibTrans" cxnId="{DF128FE2-01D0-4472-84FC-9A0036A25E26}">
      <dgm:prSet/>
      <dgm:spPr/>
      <dgm:t>
        <a:bodyPr/>
        <a:lstStyle/>
        <a:p>
          <a:endParaRPr lang="es-ES"/>
        </a:p>
      </dgm:t>
    </dgm:pt>
    <dgm:pt modelId="{014A3021-9CD4-4F07-A099-FDE629E1D3D8}" type="pres">
      <dgm:prSet presAssocID="{643D8405-509A-45A0-AAF6-91C277A83CED}" presName="theList" presStyleCnt="0">
        <dgm:presLayoutVars>
          <dgm:dir/>
          <dgm:animLvl val="lvl"/>
          <dgm:resizeHandles val="exact"/>
        </dgm:presLayoutVars>
      </dgm:prSet>
      <dgm:spPr/>
    </dgm:pt>
    <dgm:pt modelId="{5C7FDF80-CE19-4E6E-AED0-7D426609CF4C}" type="pres">
      <dgm:prSet presAssocID="{037E13B7-BCB4-4E20-8046-7D51920299EF}" presName="compNode" presStyleCnt="0"/>
      <dgm:spPr/>
    </dgm:pt>
    <dgm:pt modelId="{62218D40-CBAD-46BE-BECB-DBEFE9618BC5}" type="pres">
      <dgm:prSet presAssocID="{037E13B7-BCB4-4E20-8046-7D51920299EF}" presName="aNode" presStyleLbl="bgShp" presStyleIdx="0" presStyleCnt="5"/>
      <dgm:spPr/>
    </dgm:pt>
    <dgm:pt modelId="{68B4C046-4BC7-4955-822B-ADCB7CE24E8E}" type="pres">
      <dgm:prSet presAssocID="{037E13B7-BCB4-4E20-8046-7D51920299EF}" presName="textNode" presStyleLbl="bgShp" presStyleIdx="0" presStyleCnt="5"/>
      <dgm:spPr/>
    </dgm:pt>
    <dgm:pt modelId="{29F8CFF1-3CED-484A-8177-0BCF8D915139}" type="pres">
      <dgm:prSet presAssocID="{037E13B7-BCB4-4E20-8046-7D51920299EF}" presName="compChildNode" presStyleCnt="0"/>
      <dgm:spPr/>
    </dgm:pt>
    <dgm:pt modelId="{5BB95FC0-E4E8-41D2-81E7-B3BC0B681A21}" type="pres">
      <dgm:prSet presAssocID="{037E13B7-BCB4-4E20-8046-7D51920299EF}" presName="theInnerList" presStyleCnt="0"/>
      <dgm:spPr/>
    </dgm:pt>
    <dgm:pt modelId="{A2B17261-A0A8-4B53-B22C-B39A19BC85CE}" type="pres">
      <dgm:prSet presAssocID="{50470BEF-066B-41CB-8D44-94014B9D1450}" presName="childNode" presStyleLbl="node1" presStyleIdx="0" presStyleCnt="4">
        <dgm:presLayoutVars>
          <dgm:bulletEnabled val="1"/>
        </dgm:presLayoutVars>
      </dgm:prSet>
      <dgm:spPr/>
    </dgm:pt>
    <dgm:pt modelId="{4E9720B4-8ED8-472A-B5FC-9E8877F1F4DE}" type="pres">
      <dgm:prSet presAssocID="{037E13B7-BCB4-4E20-8046-7D51920299EF}" presName="aSpace" presStyleCnt="0"/>
      <dgm:spPr/>
    </dgm:pt>
    <dgm:pt modelId="{8D9E6B98-FB9E-4BA4-A413-7AAEFCAFB662}" type="pres">
      <dgm:prSet presAssocID="{604422DC-B3DD-42EE-B13D-D6C9B32A701D}" presName="compNode" presStyleCnt="0"/>
      <dgm:spPr/>
    </dgm:pt>
    <dgm:pt modelId="{597422D4-AB73-418F-8C0B-E46082326F86}" type="pres">
      <dgm:prSet presAssocID="{604422DC-B3DD-42EE-B13D-D6C9B32A701D}" presName="aNode" presStyleLbl="bgShp" presStyleIdx="1" presStyleCnt="5"/>
      <dgm:spPr/>
    </dgm:pt>
    <dgm:pt modelId="{6F499518-8A30-429C-B293-404F3B48727E}" type="pres">
      <dgm:prSet presAssocID="{604422DC-B3DD-42EE-B13D-D6C9B32A701D}" presName="textNode" presStyleLbl="bgShp" presStyleIdx="1" presStyleCnt="5"/>
      <dgm:spPr/>
    </dgm:pt>
    <dgm:pt modelId="{D1175C7B-6EC2-4842-AAA7-5FA3BE83C160}" type="pres">
      <dgm:prSet presAssocID="{604422DC-B3DD-42EE-B13D-D6C9B32A701D}" presName="compChildNode" presStyleCnt="0"/>
      <dgm:spPr/>
    </dgm:pt>
    <dgm:pt modelId="{F2B28861-5AD5-4FD7-8C4B-2EFD3A750A07}" type="pres">
      <dgm:prSet presAssocID="{604422DC-B3DD-42EE-B13D-D6C9B32A701D}" presName="theInnerList" presStyleCnt="0"/>
      <dgm:spPr/>
    </dgm:pt>
    <dgm:pt modelId="{F87C0865-F947-4DD2-8973-C3227C7A6C60}" type="pres">
      <dgm:prSet presAssocID="{E38F2851-6704-4F9B-9A9A-49F0B8592FF4}" presName="childNode" presStyleLbl="node1" presStyleIdx="1" presStyleCnt="4">
        <dgm:presLayoutVars>
          <dgm:bulletEnabled val="1"/>
        </dgm:presLayoutVars>
      </dgm:prSet>
      <dgm:spPr/>
    </dgm:pt>
    <dgm:pt modelId="{2DDA6722-C9EE-4552-8A2F-BBB90E6D3595}" type="pres">
      <dgm:prSet presAssocID="{604422DC-B3DD-42EE-B13D-D6C9B32A701D}" presName="aSpace" presStyleCnt="0"/>
      <dgm:spPr/>
    </dgm:pt>
    <dgm:pt modelId="{A653BBE9-6A35-4F83-9A13-F590C4EC3FD4}" type="pres">
      <dgm:prSet presAssocID="{8A7A9827-C6C3-471E-87CB-A7B9F95D8EF2}" presName="compNode" presStyleCnt="0"/>
      <dgm:spPr/>
    </dgm:pt>
    <dgm:pt modelId="{A5A2BAD0-E3DB-4B3E-B689-98D4DD23F489}" type="pres">
      <dgm:prSet presAssocID="{8A7A9827-C6C3-471E-87CB-A7B9F95D8EF2}" presName="aNode" presStyleLbl="bgShp" presStyleIdx="2" presStyleCnt="5" custScaleX="131520"/>
      <dgm:spPr/>
    </dgm:pt>
    <dgm:pt modelId="{6AF4EE21-87D7-407A-ABD0-70E5ECE98C7B}" type="pres">
      <dgm:prSet presAssocID="{8A7A9827-C6C3-471E-87CB-A7B9F95D8EF2}" presName="textNode" presStyleLbl="bgShp" presStyleIdx="2" presStyleCnt="5"/>
      <dgm:spPr/>
    </dgm:pt>
    <dgm:pt modelId="{AD3FAC9E-2926-4496-BDE8-F2C60A7543EF}" type="pres">
      <dgm:prSet presAssocID="{8A7A9827-C6C3-471E-87CB-A7B9F95D8EF2}" presName="compChildNode" presStyleCnt="0"/>
      <dgm:spPr/>
    </dgm:pt>
    <dgm:pt modelId="{2AEF428A-9CE5-4C8B-A6DF-8F268A0335E4}" type="pres">
      <dgm:prSet presAssocID="{8A7A9827-C6C3-471E-87CB-A7B9F95D8EF2}" presName="theInnerList" presStyleCnt="0"/>
      <dgm:spPr/>
    </dgm:pt>
    <dgm:pt modelId="{6E7A7CBA-5E67-4B1D-9E69-D9052E5E82F7}" type="pres">
      <dgm:prSet presAssocID="{33EB3CC0-D925-4957-94BD-5773DE353B1A}" presName="childNode" presStyleLbl="node1" presStyleIdx="2" presStyleCnt="4" custScaleX="152706">
        <dgm:presLayoutVars>
          <dgm:bulletEnabled val="1"/>
        </dgm:presLayoutVars>
      </dgm:prSet>
      <dgm:spPr/>
    </dgm:pt>
    <dgm:pt modelId="{921F60BF-5764-4282-AE93-F20D50329153}" type="pres">
      <dgm:prSet presAssocID="{8A7A9827-C6C3-471E-87CB-A7B9F95D8EF2}" presName="aSpace" presStyleCnt="0"/>
      <dgm:spPr/>
    </dgm:pt>
    <dgm:pt modelId="{30329036-E2F0-42CF-8DAA-30FB4B2A57FF}" type="pres">
      <dgm:prSet presAssocID="{4EB482C8-23BC-47E7-A3FE-19982358B291}" presName="compNode" presStyleCnt="0"/>
      <dgm:spPr/>
    </dgm:pt>
    <dgm:pt modelId="{93A8AE2D-49AB-4113-8EB9-09C76EF37D60}" type="pres">
      <dgm:prSet presAssocID="{4EB482C8-23BC-47E7-A3FE-19982358B291}" presName="aNode" presStyleLbl="bgShp" presStyleIdx="3" presStyleCnt="5" custFlipHor="1" custScaleX="2455"/>
      <dgm:spPr/>
    </dgm:pt>
    <dgm:pt modelId="{1CDE35FF-D764-4DA2-A762-DBDBCAC78710}" type="pres">
      <dgm:prSet presAssocID="{4EB482C8-23BC-47E7-A3FE-19982358B291}" presName="textNode" presStyleLbl="bgShp" presStyleIdx="3" presStyleCnt="5"/>
      <dgm:spPr/>
    </dgm:pt>
    <dgm:pt modelId="{125D4E78-AFED-42A9-A56C-826B11B394F9}" type="pres">
      <dgm:prSet presAssocID="{4EB482C8-23BC-47E7-A3FE-19982358B291}" presName="compChildNode" presStyleCnt="0"/>
      <dgm:spPr/>
    </dgm:pt>
    <dgm:pt modelId="{EF447BBF-9F17-4700-A479-F8C7242E2FF7}" type="pres">
      <dgm:prSet presAssocID="{4EB482C8-23BC-47E7-A3FE-19982358B291}" presName="theInnerList" presStyleCnt="0"/>
      <dgm:spPr/>
    </dgm:pt>
    <dgm:pt modelId="{D005B372-ADDB-4068-85DD-42CFB4EA6B33}" type="pres">
      <dgm:prSet presAssocID="{4EB482C8-23BC-47E7-A3FE-19982358B291}" presName="aSpace" presStyleCnt="0"/>
      <dgm:spPr/>
    </dgm:pt>
    <dgm:pt modelId="{C7ACD90E-8A10-4266-B708-A2BCFBD7197C}" type="pres">
      <dgm:prSet presAssocID="{D810EBA6-5F74-4CCE-BFF8-1A2C692EACD9}" presName="compNode" presStyleCnt="0"/>
      <dgm:spPr/>
    </dgm:pt>
    <dgm:pt modelId="{25AE5EBC-CCE7-4AA8-ADE1-C61CFDD641AE}" type="pres">
      <dgm:prSet presAssocID="{D810EBA6-5F74-4CCE-BFF8-1A2C692EACD9}" presName="aNode" presStyleLbl="bgShp" presStyleIdx="4" presStyleCnt="5"/>
      <dgm:spPr/>
    </dgm:pt>
    <dgm:pt modelId="{03127F57-A636-41E0-BA4F-17A9344FCE86}" type="pres">
      <dgm:prSet presAssocID="{D810EBA6-5F74-4CCE-BFF8-1A2C692EACD9}" presName="textNode" presStyleLbl="bgShp" presStyleIdx="4" presStyleCnt="5"/>
      <dgm:spPr/>
    </dgm:pt>
    <dgm:pt modelId="{590F60F7-C417-42B0-8F10-B3871F3A3F02}" type="pres">
      <dgm:prSet presAssocID="{D810EBA6-5F74-4CCE-BFF8-1A2C692EACD9}" presName="compChildNode" presStyleCnt="0"/>
      <dgm:spPr/>
    </dgm:pt>
    <dgm:pt modelId="{883AEF99-7F57-4C1A-9A92-DCF1DCDCFF9C}" type="pres">
      <dgm:prSet presAssocID="{D810EBA6-5F74-4CCE-BFF8-1A2C692EACD9}" presName="theInnerList" presStyleCnt="0"/>
      <dgm:spPr/>
    </dgm:pt>
    <dgm:pt modelId="{B0AD4E98-B676-4CA3-B30F-DD867191F86D}" type="pres">
      <dgm:prSet presAssocID="{9A60B426-3913-4620-9B8D-0869D7AD6690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D3807902-C549-4007-A9A5-FC531566ED22}" type="presOf" srcId="{8A7A9827-C6C3-471E-87CB-A7B9F95D8EF2}" destId="{6AF4EE21-87D7-407A-ABD0-70E5ECE98C7B}" srcOrd="1" destOrd="0" presId="urn:microsoft.com/office/officeart/2005/8/layout/lProcess2"/>
    <dgm:cxn modelId="{58632C1A-6E92-42B0-A26E-A04A1A9A72F3}" type="presOf" srcId="{4EB482C8-23BC-47E7-A3FE-19982358B291}" destId="{1CDE35FF-D764-4DA2-A762-DBDBCAC78710}" srcOrd="1" destOrd="0" presId="urn:microsoft.com/office/officeart/2005/8/layout/lProcess2"/>
    <dgm:cxn modelId="{63D44B1A-AFC4-4C71-A0E4-4B35CDB42E12}" type="presOf" srcId="{037E13B7-BCB4-4E20-8046-7D51920299EF}" destId="{62218D40-CBAD-46BE-BECB-DBEFE9618BC5}" srcOrd="0" destOrd="0" presId="urn:microsoft.com/office/officeart/2005/8/layout/lProcess2"/>
    <dgm:cxn modelId="{7CAF9C1A-ABC4-4018-8C45-BE6EBAB5BD5C}" srcId="{8A7A9827-C6C3-471E-87CB-A7B9F95D8EF2}" destId="{33EB3CC0-D925-4957-94BD-5773DE353B1A}" srcOrd="0" destOrd="0" parTransId="{56C4F4CF-9E6F-4EEF-8F80-15DDB521B6B9}" sibTransId="{CBEC87EC-E936-4FAC-BEEE-5629F828EE48}"/>
    <dgm:cxn modelId="{1DE6161D-2F63-4489-8337-E5BFF950F4D5}" srcId="{643D8405-509A-45A0-AAF6-91C277A83CED}" destId="{037E13B7-BCB4-4E20-8046-7D51920299EF}" srcOrd="0" destOrd="0" parTransId="{DFB7711D-A77B-4743-A91A-9DC995AE5908}" sibTransId="{A2D9FB35-659C-4E29-A565-20D4CA8896C6}"/>
    <dgm:cxn modelId="{8DC6EE31-D820-4D3B-B3ED-E0AFD95BC56E}" srcId="{037E13B7-BCB4-4E20-8046-7D51920299EF}" destId="{50470BEF-066B-41CB-8D44-94014B9D1450}" srcOrd="0" destOrd="0" parTransId="{EA7F40BE-CBD3-42D0-B4C5-21EF0F6ED33C}" sibTransId="{EA0E7FCC-021B-4FC7-AEAE-C85A73638112}"/>
    <dgm:cxn modelId="{DF899B3F-798F-4413-BA16-8C30AAE09153}" type="presOf" srcId="{604422DC-B3DD-42EE-B13D-D6C9B32A701D}" destId="{597422D4-AB73-418F-8C0B-E46082326F86}" srcOrd="0" destOrd="0" presId="urn:microsoft.com/office/officeart/2005/8/layout/lProcess2"/>
    <dgm:cxn modelId="{E1000640-34FB-4715-95CC-D991E7A2735E}" srcId="{643D8405-509A-45A0-AAF6-91C277A83CED}" destId="{8A7A9827-C6C3-471E-87CB-A7B9F95D8EF2}" srcOrd="2" destOrd="0" parTransId="{BC27FB78-7301-48DF-8E93-2F69DB69408A}" sibTransId="{78CD81CF-C4F0-49A8-99D6-E2DA53A00652}"/>
    <dgm:cxn modelId="{F481435B-5B07-49E2-AB0B-032814CA1EA6}" type="presOf" srcId="{E38F2851-6704-4F9B-9A9A-49F0B8592FF4}" destId="{F87C0865-F947-4DD2-8973-C3227C7A6C60}" srcOrd="0" destOrd="0" presId="urn:microsoft.com/office/officeart/2005/8/layout/lProcess2"/>
    <dgm:cxn modelId="{B877645B-8419-4C35-AA65-D36FA6A1EFC8}" type="presOf" srcId="{4EB482C8-23BC-47E7-A3FE-19982358B291}" destId="{93A8AE2D-49AB-4113-8EB9-09C76EF37D60}" srcOrd="0" destOrd="0" presId="urn:microsoft.com/office/officeart/2005/8/layout/lProcess2"/>
    <dgm:cxn modelId="{CF2D9C69-D445-49E0-AE9D-DCEA5FD41570}" type="presOf" srcId="{643D8405-509A-45A0-AAF6-91C277A83CED}" destId="{014A3021-9CD4-4F07-A099-FDE629E1D3D8}" srcOrd="0" destOrd="0" presId="urn:microsoft.com/office/officeart/2005/8/layout/lProcess2"/>
    <dgm:cxn modelId="{2D22406C-F718-4AF5-8BF3-591EC9F4F83C}" srcId="{643D8405-509A-45A0-AAF6-91C277A83CED}" destId="{604422DC-B3DD-42EE-B13D-D6C9B32A701D}" srcOrd="1" destOrd="0" parTransId="{07D5E974-9D2C-4B11-ACE3-74970EDCE342}" sibTransId="{0B542C1C-E15F-4E7E-9C18-136BB8C1A7B9}"/>
    <dgm:cxn modelId="{AC10916D-6883-47DE-A4D3-FB2A5AB14254}" type="presOf" srcId="{D810EBA6-5F74-4CCE-BFF8-1A2C692EACD9}" destId="{25AE5EBC-CCE7-4AA8-ADE1-C61CFDD641AE}" srcOrd="0" destOrd="0" presId="urn:microsoft.com/office/officeart/2005/8/layout/lProcess2"/>
    <dgm:cxn modelId="{E0504D79-C803-4B5E-88B7-03F527418E99}" type="presOf" srcId="{9A60B426-3913-4620-9B8D-0869D7AD6690}" destId="{B0AD4E98-B676-4CA3-B30F-DD867191F86D}" srcOrd="0" destOrd="0" presId="urn:microsoft.com/office/officeart/2005/8/layout/lProcess2"/>
    <dgm:cxn modelId="{8FBC258B-ACDE-48B3-B3AA-16E6533C33A1}" type="presOf" srcId="{604422DC-B3DD-42EE-B13D-D6C9B32A701D}" destId="{6F499518-8A30-429C-B293-404F3B48727E}" srcOrd="1" destOrd="0" presId="urn:microsoft.com/office/officeart/2005/8/layout/lProcess2"/>
    <dgm:cxn modelId="{6A22A18D-D0F1-4099-B86D-A565BE4953B7}" srcId="{643D8405-509A-45A0-AAF6-91C277A83CED}" destId="{4EB482C8-23BC-47E7-A3FE-19982358B291}" srcOrd="3" destOrd="0" parTransId="{04E89B1E-5445-4173-BC97-2D44F5A57A11}" sibTransId="{25548DD2-8F55-4E7B-A191-08E96EC74042}"/>
    <dgm:cxn modelId="{E1100B90-22EF-4A3E-BBBE-5C0620742561}" srcId="{604422DC-B3DD-42EE-B13D-D6C9B32A701D}" destId="{E38F2851-6704-4F9B-9A9A-49F0B8592FF4}" srcOrd="0" destOrd="0" parTransId="{83B8972B-E3E7-49F2-801E-826C65EF9EF2}" sibTransId="{63D24636-54E1-47FA-A49A-F1161B769D4E}"/>
    <dgm:cxn modelId="{21A4A69A-F3F2-46FB-8112-6FF0CFA53E49}" type="presOf" srcId="{8A7A9827-C6C3-471E-87CB-A7B9F95D8EF2}" destId="{A5A2BAD0-E3DB-4B3E-B689-98D4DD23F489}" srcOrd="0" destOrd="0" presId="urn:microsoft.com/office/officeart/2005/8/layout/lProcess2"/>
    <dgm:cxn modelId="{063668A9-165D-49D0-8530-CA3972C01A0B}" srcId="{643D8405-509A-45A0-AAF6-91C277A83CED}" destId="{D810EBA6-5F74-4CCE-BFF8-1A2C692EACD9}" srcOrd="4" destOrd="0" parTransId="{38E531B3-BBC0-4BB5-A6FC-455B2BB4C2FB}" sibTransId="{A927AB90-3BE5-4F39-B6FC-2340B7574988}"/>
    <dgm:cxn modelId="{BB04ACC7-AB90-4C3D-8B99-826EC5F6BD82}" type="presOf" srcId="{33EB3CC0-D925-4957-94BD-5773DE353B1A}" destId="{6E7A7CBA-5E67-4B1D-9E69-D9052E5E82F7}" srcOrd="0" destOrd="0" presId="urn:microsoft.com/office/officeart/2005/8/layout/lProcess2"/>
    <dgm:cxn modelId="{79E943D7-0E1B-4C17-A57C-8ED9D906C186}" type="presOf" srcId="{D810EBA6-5F74-4CCE-BFF8-1A2C692EACD9}" destId="{03127F57-A636-41E0-BA4F-17A9344FCE86}" srcOrd="1" destOrd="0" presId="urn:microsoft.com/office/officeart/2005/8/layout/lProcess2"/>
    <dgm:cxn modelId="{F6893BDA-E954-4E58-B8F2-6BC657EA9D1D}" type="presOf" srcId="{50470BEF-066B-41CB-8D44-94014B9D1450}" destId="{A2B17261-A0A8-4B53-B22C-B39A19BC85CE}" srcOrd="0" destOrd="0" presId="urn:microsoft.com/office/officeart/2005/8/layout/lProcess2"/>
    <dgm:cxn modelId="{2F2E5EDE-1C9E-4374-97D0-0814836C5681}" type="presOf" srcId="{037E13B7-BCB4-4E20-8046-7D51920299EF}" destId="{68B4C046-4BC7-4955-822B-ADCB7CE24E8E}" srcOrd="1" destOrd="0" presId="urn:microsoft.com/office/officeart/2005/8/layout/lProcess2"/>
    <dgm:cxn modelId="{DF128FE2-01D0-4472-84FC-9A0036A25E26}" srcId="{D810EBA6-5F74-4CCE-BFF8-1A2C692EACD9}" destId="{9A60B426-3913-4620-9B8D-0869D7AD6690}" srcOrd="0" destOrd="0" parTransId="{65E1F344-0B8E-4B10-854A-AE0DF40A4C0D}" sibTransId="{692AB27E-FF1B-47E3-A2AD-2C7B2323B8A2}"/>
    <dgm:cxn modelId="{C77881FF-99FE-4F5A-8579-F71FA253EB9F}" type="presParOf" srcId="{014A3021-9CD4-4F07-A099-FDE629E1D3D8}" destId="{5C7FDF80-CE19-4E6E-AED0-7D426609CF4C}" srcOrd="0" destOrd="0" presId="urn:microsoft.com/office/officeart/2005/8/layout/lProcess2"/>
    <dgm:cxn modelId="{F7EFD4D4-A569-4D4E-BAC3-D4AED81A2790}" type="presParOf" srcId="{5C7FDF80-CE19-4E6E-AED0-7D426609CF4C}" destId="{62218D40-CBAD-46BE-BECB-DBEFE9618BC5}" srcOrd="0" destOrd="0" presId="urn:microsoft.com/office/officeart/2005/8/layout/lProcess2"/>
    <dgm:cxn modelId="{860F8FA6-8260-44D7-89C5-CF189C7851AA}" type="presParOf" srcId="{5C7FDF80-CE19-4E6E-AED0-7D426609CF4C}" destId="{68B4C046-4BC7-4955-822B-ADCB7CE24E8E}" srcOrd="1" destOrd="0" presId="urn:microsoft.com/office/officeart/2005/8/layout/lProcess2"/>
    <dgm:cxn modelId="{7FCE50F7-C970-45BB-B625-8CC80472A663}" type="presParOf" srcId="{5C7FDF80-CE19-4E6E-AED0-7D426609CF4C}" destId="{29F8CFF1-3CED-484A-8177-0BCF8D915139}" srcOrd="2" destOrd="0" presId="urn:microsoft.com/office/officeart/2005/8/layout/lProcess2"/>
    <dgm:cxn modelId="{9DDF5116-0C71-4650-BB89-3DABFA1924E3}" type="presParOf" srcId="{29F8CFF1-3CED-484A-8177-0BCF8D915139}" destId="{5BB95FC0-E4E8-41D2-81E7-B3BC0B681A21}" srcOrd="0" destOrd="0" presId="urn:microsoft.com/office/officeart/2005/8/layout/lProcess2"/>
    <dgm:cxn modelId="{07163B74-4E61-4F5A-98C2-971837FA4B49}" type="presParOf" srcId="{5BB95FC0-E4E8-41D2-81E7-B3BC0B681A21}" destId="{A2B17261-A0A8-4B53-B22C-B39A19BC85CE}" srcOrd="0" destOrd="0" presId="urn:microsoft.com/office/officeart/2005/8/layout/lProcess2"/>
    <dgm:cxn modelId="{1E0EA403-1422-4DD0-8F01-512848B6F0A2}" type="presParOf" srcId="{014A3021-9CD4-4F07-A099-FDE629E1D3D8}" destId="{4E9720B4-8ED8-472A-B5FC-9E8877F1F4DE}" srcOrd="1" destOrd="0" presId="urn:microsoft.com/office/officeart/2005/8/layout/lProcess2"/>
    <dgm:cxn modelId="{3AF0D419-804B-4525-8FE0-255E8135E788}" type="presParOf" srcId="{014A3021-9CD4-4F07-A099-FDE629E1D3D8}" destId="{8D9E6B98-FB9E-4BA4-A413-7AAEFCAFB662}" srcOrd="2" destOrd="0" presId="urn:microsoft.com/office/officeart/2005/8/layout/lProcess2"/>
    <dgm:cxn modelId="{C0D927D2-5423-4B83-A6AE-5DCEBA7541D0}" type="presParOf" srcId="{8D9E6B98-FB9E-4BA4-A413-7AAEFCAFB662}" destId="{597422D4-AB73-418F-8C0B-E46082326F86}" srcOrd="0" destOrd="0" presId="urn:microsoft.com/office/officeart/2005/8/layout/lProcess2"/>
    <dgm:cxn modelId="{63E03C9F-41A6-4D74-9FFB-10A4BECA89A9}" type="presParOf" srcId="{8D9E6B98-FB9E-4BA4-A413-7AAEFCAFB662}" destId="{6F499518-8A30-429C-B293-404F3B48727E}" srcOrd="1" destOrd="0" presId="urn:microsoft.com/office/officeart/2005/8/layout/lProcess2"/>
    <dgm:cxn modelId="{266BFC34-F3D8-4C46-AB7D-E04A86E8508E}" type="presParOf" srcId="{8D9E6B98-FB9E-4BA4-A413-7AAEFCAFB662}" destId="{D1175C7B-6EC2-4842-AAA7-5FA3BE83C160}" srcOrd="2" destOrd="0" presId="urn:microsoft.com/office/officeart/2005/8/layout/lProcess2"/>
    <dgm:cxn modelId="{DCB3BE3E-5E6D-4FC9-BD3F-C2447B3ED949}" type="presParOf" srcId="{D1175C7B-6EC2-4842-AAA7-5FA3BE83C160}" destId="{F2B28861-5AD5-4FD7-8C4B-2EFD3A750A07}" srcOrd="0" destOrd="0" presId="urn:microsoft.com/office/officeart/2005/8/layout/lProcess2"/>
    <dgm:cxn modelId="{0E8FA21D-024B-4978-8CFB-A5E20E646BC7}" type="presParOf" srcId="{F2B28861-5AD5-4FD7-8C4B-2EFD3A750A07}" destId="{F87C0865-F947-4DD2-8973-C3227C7A6C60}" srcOrd="0" destOrd="0" presId="urn:microsoft.com/office/officeart/2005/8/layout/lProcess2"/>
    <dgm:cxn modelId="{FADD5584-9985-4D59-84BD-AF0696557770}" type="presParOf" srcId="{014A3021-9CD4-4F07-A099-FDE629E1D3D8}" destId="{2DDA6722-C9EE-4552-8A2F-BBB90E6D3595}" srcOrd="3" destOrd="0" presId="urn:microsoft.com/office/officeart/2005/8/layout/lProcess2"/>
    <dgm:cxn modelId="{1D77F8FB-526F-4FF4-9FB6-DAA9C30D1D3B}" type="presParOf" srcId="{014A3021-9CD4-4F07-A099-FDE629E1D3D8}" destId="{A653BBE9-6A35-4F83-9A13-F590C4EC3FD4}" srcOrd="4" destOrd="0" presId="urn:microsoft.com/office/officeart/2005/8/layout/lProcess2"/>
    <dgm:cxn modelId="{3DE7B36D-A294-4D03-8DCA-F526044EA3F7}" type="presParOf" srcId="{A653BBE9-6A35-4F83-9A13-F590C4EC3FD4}" destId="{A5A2BAD0-E3DB-4B3E-B689-98D4DD23F489}" srcOrd="0" destOrd="0" presId="urn:microsoft.com/office/officeart/2005/8/layout/lProcess2"/>
    <dgm:cxn modelId="{04F0AF4B-B0C3-4187-B2B1-A70239A4C4BE}" type="presParOf" srcId="{A653BBE9-6A35-4F83-9A13-F590C4EC3FD4}" destId="{6AF4EE21-87D7-407A-ABD0-70E5ECE98C7B}" srcOrd="1" destOrd="0" presId="urn:microsoft.com/office/officeart/2005/8/layout/lProcess2"/>
    <dgm:cxn modelId="{963104D9-7420-462A-B69E-F1E939B0813F}" type="presParOf" srcId="{A653BBE9-6A35-4F83-9A13-F590C4EC3FD4}" destId="{AD3FAC9E-2926-4496-BDE8-F2C60A7543EF}" srcOrd="2" destOrd="0" presId="urn:microsoft.com/office/officeart/2005/8/layout/lProcess2"/>
    <dgm:cxn modelId="{A27BD7CA-2429-4FBF-880F-3C4AF5DFEE20}" type="presParOf" srcId="{AD3FAC9E-2926-4496-BDE8-F2C60A7543EF}" destId="{2AEF428A-9CE5-4C8B-A6DF-8F268A0335E4}" srcOrd="0" destOrd="0" presId="urn:microsoft.com/office/officeart/2005/8/layout/lProcess2"/>
    <dgm:cxn modelId="{7C296091-21E0-48EB-9B08-721FBFF90E95}" type="presParOf" srcId="{2AEF428A-9CE5-4C8B-A6DF-8F268A0335E4}" destId="{6E7A7CBA-5E67-4B1D-9E69-D9052E5E82F7}" srcOrd="0" destOrd="0" presId="urn:microsoft.com/office/officeart/2005/8/layout/lProcess2"/>
    <dgm:cxn modelId="{3A9A4FD0-28A0-4B80-960C-CF909B74F64A}" type="presParOf" srcId="{014A3021-9CD4-4F07-A099-FDE629E1D3D8}" destId="{921F60BF-5764-4282-AE93-F20D50329153}" srcOrd="5" destOrd="0" presId="urn:microsoft.com/office/officeart/2005/8/layout/lProcess2"/>
    <dgm:cxn modelId="{00DA5C53-9295-42FA-B4FF-846B3374202F}" type="presParOf" srcId="{014A3021-9CD4-4F07-A099-FDE629E1D3D8}" destId="{30329036-E2F0-42CF-8DAA-30FB4B2A57FF}" srcOrd="6" destOrd="0" presId="urn:microsoft.com/office/officeart/2005/8/layout/lProcess2"/>
    <dgm:cxn modelId="{6632C7AC-692E-4A7F-B871-AACE4A87721C}" type="presParOf" srcId="{30329036-E2F0-42CF-8DAA-30FB4B2A57FF}" destId="{93A8AE2D-49AB-4113-8EB9-09C76EF37D60}" srcOrd="0" destOrd="0" presId="urn:microsoft.com/office/officeart/2005/8/layout/lProcess2"/>
    <dgm:cxn modelId="{BE06BCBF-8CDC-4131-A896-63A8D4589AE8}" type="presParOf" srcId="{30329036-E2F0-42CF-8DAA-30FB4B2A57FF}" destId="{1CDE35FF-D764-4DA2-A762-DBDBCAC78710}" srcOrd="1" destOrd="0" presId="urn:microsoft.com/office/officeart/2005/8/layout/lProcess2"/>
    <dgm:cxn modelId="{2BB41E94-780E-408E-BDB2-7B5A79068C61}" type="presParOf" srcId="{30329036-E2F0-42CF-8DAA-30FB4B2A57FF}" destId="{125D4E78-AFED-42A9-A56C-826B11B394F9}" srcOrd="2" destOrd="0" presId="urn:microsoft.com/office/officeart/2005/8/layout/lProcess2"/>
    <dgm:cxn modelId="{E14F9C78-5C88-4DBE-98CD-755F8DB090D5}" type="presParOf" srcId="{125D4E78-AFED-42A9-A56C-826B11B394F9}" destId="{EF447BBF-9F17-4700-A479-F8C7242E2FF7}" srcOrd="0" destOrd="0" presId="urn:microsoft.com/office/officeart/2005/8/layout/lProcess2"/>
    <dgm:cxn modelId="{19B0E95D-E816-475A-BFA5-63CD64A28F4B}" type="presParOf" srcId="{014A3021-9CD4-4F07-A099-FDE629E1D3D8}" destId="{D005B372-ADDB-4068-85DD-42CFB4EA6B33}" srcOrd="7" destOrd="0" presId="urn:microsoft.com/office/officeart/2005/8/layout/lProcess2"/>
    <dgm:cxn modelId="{A04BF63C-714B-4874-A2B7-6A211D608CF0}" type="presParOf" srcId="{014A3021-9CD4-4F07-A099-FDE629E1D3D8}" destId="{C7ACD90E-8A10-4266-B708-A2BCFBD7197C}" srcOrd="8" destOrd="0" presId="urn:microsoft.com/office/officeart/2005/8/layout/lProcess2"/>
    <dgm:cxn modelId="{C637B272-151A-46F7-B678-0A80957DEED8}" type="presParOf" srcId="{C7ACD90E-8A10-4266-B708-A2BCFBD7197C}" destId="{25AE5EBC-CCE7-4AA8-ADE1-C61CFDD641AE}" srcOrd="0" destOrd="0" presId="urn:microsoft.com/office/officeart/2005/8/layout/lProcess2"/>
    <dgm:cxn modelId="{5AFF5C27-7CD5-403B-9654-40BCEADC91D2}" type="presParOf" srcId="{C7ACD90E-8A10-4266-B708-A2BCFBD7197C}" destId="{03127F57-A636-41E0-BA4F-17A9344FCE86}" srcOrd="1" destOrd="0" presId="urn:microsoft.com/office/officeart/2005/8/layout/lProcess2"/>
    <dgm:cxn modelId="{40F39E22-0AD3-411F-8C2C-D5ED554CFABF}" type="presParOf" srcId="{C7ACD90E-8A10-4266-B708-A2BCFBD7197C}" destId="{590F60F7-C417-42B0-8F10-B3871F3A3F02}" srcOrd="2" destOrd="0" presId="urn:microsoft.com/office/officeart/2005/8/layout/lProcess2"/>
    <dgm:cxn modelId="{18DB6382-5216-4711-9486-AC3FF8EAA2D6}" type="presParOf" srcId="{590F60F7-C417-42B0-8F10-B3871F3A3F02}" destId="{883AEF99-7F57-4C1A-9A92-DCF1DCDCFF9C}" srcOrd="0" destOrd="0" presId="urn:microsoft.com/office/officeart/2005/8/layout/lProcess2"/>
    <dgm:cxn modelId="{1DB77DB9-6E5F-443F-BAE1-1A6B5D0CA849}" type="presParOf" srcId="{883AEF99-7F57-4C1A-9A92-DCF1DCDCFF9C}" destId="{B0AD4E98-B676-4CA3-B30F-DD867191F86D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764606D-EFF1-4F9B-84F3-FEB66F2C04E6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20DA1774-2F10-431F-B4D1-B14E6B555DEA}">
      <dgm:prSet phldrT="[Texto]" custT="1"/>
      <dgm:spPr/>
      <dgm:t>
        <a:bodyPr/>
        <a:lstStyle/>
        <a:p>
          <a:r>
            <a:rPr lang="es-ES_tradnl" sz="1600" b="1" dirty="0"/>
            <a:t>IRPF</a:t>
          </a:r>
          <a:endParaRPr lang="es-ES" sz="1600" b="1" dirty="0"/>
        </a:p>
      </dgm:t>
    </dgm:pt>
    <dgm:pt modelId="{DE2424A6-93DA-463A-BB34-2DD13E2EDD3A}" type="parTrans" cxnId="{D77A7430-DE24-4390-823C-A2ECAE94B3F6}">
      <dgm:prSet/>
      <dgm:spPr/>
      <dgm:t>
        <a:bodyPr/>
        <a:lstStyle/>
        <a:p>
          <a:endParaRPr lang="es-ES" sz="1600"/>
        </a:p>
      </dgm:t>
    </dgm:pt>
    <dgm:pt modelId="{76449FB5-EE42-442D-ADF0-D728F412228F}" type="sibTrans" cxnId="{D77A7430-DE24-4390-823C-A2ECAE94B3F6}">
      <dgm:prSet/>
      <dgm:spPr/>
      <dgm:t>
        <a:bodyPr/>
        <a:lstStyle/>
        <a:p>
          <a:endParaRPr lang="es-ES" sz="1600"/>
        </a:p>
      </dgm:t>
    </dgm:pt>
    <dgm:pt modelId="{52AB2401-5F6F-42C1-BFCC-54A4DC714AFC}">
      <dgm:prSet phldrT="[Texto]" custT="1"/>
      <dgm:spPr/>
      <dgm:t>
        <a:bodyPr/>
        <a:lstStyle/>
        <a:p>
          <a:r>
            <a:rPr lang="es-ES_tradnl" sz="1600" dirty="0"/>
            <a:t>Impuesto directo que se aplica sobre la renta de las personas físicas, sean trabajadores por cuenta ajena o sean trabajadores por cuenta propia o autónomos</a:t>
          </a:r>
          <a:endParaRPr lang="es-ES" sz="1600" dirty="0"/>
        </a:p>
      </dgm:t>
    </dgm:pt>
    <dgm:pt modelId="{730EE574-F3C4-4EF5-9EF2-74440E22DCEE}" type="parTrans" cxnId="{CE2E2A1E-853F-42FD-9F8D-44B84295CBAB}">
      <dgm:prSet/>
      <dgm:spPr/>
      <dgm:t>
        <a:bodyPr/>
        <a:lstStyle/>
        <a:p>
          <a:endParaRPr lang="es-ES" sz="1600"/>
        </a:p>
      </dgm:t>
    </dgm:pt>
    <dgm:pt modelId="{2731C732-76C9-45B3-9723-78C19835D549}" type="sibTrans" cxnId="{CE2E2A1E-853F-42FD-9F8D-44B84295CBAB}">
      <dgm:prSet/>
      <dgm:spPr/>
      <dgm:t>
        <a:bodyPr/>
        <a:lstStyle/>
        <a:p>
          <a:endParaRPr lang="es-ES" sz="1600"/>
        </a:p>
      </dgm:t>
    </dgm:pt>
    <dgm:pt modelId="{1EA95D0F-8676-4DF6-806F-32C21D3A1D3D}">
      <dgm:prSet phldrT="[Texto]" custT="1"/>
      <dgm:spPr/>
      <dgm:t>
        <a:bodyPr/>
        <a:lstStyle/>
        <a:p>
          <a:r>
            <a:rPr lang="es-ES_tradnl" sz="1600" dirty="0"/>
            <a:t>Dentro de las rentas que hay que sumar en el IRPF se encuentran diversos tipos de rentas:</a:t>
          </a:r>
          <a:endParaRPr lang="es-ES" sz="1600" dirty="0"/>
        </a:p>
      </dgm:t>
    </dgm:pt>
    <dgm:pt modelId="{068268C0-BB26-4074-87E8-ED9232DDBE21}" type="parTrans" cxnId="{EC6DFE24-3314-4068-963C-D4578FC5A805}">
      <dgm:prSet/>
      <dgm:spPr/>
      <dgm:t>
        <a:bodyPr/>
        <a:lstStyle/>
        <a:p>
          <a:endParaRPr lang="es-ES"/>
        </a:p>
      </dgm:t>
    </dgm:pt>
    <dgm:pt modelId="{19387EE5-FF69-443F-94D1-6D6D5F1AC32C}" type="sibTrans" cxnId="{EC6DFE24-3314-4068-963C-D4578FC5A805}">
      <dgm:prSet/>
      <dgm:spPr/>
      <dgm:t>
        <a:bodyPr/>
        <a:lstStyle/>
        <a:p>
          <a:endParaRPr lang="es-ES"/>
        </a:p>
      </dgm:t>
    </dgm:pt>
    <dgm:pt modelId="{2707305B-D0B7-4FD4-8698-BE2468ECAA58}">
      <dgm:prSet phldrT="[Texto]" custT="1"/>
      <dgm:spPr/>
      <dgm:t>
        <a:bodyPr/>
        <a:lstStyle/>
        <a:p>
          <a:r>
            <a:rPr lang="es-ES_tradnl" sz="1600" dirty="0"/>
            <a:t>Ingresos nómina, intereses que se han ganado,  ganancias por venta de una casa, alquiler, rendimientos por desarrollar actividades como empresario…</a:t>
          </a:r>
          <a:endParaRPr lang="es-ES" sz="1600" dirty="0"/>
        </a:p>
      </dgm:t>
    </dgm:pt>
    <dgm:pt modelId="{DF5324B9-F737-4E27-B3F9-F456FE48F092}" type="parTrans" cxnId="{E9E638EC-9EA9-46D5-866F-939022E74E05}">
      <dgm:prSet/>
      <dgm:spPr/>
      <dgm:t>
        <a:bodyPr/>
        <a:lstStyle/>
        <a:p>
          <a:endParaRPr lang="es-ES"/>
        </a:p>
      </dgm:t>
    </dgm:pt>
    <dgm:pt modelId="{22A3B001-3A21-44B2-B20E-C68BB1D55A57}" type="sibTrans" cxnId="{E9E638EC-9EA9-46D5-866F-939022E74E05}">
      <dgm:prSet/>
      <dgm:spPr/>
      <dgm:t>
        <a:bodyPr/>
        <a:lstStyle/>
        <a:p>
          <a:endParaRPr lang="es-ES"/>
        </a:p>
      </dgm:t>
    </dgm:pt>
    <dgm:pt modelId="{62376258-4861-4522-8A4A-E0E6926503C1}" type="pres">
      <dgm:prSet presAssocID="{D764606D-EFF1-4F9B-84F3-FEB66F2C04E6}" presName="Name0" presStyleCnt="0">
        <dgm:presLayoutVars>
          <dgm:dir/>
          <dgm:animLvl val="lvl"/>
          <dgm:resizeHandles/>
        </dgm:presLayoutVars>
      </dgm:prSet>
      <dgm:spPr/>
    </dgm:pt>
    <dgm:pt modelId="{FCBE8121-FE7D-4624-A9A6-DE53AD21F7C8}" type="pres">
      <dgm:prSet presAssocID="{20DA1774-2F10-431F-B4D1-B14E6B555DEA}" presName="linNode" presStyleCnt="0"/>
      <dgm:spPr/>
    </dgm:pt>
    <dgm:pt modelId="{88AB60C0-10F5-4527-809B-607DCDDAE206}" type="pres">
      <dgm:prSet presAssocID="{20DA1774-2F10-431F-B4D1-B14E6B555DEA}" presName="parentShp" presStyleLbl="node1" presStyleIdx="0" presStyleCnt="1" custScaleX="47081" custScaleY="62100">
        <dgm:presLayoutVars>
          <dgm:bulletEnabled val="1"/>
        </dgm:presLayoutVars>
      </dgm:prSet>
      <dgm:spPr/>
    </dgm:pt>
    <dgm:pt modelId="{8100E588-D3FA-47D6-8621-29A5E8C7A1A9}" type="pres">
      <dgm:prSet presAssocID="{20DA1774-2F10-431F-B4D1-B14E6B555DEA}" presName="childShp" presStyleLbl="bgAccFollowNode1" presStyleIdx="0" presStyleCnt="1" custScaleX="146125" custScaleY="100294">
        <dgm:presLayoutVars>
          <dgm:bulletEnabled val="1"/>
        </dgm:presLayoutVars>
      </dgm:prSet>
      <dgm:spPr/>
    </dgm:pt>
  </dgm:ptLst>
  <dgm:cxnLst>
    <dgm:cxn modelId="{0717C31D-88D7-420B-8C1F-B341197E076B}" type="presOf" srcId="{D764606D-EFF1-4F9B-84F3-FEB66F2C04E6}" destId="{62376258-4861-4522-8A4A-E0E6926503C1}" srcOrd="0" destOrd="0" presId="urn:microsoft.com/office/officeart/2005/8/layout/vList6"/>
    <dgm:cxn modelId="{CE2E2A1E-853F-42FD-9F8D-44B84295CBAB}" srcId="{20DA1774-2F10-431F-B4D1-B14E6B555DEA}" destId="{52AB2401-5F6F-42C1-BFCC-54A4DC714AFC}" srcOrd="0" destOrd="0" parTransId="{730EE574-F3C4-4EF5-9EF2-74440E22DCEE}" sibTransId="{2731C732-76C9-45B3-9723-78C19835D549}"/>
    <dgm:cxn modelId="{EC6DFE24-3314-4068-963C-D4578FC5A805}" srcId="{20DA1774-2F10-431F-B4D1-B14E6B555DEA}" destId="{1EA95D0F-8676-4DF6-806F-32C21D3A1D3D}" srcOrd="1" destOrd="0" parTransId="{068268C0-BB26-4074-87E8-ED9232DDBE21}" sibTransId="{19387EE5-FF69-443F-94D1-6D6D5F1AC32C}"/>
    <dgm:cxn modelId="{81D2CA2F-5F5F-47BC-935F-158E941D41AB}" type="presOf" srcId="{1EA95D0F-8676-4DF6-806F-32C21D3A1D3D}" destId="{8100E588-D3FA-47D6-8621-29A5E8C7A1A9}" srcOrd="0" destOrd="1" presId="urn:microsoft.com/office/officeart/2005/8/layout/vList6"/>
    <dgm:cxn modelId="{D77A7430-DE24-4390-823C-A2ECAE94B3F6}" srcId="{D764606D-EFF1-4F9B-84F3-FEB66F2C04E6}" destId="{20DA1774-2F10-431F-B4D1-B14E6B555DEA}" srcOrd="0" destOrd="0" parTransId="{DE2424A6-93DA-463A-BB34-2DD13E2EDD3A}" sibTransId="{76449FB5-EE42-442D-ADF0-D728F412228F}"/>
    <dgm:cxn modelId="{E8AB4260-F6AE-45AE-A715-1BF91B30B9E8}" type="presOf" srcId="{20DA1774-2F10-431F-B4D1-B14E6B555DEA}" destId="{88AB60C0-10F5-4527-809B-607DCDDAE206}" srcOrd="0" destOrd="0" presId="urn:microsoft.com/office/officeart/2005/8/layout/vList6"/>
    <dgm:cxn modelId="{469722BF-9744-4239-94B1-22EE1627927B}" type="presOf" srcId="{2707305B-D0B7-4FD4-8698-BE2468ECAA58}" destId="{8100E588-D3FA-47D6-8621-29A5E8C7A1A9}" srcOrd="0" destOrd="2" presId="urn:microsoft.com/office/officeart/2005/8/layout/vList6"/>
    <dgm:cxn modelId="{410179C8-67E1-4A00-8E59-4D8DD5835CAF}" type="presOf" srcId="{52AB2401-5F6F-42C1-BFCC-54A4DC714AFC}" destId="{8100E588-D3FA-47D6-8621-29A5E8C7A1A9}" srcOrd="0" destOrd="0" presId="urn:microsoft.com/office/officeart/2005/8/layout/vList6"/>
    <dgm:cxn modelId="{E9E638EC-9EA9-46D5-866F-939022E74E05}" srcId="{20DA1774-2F10-431F-B4D1-B14E6B555DEA}" destId="{2707305B-D0B7-4FD4-8698-BE2468ECAA58}" srcOrd="2" destOrd="0" parTransId="{DF5324B9-F737-4E27-B3F9-F456FE48F092}" sibTransId="{22A3B001-3A21-44B2-B20E-C68BB1D55A57}"/>
    <dgm:cxn modelId="{74C9C838-CEF2-45F2-940F-00C9040DDD84}" type="presParOf" srcId="{62376258-4861-4522-8A4A-E0E6926503C1}" destId="{FCBE8121-FE7D-4624-A9A6-DE53AD21F7C8}" srcOrd="0" destOrd="0" presId="urn:microsoft.com/office/officeart/2005/8/layout/vList6"/>
    <dgm:cxn modelId="{17AA7BBD-015B-4ACE-8D1E-43B88245CC34}" type="presParOf" srcId="{FCBE8121-FE7D-4624-A9A6-DE53AD21F7C8}" destId="{88AB60C0-10F5-4527-809B-607DCDDAE206}" srcOrd="0" destOrd="0" presId="urn:microsoft.com/office/officeart/2005/8/layout/vList6"/>
    <dgm:cxn modelId="{8765E15D-AA6A-43FA-A340-EF99D5305980}" type="presParOf" srcId="{FCBE8121-FE7D-4624-A9A6-DE53AD21F7C8}" destId="{8100E588-D3FA-47D6-8621-29A5E8C7A1A9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764606D-EFF1-4F9B-84F3-FEB66F2C04E6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20DA1774-2F10-431F-B4D1-B14E6B555DEA}">
      <dgm:prSet phldrT="[Texto]" custT="1"/>
      <dgm:spPr/>
      <dgm:t>
        <a:bodyPr/>
        <a:lstStyle/>
        <a:p>
          <a:r>
            <a:rPr lang="es-ES_tradnl" sz="1800" b="1" dirty="0"/>
            <a:t>Factura</a:t>
          </a:r>
          <a:endParaRPr lang="es-ES" sz="1800" b="1" dirty="0"/>
        </a:p>
      </dgm:t>
    </dgm:pt>
    <dgm:pt modelId="{DE2424A6-93DA-463A-BB34-2DD13E2EDD3A}" type="parTrans" cxnId="{D77A7430-DE24-4390-823C-A2ECAE94B3F6}">
      <dgm:prSet/>
      <dgm:spPr/>
      <dgm:t>
        <a:bodyPr/>
        <a:lstStyle/>
        <a:p>
          <a:endParaRPr lang="es-ES" sz="1800"/>
        </a:p>
      </dgm:t>
    </dgm:pt>
    <dgm:pt modelId="{76449FB5-EE42-442D-ADF0-D728F412228F}" type="sibTrans" cxnId="{D77A7430-DE24-4390-823C-A2ECAE94B3F6}">
      <dgm:prSet/>
      <dgm:spPr/>
      <dgm:t>
        <a:bodyPr/>
        <a:lstStyle/>
        <a:p>
          <a:endParaRPr lang="es-ES" sz="1800"/>
        </a:p>
      </dgm:t>
    </dgm:pt>
    <dgm:pt modelId="{52AB2401-5F6F-42C1-BFCC-54A4DC714AFC}">
      <dgm:prSet phldrT="[Texto]" custT="1"/>
      <dgm:spPr/>
      <dgm:t>
        <a:bodyPr/>
        <a:lstStyle/>
        <a:p>
          <a:r>
            <a:rPr lang="es-ES_tradnl" sz="1800" dirty="0"/>
            <a:t>Documento que acredita legalmente una compraventa de bienes o servicios, así como sirve de justificante de cara a Hacienda</a:t>
          </a:r>
          <a:endParaRPr lang="es-ES" sz="1800" dirty="0"/>
        </a:p>
      </dgm:t>
    </dgm:pt>
    <dgm:pt modelId="{730EE574-F3C4-4EF5-9EF2-74440E22DCEE}" type="parTrans" cxnId="{CE2E2A1E-853F-42FD-9F8D-44B84295CBAB}">
      <dgm:prSet/>
      <dgm:spPr/>
      <dgm:t>
        <a:bodyPr/>
        <a:lstStyle/>
        <a:p>
          <a:endParaRPr lang="es-ES" sz="1800"/>
        </a:p>
      </dgm:t>
    </dgm:pt>
    <dgm:pt modelId="{2731C732-76C9-45B3-9723-78C19835D549}" type="sibTrans" cxnId="{CE2E2A1E-853F-42FD-9F8D-44B84295CBAB}">
      <dgm:prSet/>
      <dgm:spPr/>
      <dgm:t>
        <a:bodyPr/>
        <a:lstStyle/>
        <a:p>
          <a:endParaRPr lang="es-ES" sz="1800"/>
        </a:p>
      </dgm:t>
    </dgm:pt>
    <dgm:pt modelId="{82240D0A-B664-46F2-B6ED-C9F88CDBF5CC}">
      <dgm:prSet phldrT="[Texto]" custT="1"/>
      <dgm:spPr/>
      <dgm:t>
        <a:bodyPr/>
        <a:lstStyle/>
        <a:p>
          <a:endParaRPr lang="es-ES" sz="1800" dirty="0"/>
        </a:p>
      </dgm:t>
    </dgm:pt>
    <dgm:pt modelId="{72E0B160-6A26-4C99-9FD5-9715B5392200}" type="parTrans" cxnId="{F2F9761A-899F-41BA-990C-EBB6229D203C}">
      <dgm:prSet/>
      <dgm:spPr/>
      <dgm:t>
        <a:bodyPr/>
        <a:lstStyle/>
        <a:p>
          <a:endParaRPr lang="es-ES"/>
        </a:p>
      </dgm:t>
    </dgm:pt>
    <dgm:pt modelId="{297E19E2-A33C-4141-B718-B9A927D1EB9E}" type="sibTrans" cxnId="{F2F9761A-899F-41BA-990C-EBB6229D203C}">
      <dgm:prSet/>
      <dgm:spPr/>
      <dgm:t>
        <a:bodyPr/>
        <a:lstStyle/>
        <a:p>
          <a:endParaRPr lang="es-ES"/>
        </a:p>
      </dgm:t>
    </dgm:pt>
    <dgm:pt modelId="{737FF969-C145-4784-AAB4-B692D1372830}">
      <dgm:prSet phldrT="[Texto]" custT="1"/>
      <dgm:spPr/>
      <dgm:t>
        <a:bodyPr/>
        <a:lstStyle/>
        <a:p>
          <a:r>
            <a:rPr lang="es-ES_tradnl" sz="1800" dirty="0"/>
            <a:t>Obligación de expedir la factura y entregarla al cliente.</a:t>
          </a:r>
          <a:endParaRPr lang="es-ES" sz="1800" dirty="0"/>
        </a:p>
      </dgm:t>
    </dgm:pt>
    <dgm:pt modelId="{7F439951-6FD9-4B13-98A7-23A1D23BE824}" type="parTrans" cxnId="{3F029945-3CE3-43BA-907A-4506B5422978}">
      <dgm:prSet/>
      <dgm:spPr/>
      <dgm:t>
        <a:bodyPr/>
        <a:lstStyle/>
        <a:p>
          <a:endParaRPr lang="es-ES"/>
        </a:p>
      </dgm:t>
    </dgm:pt>
    <dgm:pt modelId="{B34C50B6-95FF-42D3-BEF7-51057C7944AD}" type="sibTrans" cxnId="{3F029945-3CE3-43BA-907A-4506B5422978}">
      <dgm:prSet/>
      <dgm:spPr/>
      <dgm:t>
        <a:bodyPr/>
        <a:lstStyle/>
        <a:p>
          <a:endParaRPr lang="es-ES"/>
        </a:p>
      </dgm:t>
    </dgm:pt>
    <dgm:pt modelId="{62376258-4861-4522-8A4A-E0E6926503C1}" type="pres">
      <dgm:prSet presAssocID="{D764606D-EFF1-4F9B-84F3-FEB66F2C04E6}" presName="Name0" presStyleCnt="0">
        <dgm:presLayoutVars>
          <dgm:dir/>
          <dgm:animLvl val="lvl"/>
          <dgm:resizeHandles/>
        </dgm:presLayoutVars>
      </dgm:prSet>
      <dgm:spPr/>
    </dgm:pt>
    <dgm:pt modelId="{FCBE8121-FE7D-4624-A9A6-DE53AD21F7C8}" type="pres">
      <dgm:prSet presAssocID="{20DA1774-2F10-431F-B4D1-B14E6B555DEA}" presName="linNode" presStyleCnt="0"/>
      <dgm:spPr/>
    </dgm:pt>
    <dgm:pt modelId="{88AB60C0-10F5-4527-809B-607DCDDAE206}" type="pres">
      <dgm:prSet presAssocID="{20DA1774-2F10-431F-B4D1-B14E6B555DEA}" presName="parentShp" presStyleLbl="node1" presStyleIdx="0" presStyleCnt="1" custScaleX="45530" custScaleY="62100">
        <dgm:presLayoutVars>
          <dgm:bulletEnabled val="1"/>
        </dgm:presLayoutVars>
      </dgm:prSet>
      <dgm:spPr/>
    </dgm:pt>
    <dgm:pt modelId="{8100E588-D3FA-47D6-8621-29A5E8C7A1A9}" type="pres">
      <dgm:prSet presAssocID="{20DA1774-2F10-431F-B4D1-B14E6B555DEA}" presName="childShp" presStyleLbl="bgAccFollowNode1" presStyleIdx="0" presStyleCnt="1" custScaleX="137080" custScaleY="100098">
        <dgm:presLayoutVars>
          <dgm:bulletEnabled val="1"/>
        </dgm:presLayoutVars>
      </dgm:prSet>
      <dgm:spPr/>
    </dgm:pt>
  </dgm:ptLst>
  <dgm:cxnLst>
    <dgm:cxn modelId="{806F6105-19E5-493A-8EC6-98C53C3CFAC7}" type="presOf" srcId="{D764606D-EFF1-4F9B-84F3-FEB66F2C04E6}" destId="{62376258-4861-4522-8A4A-E0E6926503C1}" srcOrd="0" destOrd="0" presId="urn:microsoft.com/office/officeart/2005/8/layout/vList6"/>
    <dgm:cxn modelId="{F2F9761A-899F-41BA-990C-EBB6229D203C}" srcId="{20DA1774-2F10-431F-B4D1-B14E6B555DEA}" destId="{82240D0A-B664-46F2-B6ED-C9F88CDBF5CC}" srcOrd="2" destOrd="0" parTransId="{72E0B160-6A26-4C99-9FD5-9715B5392200}" sibTransId="{297E19E2-A33C-4141-B718-B9A927D1EB9E}"/>
    <dgm:cxn modelId="{CE2E2A1E-853F-42FD-9F8D-44B84295CBAB}" srcId="{20DA1774-2F10-431F-B4D1-B14E6B555DEA}" destId="{52AB2401-5F6F-42C1-BFCC-54A4DC714AFC}" srcOrd="0" destOrd="0" parTransId="{730EE574-F3C4-4EF5-9EF2-74440E22DCEE}" sibTransId="{2731C732-76C9-45B3-9723-78C19835D549}"/>
    <dgm:cxn modelId="{D77A7430-DE24-4390-823C-A2ECAE94B3F6}" srcId="{D764606D-EFF1-4F9B-84F3-FEB66F2C04E6}" destId="{20DA1774-2F10-431F-B4D1-B14E6B555DEA}" srcOrd="0" destOrd="0" parTransId="{DE2424A6-93DA-463A-BB34-2DD13E2EDD3A}" sibTransId="{76449FB5-EE42-442D-ADF0-D728F412228F}"/>
    <dgm:cxn modelId="{C0CF4B36-1F02-420E-B940-44AAE1252F89}" type="presOf" srcId="{20DA1774-2F10-431F-B4D1-B14E6B555DEA}" destId="{88AB60C0-10F5-4527-809B-607DCDDAE206}" srcOrd="0" destOrd="0" presId="urn:microsoft.com/office/officeart/2005/8/layout/vList6"/>
    <dgm:cxn modelId="{3F029945-3CE3-43BA-907A-4506B5422978}" srcId="{20DA1774-2F10-431F-B4D1-B14E6B555DEA}" destId="{737FF969-C145-4784-AAB4-B692D1372830}" srcOrd="1" destOrd="0" parTransId="{7F439951-6FD9-4B13-98A7-23A1D23BE824}" sibTransId="{B34C50B6-95FF-42D3-BEF7-51057C7944AD}"/>
    <dgm:cxn modelId="{BE9D7849-6C48-40CD-B3F7-0A22F8F4F498}" type="presOf" srcId="{82240D0A-B664-46F2-B6ED-C9F88CDBF5CC}" destId="{8100E588-D3FA-47D6-8621-29A5E8C7A1A9}" srcOrd="0" destOrd="2" presId="urn:microsoft.com/office/officeart/2005/8/layout/vList6"/>
    <dgm:cxn modelId="{F8D13B70-56BB-4FA2-ADF0-672369B00751}" type="presOf" srcId="{737FF969-C145-4784-AAB4-B692D1372830}" destId="{8100E588-D3FA-47D6-8621-29A5E8C7A1A9}" srcOrd="0" destOrd="1" presId="urn:microsoft.com/office/officeart/2005/8/layout/vList6"/>
    <dgm:cxn modelId="{B26AFBB0-637A-4C5F-97EB-AC198C556631}" type="presOf" srcId="{52AB2401-5F6F-42C1-BFCC-54A4DC714AFC}" destId="{8100E588-D3FA-47D6-8621-29A5E8C7A1A9}" srcOrd="0" destOrd="0" presId="urn:microsoft.com/office/officeart/2005/8/layout/vList6"/>
    <dgm:cxn modelId="{8A8E09F0-3E44-4EA8-905E-3ED779505A02}" type="presParOf" srcId="{62376258-4861-4522-8A4A-E0E6926503C1}" destId="{FCBE8121-FE7D-4624-A9A6-DE53AD21F7C8}" srcOrd="0" destOrd="0" presId="urn:microsoft.com/office/officeart/2005/8/layout/vList6"/>
    <dgm:cxn modelId="{7C60FD42-BBCD-4845-9F19-894AFD5DEE53}" type="presParOf" srcId="{FCBE8121-FE7D-4624-A9A6-DE53AD21F7C8}" destId="{88AB60C0-10F5-4527-809B-607DCDDAE206}" srcOrd="0" destOrd="0" presId="urn:microsoft.com/office/officeart/2005/8/layout/vList6"/>
    <dgm:cxn modelId="{6B1A8473-5B39-42D9-A614-35F986844DCF}" type="presParOf" srcId="{FCBE8121-FE7D-4624-A9A6-DE53AD21F7C8}" destId="{8100E588-D3FA-47D6-8621-29A5E8C7A1A9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764606D-EFF1-4F9B-84F3-FEB66F2C04E6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20DA1774-2F10-431F-B4D1-B14E6B555DEA}">
      <dgm:prSet phldrT="[Texto]" custT="1"/>
      <dgm:spPr/>
      <dgm:t>
        <a:bodyPr/>
        <a:lstStyle/>
        <a:p>
          <a:r>
            <a:rPr lang="es-ES_tradnl" sz="1800" b="1" dirty="0"/>
            <a:t>El albarán o nota de entrega</a:t>
          </a:r>
          <a:endParaRPr lang="es-ES" sz="1800" b="1" dirty="0"/>
        </a:p>
      </dgm:t>
    </dgm:pt>
    <dgm:pt modelId="{DE2424A6-93DA-463A-BB34-2DD13E2EDD3A}" type="parTrans" cxnId="{D77A7430-DE24-4390-823C-A2ECAE94B3F6}">
      <dgm:prSet/>
      <dgm:spPr/>
      <dgm:t>
        <a:bodyPr/>
        <a:lstStyle/>
        <a:p>
          <a:endParaRPr lang="es-ES" sz="1800"/>
        </a:p>
      </dgm:t>
    </dgm:pt>
    <dgm:pt modelId="{76449FB5-EE42-442D-ADF0-D728F412228F}" type="sibTrans" cxnId="{D77A7430-DE24-4390-823C-A2ECAE94B3F6}">
      <dgm:prSet/>
      <dgm:spPr/>
      <dgm:t>
        <a:bodyPr/>
        <a:lstStyle/>
        <a:p>
          <a:endParaRPr lang="es-ES" sz="1800"/>
        </a:p>
      </dgm:t>
    </dgm:pt>
    <dgm:pt modelId="{52AB2401-5F6F-42C1-BFCC-54A4DC714AFC}">
      <dgm:prSet phldrT="[Texto]" custT="1"/>
      <dgm:spPr/>
      <dgm:t>
        <a:bodyPr/>
        <a:lstStyle/>
        <a:p>
          <a:r>
            <a:rPr lang="es-ES_tradnl" sz="1800" dirty="0"/>
            <a:t>Documento que acredita que se entregó la mercancía</a:t>
          </a:r>
          <a:endParaRPr lang="es-ES" sz="1800" dirty="0"/>
        </a:p>
      </dgm:t>
    </dgm:pt>
    <dgm:pt modelId="{730EE574-F3C4-4EF5-9EF2-74440E22DCEE}" type="parTrans" cxnId="{CE2E2A1E-853F-42FD-9F8D-44B84295CBAB}">
      <dgm:prSet/>
      <dgm:spPr/>
      <dgm:t>
        <a:bodyPr/>
        <a:lstStyle/>
        <a:p>
          <a:endParaRPr lang="es-ES" sz="1800"/>
        </a:p>
      </dgm:t>
    </dgm:pt>
    <dgm:pt modelId="{2731C732-76C9-45B3-9723-78C19835D549}" type="sibTrans" cxnId="{CE2E2A1E-853F-42FD-9F8D-44B84295CBAB}">
      <dgm:prSet/>
      <dgm:spPr/>
      <dgm:t>
        <a:bodyPr/>
        <a:lstStyle/>
        <a:p>
          <a:endParaRPr lang="es-ES" sz="1800"/>
        </a:p>
      </dgm:t>
    </dgm:pt>
    <dgm:pt modelId="{82240D0A-B664-46F2-B6ED-C9F88CDBF5CC}">
      <dgm:prSet phldrT="[Texto]" custT="1"/>
      <dgm:spPr/>
      <dgm:t>
        <a:bodyPr/>
        <a:lstStyle/>
        <a:p>
          <a:endParaRPr lang="es-ES" sz="1800" dirty="0"/>
        </a:p>
      </dgm:t>
    </dgm:pt>
    <dgm:pt modelId="{72E0B160-6A26-4C99-9FD5-9715B5392200}" type="parTrans" cxnId="{F2F9761A-899F-41BA-990C-EBB6229D203C}">
      <dgm:prSet/>
      <dgm:spPr/>
      <dgm:t>
        <a:bodyPr/>
        <a:lstStyle/>
        <a:p>
          <a:endParaRPr lang="es-ES"/>
        </a:p>
      </dgm:t>
    </dgm:pt>
    <dgm:pt modelId="{297E19E2-A33C-4141-B718-B9A927D1EB9E}" type="sibTrans" cxnId="{F2F9761A-899F-41BA-990C-EBB6229D203C}">
      <dgm:prSet/>
      <dgm:spPr/>
      <dgm:t>
        <a:bodyPr/>
        <a:lstStyle/>
        <a:p>
          <a:endParaRPr lang="es-ES"/>
        </a:p>
      </dgm:t>
    </dgm:pt>
    <dgm:pt modelId="{2E57950D-CC03-464E-978A-0AB8ED4BBE85}">
      <dgm:prSet phldrT="[Texto]" custT="1"/>
      <dgm:spPr/>
      <dgm:t>
        <a:bodyPr/>
        <a:lstStyle/>
        <a:p>
          <a:r>
            <a:rPr lang="es-ES_tradnl" sz="1800" dirty="0"/>
            <a:t>Se realizan 4 copias</a:t>
          </a:r>
          <a:endParaRPr lang="es-ES" sz="1800" dirty="0"/>
        </a:p>
      </dgm:t>
    </dgm:pt>
    <dgm:pt modelId="{5C55DD84-CAE0-4D95-A9F7-CE19FEE638D1}" type="parTrans" cxnId="{C937F030-63EE-4CD8-A1C2-0D21ABEBE598}">
      <dgm:prSet/>
      <dgm:spPr/>
      <dgm:t>
        <a:bodyPr/>
        <a:lstStyle/>
        <a:p>
          <a:endParaRPr lang="es-ES"/>
        </a:p>
      </dgm:t>
    </dgm:pt>
    <dgm:pt modelId="{4B5B973A-2355-44CF-81E5-70FE6816E6B3}" type="sibTrans" cxnId="{C937F030-63EE-4CD8-A1C2-0D21ABEBE598}">
      <dgm:prSet/>
      <dgm:spPr/>
      <dgm:t>
        <a:bodyPr/>
        <a:lstStyle/>
        <a:p>
          <a:endParaRPr lang="es-ES"/>
        </a:p>
      </dgm:t>
    </dgm:pt>
    <dgm:pt modelId="{E55BDEA6-1C66-4CD6-A6DD-944D6A1595F9}">
      <dgm:prSet phldrT="[Texto]" custT="1"/>
      <dgm:spPr/>
      <dgm:t>
        <a:bodyPr/>
        <a:lstStyle/>
        <a:p>
          <a:r>
            <a:rPr lang="es-ES_tradnl" sz="1800" dirty="0"/>
            <a:t>Voluntario</a:t>
          </a:r>
          <a:endParaRPr lang="es-ES" sz="1800" dirty="0"/>
        </a:p>
      </dgm:t>
    </dgm:pt>
    <dgm:pt modelId="{EABDBE20-8E12-4078-A35B-595BDA4932F9}" type="parTrans" cxnId="{A0BB65E9-69C5-4958-A715-E29AE16911AE}">
      <dgm:prSet/>
      <dgm:spPr/>
      <dgm:t>
        <a:bodyPr/>
        <a:lstStyle/>
        <a:p>
          <a:endParaRPr lang="es-ES"/>
        </a:p>
      </dgm:t>
    </dgm:pt>
    <dgm:pt modelId="{4AB8C597-CC15-4A9B-AB9E-0771D77FC8C3}" type="sibTrans" cxnId="{A0BB65E9-69C5-4958-A715-E29AE16911AE}">
      <dgm:prSet/>
      <dgm:spPr/>
      <dgm:t>
        <a:bodyPr/>
        <a:lstStyle/>
        <a:p>
          <a:endParaRPr lang="es-ES"/>
        </a:p>
      </dgm:t>
    </dgm:pt>
    <dgm:pt modelId="{446C4F09-0D88-4C41-BE9F-66FF2836636D}">
      <dgm:prSet phldrT="[Texto]" custT="1"/>
      <dgm:spPr/>
      <dgm:t>
        <a:bodyPr/>
        <a:lstStyle/>
        <a:p>
          <a:r>
            <a:rPr lang="es-ES_tradnl" sz="1800" dirty="0"/>
            <a:t>Albarán valorado (con precios) y sin valorar</a:t>
          </a:r>
          <a:endParaRPr lang="es-ES" sz="1800" dirty="0"/>
        </a:p>
      </dgm:t>
    </dgm:pt>
    <dgm:pt modelId="{0C95B274-F37E-43ED-97EF-AE11B94E85E7}" type="parTrans" cxnId="{6C65AB91-728B-4C3B-B7DD-F4C6A3188842}">
      <dgm:prSet/>
      <dgm:spPr/>
      <dgm:t>
        <a:bodyPr/>
        <a:lstStyle/>
        <a:p>
          <a:endParaRPr lang="es-ES"/>
        </a:p>
      </dgm:t>
    </dgm:pt>
    <dgm:pt modelId="{E566F1CC-C698-4B07-8E23-FA39D87E665D}" type="sibTrans" cxnId="{6C65AB91-728B-4C3B-B7DD-F4C6A3188842}">
      <dgm:prSet/>
      <dgm:spPr/>
      <dgm:t>
        <a:bodyPr/>
        <a:lstStyle/>
        <a:p>
          <a:endParaRPr lang="es-ES"/>
        </a:p>
      </dgm:t>
    </dgm:pt>
    <dgm:pt modelId="{62376258-4861-4522-8A4A-E0E6926503C1}" type="pres">
      <dgm:prSet presAssocID="{D764606D-EFF1-4F9B-84F3-FEB66F2C04E6}" presName="Name0" presStyleCnt="0">
        <dgm:presLayoutVars>
          <dgm:dir/>
          <dgm:animLvl val="lvl"/>
          <dgm:resizeHandles/>
        </dgm:presLayoutVars>
      </dgm:prSet>
      <dgm:spPr/>
    </dgm:pt>
    <dgm:pt modelId="{FCBE8121-FE7D-4624-A9A6-DE53AD21F7C8}" type="pres">
      <dgm:prSet presAssocID="{20DA1774-2F10-431F-B4D1-B14E6B555DEA}" presName="linNode" presStyleCnt="0"/>
      <dgm:spPr/>
    </dgm:pt>
    <dgm:pt modelId="{88AB60C0-10F5-4527-809B-607DCDDAE206}" type="pres">
      <dgm:prSet presAssocID="{20DA1774-2F10-431F-B4D1-B14E6B555DEA}" presName="parentShp" presStyleLbl="node1" presStyleIdx="0" presStyleCnt="1" custScaleX="57221" custScaleY="62100">
        <dgm:presLayoutVars>
          <dgm:bulletEnabled val="1"/>
        </dgm:presLayoutVars>
      </dgm:prSet>
      <dgm:spPr/>
    </dgm:pt>
    <dgm:pt modelId="{8100E588-D3FA-47D6-8621-29A5E8C7A1A9}" type="pres">
      <dgm:prSet presAssocID="{20DA1774-2F10-431F-B4D1-B14E6B555DEA}" presName="childShp" presStyleLbl="bgAccFollowNode1" presStyleIdx="0" presStyleCnt="1" custScaleX="128507" custScaleY="100098">
        <dgm:presLayoutVars>
          <dgm:bulletEnabled val="1"/>
        </dgm:presLayoutVars>
      </dgm:prSet>
      <dgm:spPr/>
    </dgm:pt>
  </dgm:ptLst>
  <dgm:cxnLst>
    <dgm:cxn modelId="{CD8C2F00-CEE3-4746-BFDD-9499C2039905}" type="presOf" srcId="{E55BDEA6-1C66-4CD6-A6DD-944D6A1595F9}" destId="{8100E588-D3FA-47D6-8621-29A5E8C7A1A9}" srcOrd="0" destOrd="2" presId="urn:microsoft.com/office/officeart/2005/8/layout/vList6"/>
    <dgm:cxn modelId="{F2F9761A-899F-41BA-990C-EBB6229D203C}" srcId="{20DA1774-2F10-431F-B4D1-B14E6B555DEA}" destId="{82240D0A-B664-46F2-B6ED-C9F88CDBF5CC}" srcOrd="4" destOrd="0" parTransId="{72E0B160-6A26-4C99-9FD5-9715B5392200}" sibTransId="{297E19E2-A33C-4141-B718-B9A927D1EB9E}"/>
    <dgm:cxn modelId="{CE2E2A1E-853F-42FD-9F8D-44B84295CBAB}" srcId="{20DA1774-2F10-431F-B4D1-B14E6B555DEA}" destId="{52AB2401-5F6F-42C1-BFCC-54A4DC714AFC}" srcOrd="0" destOrd="0" parTransId="{730EE574-F3C4-4EF5-9EF2-74440E22DCEE}" sibTransId="{2731C732-76C9-45B3-9723-78C19835D549}"/>
    <dgm:cxn modelId="{89363122-2294-4ADE-B29D-BB1F19D52D97}" type="presOf" srcId="{52AB2401-5F6F-42C1-BFCC-54A4DC714AFC}" destId="{8100E588-D3FA-47D6-8621-29A5E8C7A1A9}" srcOrd="0" destOrd="0" presId="urn:microsoft.com/office/officeart/2005/8/layout/vList6"/>
    <dgm:cxn modelId="{AE59C12D-C5D6-4F10-A7C2-6818DAC94016}" type="presOf" srcId="{D764606D-EFF1-4F9B-84F3-FEB66F2C04E6}" destId="{62376258-4861-4522-8A4A-E0E6926503C1}" srcOrd="0" destOrd="0" presId="urn:microsoft.com/office/officeart/2005/8/layout/vList6"/>
    <dgm:cxn modelId="{D77A7430-DE24-4390-823C-A2ECAE94B3F6}" srcId="{D764606D-EFF1-4F9B-84F3-FEB66F2C04E6}" destId="{20DA1774-2F10-431F-B4D1-B14E6B555DEA}" srcOrd="0" destOrd="0" parTransId="{DE2424A6-93DA-463A-BB34-2DD13E2EDD3A}" sibTransId="{76449FB5-EE42-442D-ADF0-D728F412228F}"/>
    <dgm:cxn modelId="{C937F030-63EE-4CD8-A1C2-0D21ABEBE598}" srcId="{20DA1774-2F10-431F-B4D1-B14E6B555DEA}" destId="{2E57950D-CC03-464E-978A-0AB8ED4BBE85}" srcOrd="1" destOrd="0" parTransId="{5C55DD84-CAE0-4D95-A9F7-CE19FEE638D1}" sibTransId="{4B5B973A-2355-44CF-81E5-70FE6816E6B3}"/>
    <dgm:cxn modelId="{7D47CF5C-D109-4F28-A868-D2E01C4C1E4C}" type="presOf" srcId="{82240D0A-B664-46F2-B6ED-C9F88CDBF5CC}" destId="{8100E588-D3FA-47D6-8621-29A5E8C7A1A9}" srcOrd="0" destOrd="4" presId="urn:microsoft.com/office/officeart/2005/8/layout/vList6"/>
    <dgm:cxn modelId="{B073FE58-2304-4689-BC04-CD3B07834D4C}" type="presOf" srcId="{446C4F09-0D88-4C41-BE9F-66FF2836636D}" destId="{8100E588-D3FA-47D6-8621-29A5E8C7A1A9}" srcOrd="0" destOrd="3" presId="urn:microsoft.com/office/officeart/2005/8/layout/vList6"/>
    <dgm:cxn modelId="{6C65AB91-728B-4C3B-B7DD-F4C6A3188842}" srcId="{20DA1774-2F10-431F-B4D1-B14E6B555DEA}" destId="{446C4F09-0D88-4C41-BE9F-66FF2836636D}" srcOrd="3" destOrd="0" parTransId="{0C95B274-F37E-43ED-97EF-AE11B94E85E7}" sibTransId="{E566F1CC-C698-4B07-8E23-FA39D87E665D}"/>
    <dgm:cxn modelId="{0AAE6DA7-D529-4B0A-84BA-CA64FD2F0189}" type="presOf" srcId="{20DA1774-2F10-431F-B4D1-B14E6B555DEA}" destId="{88AB60C0-10F5-4527-809B-607DCDDAE206}" srcOrd="0" destOrd="0" presId="urn:microsoft.com/office/officeart/2005/8/layout/vList6"/>
    <dgm:cxn modelId="{C044A4D3-59C8-4D93-9CF6-93D77700C11A}" type="presOf" srcId="{2E57950D-CC03-464E-978A-0AB8ED4BBE85}" destId="{8100E588-D3FA-47D6-8621-29A5E8C7A1A9}" srcOrd="0" destOrd="1" presId="urn:microsoft.com/office/officeart/2005/8/layout/vList6"/>
    <dgm:cxn modelId="{A0BB65E9-69C5-4958-A715-E29AE16911AE}" srcId="{20DA1774-2F10-431F-B4D1-B14E6B555DEA}" destId="{E55BDEA6-1C66-4CD6-A6DD-944D6A1595F9}" srcOrd="2" destOrd="0" parTransId="{EABDBE20-8E12-4078-A35B-595BDA4932F9}" sibTransId="{4AB8C597-CC15-4A9B-AB9E-0771D77FC8C3}"/>
    <dgm:cxn modelId="{0BF30E44-A102-4DD0-B66B-25F2951757A1}" type="presParOf" srcId="{62376258-4861-4522-8A4A-E0E6926503C1}" destId="{FCBE8121-FE7D-4624-A9A6-DE53AD21F7C8}" srcOrd="0" destOrd="0" presId="urn:microsoft.com/office/officeart/2005/8/layout/vList6"/>
    <dgm:cxn modelId="{BC8A0C27-D1E2-4C26-BA5D-7FDC2959BE20}" type="presParOf" srcId="{FCBE8121-FE7D-4624-A9A6-DE53AD21F7C8}" destId="{88AB60C0-10F5-4527-809B-607DCDDAE206}" srcOrd="0" destOrd="0" presId="urn:microsoft.com/office/officeart/2005/8/layout/vList6"/>
    <dgm:cxn modelId="{DD17C0E5-108D-4CDA-8CFA-1C82DC113804}" type="presParOf" srcId="{FCBE8121-FE7D-4624-A9A6-DE53AD21F7C8}" destId="{8100E588-D3FA-47D6-8621-29A5E8C7A1A9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764606D-EFF1-4F9B-84F3-FEB66F2C04E6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20DA1774-2F10-431F-B4D1-B14E6B555DEA}">
      <dgm:prSet phldrT="[Texto]" custT="1"/>
      <dgm:spPr/>
      <dgm:t>
        <a:bodyPr/>
        <a:lstStyle/>
        <a:p>
          <a:r>
            <a:rPr lang="es-ES_tradnl" sz="1800" b="1" dirty="0"/>
            <a:t>Nota de porte </a:t>
          </a:r>
          <a:endParaRPr lang="es-ES" sz="1800" b="1" dirty="0"/>
        </a:p>
      </dgm:t>
    </dgm:pt>
    <dgm:pt modelId="{DE2424A6-93DA-463A-BB34-2DD13E2EDD3A}" type="parTrans" cxnId="{D77A7430-DE24-4390-823C-A2ECAE94B3F6}">
      <dgm:prSet/>
      <dgm:spPr/>
      <dgm:t>
        <a:bodyPr/>
        <a:lstStyle/>
        <a:p>
          <a:endParaRPr lang="es-ES" sz="1800"/>
        </a:p>
      </dgm:t>
    </dgm:pt>
    <dgm:pt modelId="{76449FB5-EE42-442D-ADF0-D728F412228F}" type="sibTrans" cxnId="{D77A7430-DE24-4390-823C-A2ECAE94B3F6}">
      <dgm:prSet/>
      <dgm:spPr/>
      <dgm:t>
        <a:bodyPr/>
        <a:lstStyle/>
        <a:p>
          <a:endParaRPr lang="es-ES" sz="1800"/>
        </a:p>
      </dgm:t>
    </dgm:pt>
    <dgm:pt modelId="{52AB2401-5F6F-42C1-BFCC-54A4DC714AFC}">
      <dgm:prSet phldrT="[Texto]" custT="1"/>
      <dgm:spPr/>
      <dgm:t>
        <a:bodyPr anchor="ctr"/>
        <a:lstStyle/>
        <a:p>
          <a:r>
            <a:rPr lang="es-ES_tradnl" sz="1800" dirty="0"/>
            <a:t>La entrega el transportista</a:t>
          </a:r>
          <a:endParaRPr lang="es-ES" sz="1800" dirty="0"/>
        </a:p>
      </dgm:t>
    </dgm:pt>
    <dgm:pt modelId="{730EE574-F3C4-4EF5-9EF2-74440E22DCEE}" type="parTrans" cxnId="{CE2E2A1E-853F-42FD-9F8D-44B84295CBAB}">
      <dgm:prSet/>
      <dgm:spPr/>
      <dgm:t>
        <a:bodyPr/>
        <a:lstStyle/>
        <a:p>
          <a:endParaRPr lang="es-ES" sz="1800"/>
        </a:p>
      </dgm:t>
    </dgm:pt>
    <dgm:pt modelId="{2731C732-76C9-45B3-9723-78C19835D549}" type="sibTrans" cxnId="{CE2E2A1E-853F-42FD-9F8D-44B84295CBAB}">
      <dgm:prSet/>
      <dgm:spPr/>
      <dgm:t>
        <a:bodyPr/>
        <a:lstStyle/>
        <a:p>
          <a:endParaRPr lang="es-ES" sz="1800"/>
        </a:p>
      </dgm:t>
    </dgm:pt>
    <dgm:pt modelId="{62376258-4861-4522-8A4A-E0E6926503C1}" type="pres">
      <dgm:prSet presAssocID="{D764606D-EFF1-4F9B-84F3-FEB66F2C04E6}" presName="Name0" presStyleCnt="0">
        <dgm:presLayoutVars>
          <dgm:dir/>
          <dgm:animLvl val="lvl"/>
          <dgm:resizeHandles/>
        </dgm:presLayoutVars>
      </dgm:prSet>
      <dgm:spPr/>
    </dgm:pt>
    <dgm:pt modelId="{FCBE8121-FE7D-4624-A9A6-DE53AD21F7C8}" type="pres">
      <dgm:prSet presAssocID="{20DA1774-2F10-431F-B4D1-B14E6B555DEA}" presName="linNode" presStyleCnt="0"/>
      <dgm:spPr/>
    </dgm:pt>
    <dgm:pt modelId="{88AB60C0-10F5-4527-809B-607DCDDAE206}" type="pres">
      <dgm:prSet presAssocID="{20DA1774-2F10-431F-B4D1-B14E6B555DEA}" presName="parentShp" presStyleLbl="node1" presStyleIdx="0" presStyleCnt="1" custScaleX="57221" custScaleY="62100">
        <dgm:presLayoutVars>
          <dgm:bulletEnabled val="1"/>
        </dgm:presLayoutVars>
      </dgm:prSet>
      <dgm:spPr/>
    </dgm:pt>
    <dgm:pt modelId="{8100E588-D3FA-47D6-8621-29A5E8C7A1A9}" type="pres">
      <dgm:prSet presAssocID="{20DA1774-2F10-431F-B4D1-B14E6B555DEA}" presName="childShp" presStyleLbl="bgAccFollowNode1" presStyleIdx="0" presStyleCnt="1" custScaleX="127498" custScaleY="100098" custLinFactNeighborX="145" custLinFactNeighborY="-19097">
        <dgm:presLayoutVars>
          <dgm:bulletEnabled val="1"/>
        </dgm:presLayoutVars>
      </dgm:prSet>
      <dgm:spPr/>
    </dgm:pt>
  </dgm:ptLst>
  <dgm:cxnLst>
    <dgm:cxn modelId="{CE2E2A1E-853F-42FD-9F8D-44B84295CBAB}" srcId="{20DA1774-2F10-431F-B4D1-B14E6B555DEA}" destId="{52AB2401-5F6F-42C1-BFCC-54A4DC714AFC}" srcOrd="0" destOrd="0" parTransId="{730EE574-F3C4-4EF5-9EF2-74440E22DCEE}" sibTransId="{2731C732-76C9-45B3-9723-78C19835D549}"/>
    <dgm:cxn modelId="{D77A7430-DE24-4390-823C-A2ECAE94B3F6}" srcId="{D764606D-EFF1-4F9B-84F3-FEB66F2C04E6}" destId="{20DA1774-2F10-431F-B4D1-B14E6B555DEA}" srcOrd="0" destOrd="0" parTransId="{DE2424A6-93DA-463A-BB34-2DD13E2EDD3A}" sibTransId="{76449FB5-EE42-442D-ADF0-D728F412228F}"/>
    <dgm:cxn modelId="{3BF5B45F-E87F-4598-B0FA-0998D5369318}" type="presOf" srcId="{20DA1774-2F10-431F-B4D1-B14E6B555DEA}" destId="{88AB60C0-10F5-4527-809B-607DCDDAE206}" srcOrd="0" destOrd="0" presId="urn:microsoft.com/office/officeart/2005/8/layout/vList6"/>
    <dgm:cxn modelId="{56158E66-22AA-4708-B608-33FC094B044D}" type="presOf" srcId="{D764606D-EFF1-4F9B-84F3-FEB66F2C04E6}" destId="{62376258-4861-4522-8A4A-E0E6926503C1}" srcOrd="0" destOrd="0" presId="urn:microsoft.com/office/officeart/2005/8/layout/vList6"/>
    <dgm:cxn modelId="{DD25F049-2561-477C-9DD8-8CC64ED9D9A4}" type="presOf" srcId="{52AB2401-5F6F-42C1-BFCC-54A4DC714AFC}" destId="{8100E588-D3FA-47D6-8621-29A5E8C7A1A9}" srcOrd="0" destOrd="0" presId="urn:microsoft.com/office/officeart/2005/8/layout/vList6"/>
    <dgm:cxn modelId="{86EE4B2B-EA68-4341-96B8-EE64E37302A6}" type="presParOf" srcId="{62376258-4861-4522-8A4A-E0E6926503C1}" destId="{FCBE8121-FE7D-4624-A9A6-DE53AD21F7C8}" srcOrd="0" destOrd="0" presId="urn:microsoft.com/office/officeart/2005/8/layout/vList6"/>
    <dgm:cxn modelId="{9C80697C-495A-411E-A980-926F254AC007}" type="presParOf" srcId="{FCBE8121-FE7D-4624-A9A6-DE53AD21F7C8}" destId="{88AB60C0-10F5-4527-809B-607DCDDAE206}" srcOrd="0" destOrd="0" presId="urn:microsoft.com/office/officeart/2005/8/layout/vList6"/>
    <dgm:cxn modelId="{B41101CF-193E-48B1-A8B5-8C3B095DE5B3}" type="presParOf" srcId="{FCBE8121-FE7D-4624-A9A6-DE53AD21F7C8}" destId="{8100E588-D3FA-47D6-8621-29A5E8C7A1A9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3D65541-CE55-4E2A-950F-E2087D1E9A1B}" type="doc">
      <dgm:prSet loTypeId="urn:microsoft.com/office/officeart/2005/8/layout/orgChart1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FDA5A1D5-373E-40AB-8D53-1356729A1A40}">
      <dgm:prSet phldrT="[Texto]" custT="1"/>
      <dgm:spPr/>
      <dgm:t>
        <a:bodyPr/>
        <a:lstStyle/>
        <a:p>
          <a:r>
            <a:rPr lang="es-ES_tradnl" sz="1800" b="1" dirty="0"/>
            <a:t>Vendedor </a:t>
          </a:r>
          <a:endParaRPr lang="es-ES" sz="1800" b="1" dirty="0"/>
        </a:p>
      </dgm:t>
    </dgm:pt>
    <dgm:pt modelId="{A86DB75B-D52D-4EF1-8A71-8EC99932DC7C}" type="parTrans" cxnId="{969ED063-7C9C-4670-8522-FDF75DC8E9DF}">
      <dgm:prSet/>
      <dgm:spPr/>
      <dgm:t>
        <a:bodyPr/>
        <a:lstStyle/>
        <a:p>
          <a:endParaRPr lang="es-ES" sz="1800" b="1"/>
        </a:p>
      </dgm:t>
    </dgm:pt>
    <dgm:pt modelId="{3D3CBAB4-8B1A-4135-A6F2-9F08FB2A89E8}" type="sibTrans" cxnId="{969ED063-7C9C-4670-8522-FDF75DC8E9DF}">
      <dgm:prSet/>
      <dgm:spPr/>
      <dgm:t>
        <a:bodyPr/>
        <a:lstStyle/>
        <a:p>
          <a:endParaRPr lang="es-ES" sz="1800" b="1"/>
        </a:p>
      </dgm:t>
    </dgm:pt>
    <dgm:pt modelId="{29A639D6-F8BB-460F-B3E4-D79AEAF40809}">
      <dgm:prSet phldrT="[Texto]" custT="1"/>
      <dgm:spPr/>
      <dgm:t>
        <a:bodyPr/>
        <a:lstStyle/>
        <a:p>
          <a:r>
            <a:rPr lang="es-ES_tradnl" sz="1800" b="1" dirty="0"/>
            <a:t>4 copias</a:t>
          </a:r>
        </a:p>
      </dgm:t>
    </dgm:pt>
    <dgm:pt modelId="{C8702AB2-8CF8-4AF8-B6B4-77888CDB4AE0}" type="parTrans" cxnId="{5D21DC52-07DE-44DD-B76B-F6374321128B}">
      <dgm:prSet/>
      <dgm:spPr/>
      <dgm:t>
        <a:bodyPr/>
        <a:lstStyle/>
        <a:p>
          <a:endParaRPr lang="es-ES" sz="1800" b="1"/>
        </a:p>
      </dgm:t>
    </dgm:pt>
    <dgm:pt modelId="{6BF9F16F-6B59-43F9-AA32-5B3EA1471777}" type="sibTrans" cxnId="{5D21DC52-07DE-44DD-B76B-F6374321128B}">
      <dgm:prSet/>
      <dgm:spPr/>
      <dgm:t>
        <a:bodyPr/>
        <a:lstStyle/>
        <a:p>
          <a:endParaRPr lang="es-ES" sz="1800" b="1"/>
        </a:p>
      </dgm:t>
    </dgm:pt>
    <dgm:pt modelId="{60679157-2B78-4B1D-894E-12D516AC1316}" type="asst">
      <dgm:prSet phldrT="[Texto]" custT="1"/>
      <dgm:spPr/>
      <dgm:t>
        <a:bodyPr/>
        <a:lstStyle/>
        <a:p>
          <a:r>
            <a:rPr lang="es-ES_tradnl" sz="1800" b="1" dirty="0">
              <a:solidFill>
                <a:schemeClr val="bg1"/>
              </a:solidFill>
            </a:rPr>
            <a:t>Devolver firmado</a:t>
          </a:r>
          <a:endParaRPr lang="es-ES" sz="1800" b="1" dirty="0">
            <a:solidFill>
              <a:schemeClr val="bg1"/>
            </a:solidFill>
          </a:endParaRPr>
        </a:p>
      </dgm:t>
    </dgm:pt>
    <dgm:pt modelId="{0A769930-162E-4312-9813-763DB0535DF8}" type="sibTrans" cxnId="{744754A4-377F-4272-A534-1DCCF89603BD}">
      <dgm:prSet/>
      <dgm:spPr/>
      <dgm:t>
        <a:bodyPr/>
        <a:lstStyle/>
        <a:p>
          <a:endParaRPr lang="es-ES" sz="1800" b="1"/>
        </a:p>
      </dgm:t>
    </dgm:pt>
    <dgm:pt modelId="{26D308EF-EB7A-46A9-9037-00A17A4C78D5}" type="parTrans" cxnId="{744754A4-377F-4272-A534-1DCCF89603BD}">
      <dgm:prSet/>
      <dgm:spPr/>
      <dgm:t>
        <a:bodyPr/>
        <a:lstStyle/>
        <a:p>
          <a:endParaRPr lang="es-ES" sz="1800" b="1"/>
        </a:p>
      </dgm:t>
    </dgm:pt>
    <dgm:pt modelId="{377ED8EB-6304-44B6-AC20-55659F128BCB}">
      <dgm:prSet phldrT="[Texto]" custT="1"/>
      <dgm:spPr/>
      <dgm:t>
        <a:bodyPr/>
        <a:lstStyle/>
        <a:p>
          <a:r>
            <a:rPr lang="es-ES_tradnl" sz="1800" b="1" dirty="0"/>
            <a:t>1 Almacén</a:t>
          </a:r>
        </a:p>
      </dgm:t>
    </dgm:pt>
    <dgm:pt modelId="{D34F0D6B-612E-4B7D-AC4D-5E1E328413CD}" type="parTrans" cxnId="{98772707-1AE1-473C-9A17-87B9FE821C91}">
      <dgm:prSet/>
      <dgm:spPr/>
      <dgm:t>
        <a:bodyPr/>
        <a:lstStyle/>
        <a:p>
          <a:endParaRPr lang="es-ES" sz="1800" b="1"/>
        </a:p>
      </dgm:t>
    </dgm:pt>
    <dgm:pt modelId="{098C9116-6B8C-48AB-9841-943C68D78603}" type="sibTrans" cxnId="{98772707-1AE1-473C-9A17-87B9FE821C91}">
      <dgm:prSet/>
      <dgm:spPr/>
      <dgm:t>
        <a:bodyPr/>
        <a:lstStyle/>
        <a:p>
          <a:endParaRPr lang="es-ES" sz="1800" b="1"/>
        </a:p>
      </dgm:t>
    </dgm:pt>
    <dgm:pt modelId="{765414D6-A198-4156-B51A-9678394F0630}">
      <dgm:prSet phldrT="[Texto]" custT="1"/>
      <dgm:spPr/>
      <dgm:t>
        <a:bodyPr/>
        <a:lstStyle/>
        <a:p>
          <a:r>
            <a:rPr lang="es-ES_tradnl" sz="1800" b="1" dirty="0"/>
            <a:t>2. Dep. ventas</a:t>
          </a:r>
        </a:p>
      </dgm:t>
    </dgm:pt>
    <dgm:pt modelId="{AF93BD0B-6C50-4D49-AB34-039D941E75FA}" type="parTrans" cxnId="{C21196A6-A78D-49B9-A277-4148774D4AF1}">
      <dgm:prSet/>
      <dgm:spPr/>
      <dgm:t>
        <a:bodyPr/>
        <a:lstStyle/>
        <a:p>
          <a:endParaRPr lang="es-ES" sz="1800" b="1"/>
        </a:p>
      </dgm:t>
    </dgm:pt>
    <dgm:pt modelId="{E48A4E60-09AD-4A3F-BECA-C030D57CF610}" type="sibTrans" cxnId="{C21196A6-A78D-49B9-A277-4148774D4AF1}">
      <dgm:prSet/>
      <dgm:spPr/>
      <dgm:t>
        <a:bodyPr/>
        <a:lstStyle/>
        <a:p>
          <a:endParaRPr lang="es-ES" sz="1800" b="1"/>
        </a:p>
      </dgm:t>
    </dgm:pt>
    <dgm:pt modelId="{759F8034-6F1B-4DE5-A370-4741E0725D3F}">
      <dgm:prSet phldrT="[Texto]" custT="1"/>
      <dgm:spPr/>
      <dgm:t>
        <a:bodyPr/>
        <a:lstStyle/>
        <a:p>
          <a:r>
            <a:rPr lang="es-ES_tradnl" sz="1800" b="1" dirty="0"/>
            <a:t>3. Cliente</a:t>
          </a:r>
        </a:p>
      </dgm:t>
    </dgm:pt>
    <dgm:pt modelId="{66B8C89B-9C60-47CB-91C3-465C743A84FA}" type="parTrans" cxnId="{94D8C9CA-0114-4059-93BB-C1D85C42EBA4}">
      <dgm:prSet/>
      <dgm:spPr/>
      <dgm:t>
        <a:bodyPr/>
        <a:lstStyle/>
        <a:p>
          <a:endParaRPr lang="es-ES" sz="1800" b="1"/>
        </a:p>
      </dgm:t>
    </dgm:pt>
    <dgm:pt modelId="{14BBCC6B-A615-4199-85F8-AAD60402DC89}" type="sibTrans" cxnId="{94D8C9CA-0114-4059-93BB-C1D85C42EBA4}">
      <dgm:prSet/>
      <dgm:spPr/>
      <dgm:t>
        <a:bodyPr/>
        <a:lstStyle/>
        <a:p>
          <a:endParaRPr lang="es-ES" sz="1800" b="1"/>
        </a:p>
      </dgm:t>
    </dgm:pt>
    <dgm:pt modelId="{5BD109AF-D8F6-4304-8686-AC6B6E905077}">
      <dgm:prSet phldrT="[Texto]" custT="1"/>
      <dgm:spPr/>
      <dgm:t>
        <a:bodyPr/>
        <a:lstStyle/>
        <a:p>
          <a:r>
            <a:rPr lang="es-ES_tradnl" sz="1800" b="1" dirty="0">
              <a:solidFill>
                <a:schemeClr val="bg1"/>
              </a:solidFill>
            </a:rPr>
            <a:t>Arch. Comprobante</a:t>
          </a:r>
        </a:p>
      </dgm:t>
    </dgm:pt>
    <dgm:pt modelId="{A3D2CEA4-5EAC-457B-9D7E-0439BE3F0172}" type="parTrans" cxnId="{BEA135D7-634B-475D-A54F-649A644564B9}">
      <dgm:prSet/>
      <dgm:spPr/>
      <dgm:t>
        <a:bodyPr/>
        <a:lstStyle/>
        <a:p>
          <a:endParaRPr lang="es-ES" sz="1800" b="1"/>
        </a:p>
      </dgm:t>
    </dgm:pt>
    <dgm:pt modelId="{4661C3CC-060B-4790-BD20-0791298D17E6}" type="sibTrans" cxnId="{BEA135D7-634B-475D-A54F-649A644564B9}">
      <dgm:prSet/>
      <dgm:spPr/>
      <dgm:t>
        <a:bodyPr/>
        <a:lstStyle/>
        <a:p>
          <a:endParaRPr lang="es-ES" sz="1800" b="1"/>
        </a:p>
      </dgm:t>
    </dgm:pt>
    <dgm:pt modelId="{41B98AEA-9BCB-4049-92C1-25CBA77DEC11}">
      <dgm:prSet phldrT="[Texto]" custT="1"/>
      <dgm:spPr/>
      <dgm:t>
        <a:bodyPr/>
        <a:lstStyle/>
        <a:p>
          <a:r>
            <a:rPr lang="es-ES_tradnl" sz="1800" b="1" dirty="0"/>
            <a:t>4 Cliente</a:t>
          </a:r>
        </a:p>
      </dgm:t>
    </dgm:pt>
    <dgm:pt modelId="{D1D61C10-D709-4C30-9719-683013CD3C93}" type="parTrans" cxnId="{5B5619DC-EF1C-40A9-8374-7CBE764F5533}">
      <dgm:prSet/>
      <dgm:spPr/>
      <dgm:t>
        <a:bodyPr/>
        <a:lstStyle/>
        <a:p>
          <a:endParaRPr lang="es-ES" sz="1800" b="1"/>
        </a:p>
      </dgm:t>
    </dgm:pt>
    <dgm:pt modelId="{FF50DD32-FBDA-4795-98CE-60B4E5204D7F}" type="sibTrans" cxnId="{5B5619DC-EF1C-40A9-8374-7CBE764F5533}">
      <dgm:prSet/>
      <dgm:spPr/>
      <dgm:t>
        <a:bodyPr/>
        <a:lstStyle/>
        <a:p>
          <a:endParaRPr lang="es-ES" sz="1800" b="1"/>
        </a:p>
      </dgm:t>
    </dgm:pt>
    <dgm:pt modelId="{E5A2EFCB-7331-42A6-9F71-481C7398840F}" type="pres">
      <dgm:prSet presAssocID="{F3D65541-CE55-4E2A-950F-E2087D1E9A1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250BDFA-8DFC-443D-AD14-2A10C87F9441}" type="pres">
      <dgm:prSet presAssocID="{FDA5A1D5-373E-40AB-8D53-1356729A1A40}" presName="hierRoot1" presStyleCnt="0">
        <dgm:presLayoutVars>
          <dgm:hierBranch val="init"/>
        </dgm:presLayoutVars>
      </dgm:prSet>
      <dgm:spPr/>
    </dgm:pt>
    <dgm:pt modelId="{212408EE-D528-4976-A656-AF9277448A29}" type="pres">
      <dgm:prSet presAssocID="{FDA5A1D5-373E-40AB-8D53-1356729A1A40}" presName="rootComposite1" presStyleCnt="0"/>
      <dgm:spPr/>
    </dgm:pt>
    <dgm:pt modelId="{1B673FE6-5C7E-41AD-BBC6-70ED0A952F51}" type="pres">
      <dgm:prSet presAssocID="{FDA5A1D5-373E-40AB-8D53-1356729A1A40}" presName="rootText1" presStyleLbl="node0" presStyleIdx="0" presStyleCnt="1" custScaleX="132520">
        <dgm:presLayoutVars>
          <dgm:chPref val="3"/>
        </dgm:presLayoutVars>
      </dgm:prSet>
      <dgm:spPr/>
    </dgm:pt>
    <dgm:pt modelId="{1E57B968-55E6-4ACC-8112-F0D44702099A}" type="pres">
      <dgm:prSet presAssocID="{FDA5A1D5-373E-40AB-8D53-1356729A1A40}" presName="rootConnector1" presStyleLbl="node1" presStyleIdx="0" presStyleCnt="0"/>
      <dgm:spPr/>
    </dgm:pt>
    <dgm:pt modelId="{510CDC27-28B3-406B-9E93-F7502D756EC7}" type="pres">
      <dgm:prSet presAssocID="{FDA5A1D5-373E-40AB-8D53-1356729A1A40}" presName="hierChild2" presStyleCnt="0"/>
      <dgm:spPr/>
    </dgm:pt>
    <dgm:pt modelId="{6120CC89-B5B7-421A-9E1F-50D0379597E2}" type="pres">
      <dgm:prSet presAssocID="{C8702AB2-8CF8-4AF8-B6B4-77888CDB4AE0}" presName="Name37" presStyleLbl="parChTrans1D2" presStyleIdx="0" presStyleCnt="2"/>
      <dgm:spPr/>
    </dgm:pt>
    <dgm:pt modelId="{C0A5226C-09CE-4489-8E67-4CB14008B4AF}" type="pres">
      <dgm:prSet presAssocID="{29A639D6-F8BB-460F-B3E4-D79AEAF40809}" presName="hierRoot2" presStyleCnt="0">
        <dgm:presLayoutVars>
          <dgm:hierBranch val="init"/>
        </dgm:presLayoutVars>
      </dgm:prSet>
      <dgm:spPr/>
    </dgm:pt>
    <dgm:pt modelId="{024EA7ED-4A49-4E0C-8550-C450F4500BD3}" type="pres">
      <dgm:prSet presAssocID="{29A639D6-F8BB-460F-B3E4-D79AEAF40809}" presName="rootComposite" presStyleCnt="0"/>
      <dgm:spPr/>
    </dgm:pt>
    <dgm:pt modelId="{333BFEAB-59CE-4065-9B29-659973AB19EA}" type="pres">
      <dgm:prSet presAssocID="{29A639D6-F8BB-460F-B3E4-D79AEAF40809}" presName="rootText" presStyleLbl="node2" presStyleIdx="0" presStyleCnt="1">
        <dgm:presLayoutVars>
          <dgm:chPref val="3"/>
        </dgm:presLayoutVars>
      </dgm:prSet>
      <dgm:spPr/>
    </dgm:pt>
    <dgm:pt modelId="{DFB57428-AD2C-4C0D-BD93-054996BEAE58}" type="pres">
      <dgm:prSet presAssocID="{29A639D6-F8BB-460F-B3E4-D79AEAF40809}" presName="rootConnector" presStyleLbl="node2" presStyleIdx="0" presStyleCnt="1"/>
      <dgm:spPr/>
    </dgm:pt>
    <dgm:pt modelId="{D4018566-1B33-43A5-AE9B-7473A59F00D2}" type="pres">
      <dgm:prSet presAssocID="{29A639D6-F8BB-460F-B3E4-D79AEAF40809}" presName="hierChild4" presStyleCnt="0"/>
      <dgm:spPr/>
    </dgm:pt>
    <dgm:pt modelId="{215B489D-0232-43DD-AF61-B3F50E9ABBC0}" type="pres">
      <dgm:prSet presAssocID="{D34F0D6B-612E-4B7D-AC4D-5E1E328413CD}" presName="Name37" presStyleLbl="parChTrans1D3" presStyleIdx="0" presStyleCnt="4"/>
      <dgm:spPr/>
    </dgm:pt>
    <dgm:pt modelId="{FA1B80DB-6C2C-460C-A3B2-0CCD574BA1AB}" type="pres">
      <dgm:prSet presAssocID="{377ED8EB-6304-44B6-AC20-55659F128BCB}" presName="hierRoot2" presStyleCnt="0">
        <dgm:presLayoutVars>
          <dgm:hierBranch val="init"/>
        </dgm:presLayoutVars>
      </dgm:prSet>
      <dgm:spPr/>
    </dgm:pt>
    <dgm:pt modelId="{82480AA2-ACFC-4FD3-B74A-A65375C0ECC2}" type="pres">
      <dgm:prSet presAssocID="{377ED8EB-6304-44B6-AC20-55659F128BCB}" presName="rootComposite" presStyleCnt="0"/>
      <dgm:spPr/>
    </dgm:pt>
    <dgm:pt modelId="{4DA9F94F-8865-4C8B-B85F-337FFB38AA85}" type="pres">
      <dgm:prSet presAssocID="{377ED8EB-6304-44B6-AC20-55659F128BCB}" presName="rootText" presStyleLbl="node3" presStyleIdx="0" presStyleCnt="4" custScaleX="161923">
        <dgm:presLayoutVars>
          <dgm:chPref val="3"/>
        </dgm:presLayoutVars>
      </dgm:prSet>
      <dgm:spPr/>
    </dgm:pt>
    <dgm:pt modelId="{6536A04A-B97A-435E-A1C6-9B6CA23E3967}" type="pres">
      <dgm:prSet presAssocID="{377ED8EB-6304-44B6-AC20-55659F128BCB}" presName="rootConnector" presStyleLbl="node3" presStyleIdx="0" presStyleCnt="4"/>
      <dgm:spPr/>
    </dgm:pt>
    <dgm:pt modelId="{BC839DB5-4D1D-4B65-BB90-CD1D934B9BED}" type="pres">
      <dgm:prSet presAssocID="{377ED8EB-6304-44B6-AC20-55659F128BCB}" presName="hierChild4" presStyleCnt="0"/>
      <dgm:spPr/>
    </dgm:pt>
    <dgm:pt modelId="{358CA590-A32F-4276-909B-985BB730D947}" type="pres">
      <dgm:prSet presAssocID="{377ED8EB-6304-44B6-AC20-55659F128BCB}" presName="hierChild5" presStyleCnt="0"/>
      <dgm:spPr/>
    </dgm:pt>
    <dgm:pt modelId="{CCCF9915-6643-41C3-9A1D-232CA9AE31B8}" type="pres">
      <dgm:prSet presAssocID="{AF93BD0B-6C50-4D49-AB34-039D941E75FA}" presName="Name37" presStyleLbl="parChTrans1D3" presStyleIdx="1" presStyleCnt="4"/>
      <dgm:spPr/>
    </dgm:pt>
    <dgm:pt modelId="{DE9E3FBC-B82C-4526-9661-96F15409012E}" type="pres">
      <dgm:prSet presAssocID="{765414D6-A198-4156-B51A-9678394F0630}" presName="hierRoot2" presStyleCnt="0">
        <dgm:presLayoutVars>
          <dgm:hierBranch val="init"/>
        </dgm:presLayoutVars>
      </dgm:prSet>
      <dgm:spPr/>
    </dgm:pt>
    <dgm:pt modelId="{ABC991BB-B595-492B-80A5-8CECB945AB92}" type="pres">
      <dgm:prSet presAssocID="{765414D6-A198-4156-B51A-9678394F0630}" presName="rootComposite" presStyleCnt="0"/>
      <dgm:spPr/>
    </dgm:pt>
    <dgm:pt modelId="{6052E71A-29B3-4514-811A-8B2C3E5EAEA9}" type="pres">
      <dgm:prSet presAssocID="{765414D6-A198-4156-B51A-9678394F0630}" presName="rootText" presStyleLbl="node3" presStyleIdx="1" presStyleCnt="4" custScaleX="179816">
        <dgm:presLayoutVars>
          <dgm:chPref val="3"/>
        </dgm:presLayoutVars>
      </dgm:prSet>
      <dgm:spPr/>
    </dgm:pt>
    <dgm:pt modelId="{D173F5E0-3F77-4768-94D6-9D139DD44464}" type="pres">
      <dgm:prSet presAssocID="{765414D6-A198-4156-B51A-9678394F0630}" presName="rootConnector" presStyleLbl="node3" presStyleIdx="1" presStyleCnt="4"/>
      <dgm:spPr/>
    </dgm:pt>
    <dgm:pt modelId="{5B58162C-7F5C-4F3C-99C7-3AB1D79AAFC8}" type="pres">
      <dgm:prSet presAssocID="{765414D6-A198-4156-B51A-9678394F0630}" presName="hierChild4" presStyleCnt="0"/>
      <dgm:spPr/>
    </dgm:pt>
    <dgm:pt modelId="{63EDAC84-9BDF-46AF-ABF8-DAFBF054C1A1}" type="pres">
      <dgm:prSet presAssocID="{765414D6-A198-4156-B51A-9678394F0630}" presName="hierChild5" presStyleCnt="0"/>
      <dgm:spPr/>
    </dgm:pt>
    <dgm:pt modelId="{20D32B4B-0A9B-46AF-9718-34FEEC63D8BA}" type="pres">
      <dgm:prSet presAssocID="{66B8C89B-9C60-47CB-91C3-465C743A84FA}" presName="Name37" presStyleLbl="parChTrans1D3" presStyleIdx="2" presStyleCnt="4"/>
      <dgm:spPr/>
    </dgm:pt>
    <dgm:pt modelId="{61A1FA8D-847A-4DF8-8386-541094280E51}" type="pres">
      <dgm:prSet presAssocID="{759F8034-6F1B-4DE5-A370-4741E0725D3F}" presName="hierRoot2" presStyleCnt="0">
        <dgm:presLayoutVars>
          <dgm:hierBranch val="init"/>
        </dgm:presLayoutVars>
      </dgm:prSet>
      <dgm:spPr/>
    </dgm:pt>
    <dgm:pt modelId="{028A936C-5447-4436-9886-983EB1112502}" type="pres">
      <dgm:prSet presAssocID="{759F8034-6F1B-4DE5-A370-4741E0725D3F}" presName="rootComposite" presStyleCnt="0"/>
      <dgm:spPr/>
    </dgm:pt>
    <dgm:pt modelId="{11B0473D-7B17-41AD-A264-D0FE0360E254}" type="pres">
      <dgm:prSet presAssocID="{759F8034-6F1B-4DE5-A370-4741E0725D3F}" presName="rootText" presStyleLbl="node3" presStyleIdx="2" presStyleCnt="4" custScaleX="118916" custLinFactNeighborX="-1406" custLinFactNeighborY="407">
        <dgm:presLayoutVars>
          <dgm:chPref val="3"/>
        </dgm:presLayoutVars>
      </dgm:prSet>
      <dgm:spPr/>
    </dgm:pt>
    <dgm:pt modelId="{4D3750DA-E588-44AB-920C-CA642C7E4AD2}" type="pres">
      <dgm:prSet presAssocID="{759F8034-6F1B-4DE5-A370-4741E0725D3F}" presName="rootConnector" presStyleLbl="node3" presStyleIdx="2" presStyleCnt="4"/>
      <dgm:spPr/>
    </dgm:pt>
    <dgm:pt modelId="{BC2EF2C6-043B-45C8-8688-2120FCB4596C}" type="pres">
      <dgm:prSet presAssocID="{759F8034-6F1B-4DE5-A370-4741E0725D3F}" presName="hierChild4" presStyleCnt="0"/>
      <dgm:spPr/>
    </dgm:pt>
    <dgm:pt modelId="{30EE9C23-6125-4344-9F21-6729D11F9381}" type="pres">
      <dgm:prSet presAssocID="{A3D2CEA4-5EAC-457B-9D7E-0439BE3F0172}" presName="Name37" presStyleLbl="parChTrans1D4" presStyleIdx="0" presStyleCnt="1"/>
      <dgm:spPr/>
    </dgm:pt>
    <dgm:pt modelId="{6E7DFECF-D50A-4DB4-9E08-CE554C246CB2}" type="pres">
      <dgm:prSet presAssocID="{5BD109AF-D8F6-4304-8686-AC6B6E905077}" presName="hierRoot2" presStyleCnt="0">
        <dgm:presLayoutVars>
          <dgm:hierBranch val="init"/>
        </dgm:presLayoutVars>
      </dgm:prSet>
      <dgm:spPr/>
    </dgm:pt>
    <dgm:pt modelId="{D9F47CC3-287E-49EE-90C4-E45C9F98581C}" type="pres">
      <dgm:prSet presAssocID="{5BD109AF-D8F6-4304-8686-AC6B6E905077}" presName="rootComposite" presStyleCnt="0"/>
      <dgm:spPr/>
    </dgm:pt>
    <dgm:pt modelId="{3A6219AB-0D2B-4F5C-936D-AEA53C61D3DE}" type="pres">
      <dgm:prSet presAssocID="{5BD109AF-D8F6-4304-8686-AC6B6E905077}" presName="rootText" presStyleLbl="node4" presStyleIdx="0" presStyleCnt="1" custScaleX="175576" custLinFactNeighborX="9135" custLinFactNeighborY="4966">
        <dgm:presLayoutVars>
          <dgm:chPref val="3"/>
        </dgm:presLayoutVars>
      </dgm:prSet>
      <dgm:spPr/>
    </dgm:pt>
    <dgm:pt modelId="{F9B01ABD-4DF4-4A9C-9C30-31FDD2B8DEF5}" type="pres">
      <dgm:prSet presAssocID="{5BD109AF-D8F6-4304-8686-AC6B6E905077}" presName="rootConnector" presStyleLbl="node4" presStyleIdx="0" presStyleCnt="1"/>
      <dgm:spPr/>
    </dgm:pt>
    <dgm:pt modelId="{9CC18119-C441-4CDE-A3B3-111970C9CD5F}" type="pres">
      <dgm:prSet presAssocID="{5BD109AF-D8F6-4304-8686-AC6B6E905077}" presName="hierChild4" presStyleCnt="0"/>
      <dgm:spPr/>
    </dgm:pt>
    <dgm:pt modelId="{CC2AC5C0-9681-4489-ABC2-778CF23AA684}" type="pres">
      <dgm:prSet presAssocID="{5BD109AF-D8F6-4304-8686-AC6B6E905077}" presName="hierChild5" presStyleCnt="0"/>
      <dgm:spPr/>
    </dgm:pt>
    <dgm:pt modelId="{3A09A5EF-8420-4AE2-BE88-F0DEEB767509}" type="pres">
      <dgm:prSet presAssocID="{759F8034-6F1B-4DE5-A370-4741E0725D3F}" presName="hierChild5" presStyleCnt="0"/>
      <dgm:spPr/>
    </dgm:pt>
    <dgm:pt modelId="{FCEB32B7-8444-4FC9-A061-8EFEDB9B3BBE}" type="pres">
      <dgm:prSet presAssocID="{D1D61C10-D709-4C30-9719-683013CD3C93}" presName="Name37" presStyleLbl="parChTrans1D3" presStyleIdx="3" presStyleCnt="4"/>
      <dgm:spPr/>
    </dgm:pt>
    <dgm:pt modelId="{F0C324A9-61E9-494D-A1F3-9AD346318254}" type="pres">
      <dgm:prSet presAssocID="{41B98AEA-9BCB-4049-92C1-25CBA77DEC11}" presName="hierRoot2" presStyleCnt="0">
        <dgm:presLayoutVars>
          <dgm:hierBranch val="init"/>
        </dgm:presLayoutVars>
      </dgm:prSet>
      <dgm:spPr/>
    </dgm:pt>
    <dgm:pt modelId="{CFFB5302-A57A-4BCA-994E-D777A4927F12}" type="pres">
      <dgm:prSet presAssocID="{41B98AEA-9BCB-4049-92C1-25CBA77DEC11}" presName="rootComposite" presStyleCnt="0"/>
      <dgm:spPr/>
    </dgm:pt>
    <dgm:pt modelId="{994D21A7-CC27-473D-8DFD-6B3E11ED0D2F}" type="pres">
      <dgm:prSet presAssocID="{41B98AEA-9BCB-4049-92C1-25CBA77DEC11}" presName="rootText" presStyleLbl="node3" presStyleIdx="3" presStyleCnt="4">
        <dgm:presLayoutVars>
          <dgm:chPref val="3"/>
        </dgm:presLayoutVars>
      </dgm:prSet>
      <dgm:spPr/>
    </dgm:pt>
    <dgm:pt modelId="{4A4157F1-BCAA-4F0F-9147-B6E58F0C2083}" type="pres">
      <dgm:prSet presAssocID="{41B98AEA-9BCB-4049-92C1-25CBA77DEC11}" presName="rootConnector" presStyleLbl="node3" presStyleIdx="3" presStyleCnt="4"/>
      <dgm:spPr/>
    </dgm:pt>
    <dgm:pt modelId="{E9F930F3-5262-4768-B0FD-1A0EC1B2463F}" type="pres">
      <dgm:prSet presAssocID="{41B98AEA-9BCB-4049-92C1-25CBA77DEC11}" presName="hierChild4" presStyleCnt="0"/>
      <dgm:spPr/>
    </dgm:pt>
    <dgm:pt modelId="{0750AC6A-83B3-4F3E-866A-0DFA23EA6943}" type="pres">
      <dgm:prSet presAssocID="{41B98AEA-9BCB-4049-92C1-25CBA77DEC11}" presName="hierChild5" presStyleCnt="0"/>
      <dgm:spPr/>
    </dgm:pt>
    <dgm:pt modelId="{6A4D09C6-A81C-4D52-929C-5BFFAE71DC6E}" type="pres">
      <dgm:prSet presAssocID="{29A639D6-F8BB-460F-B3E4-D79AEAF40809}" presName="hierChild5" presStyleCnt="0"/>
      <dgm:spPr/>
    </dgm:pt>
    <dgm:pt modelId="{AECF224E-35F1-428E-B404-542C9C7AA134}" type="pres">
      <dgm:prSet presAssocID="{FDA5A1D5-373E-40AB-8D53-1356729A1A40}" presName="hierChild3" presStyleCnt="0"/>
      <dgm:spPr/>
    </dgm:pt>
    <dgm:pt modelId="{24E0B6AF-2959-41FC-AB4D-09CA0F33FF15}" type="pres">
      <dgm:prSet presAssocID="{26D308EF-EB7A-46A9-9037-00A17A4C78D5}" presName="Name111" presStyleLbl="parChTrans1D2" presStyleIdx="1" presStyleCnt="2"/>
      <dgm:spPr/>
    </dgm:pt>
    <dgm:pt modelId="{E5DE0465-43BE-477A-8D66-F8DB34016039}" type="pres">
      <dgm:prSet presAssocID="{60679157-2B78-4B1D-894E-12D516AC1316}" presName="hierRoot3" presStyleCnt="0">
        <dgm:presLayoutVars>
          <dgm:hierBranch val="init"/>
        </dgm:presLayoutVars>
      </dgm:prSet>
      <dgm:spPr/>
    </dgm:pt>
    <dgm:pt modelId="{A184368B-4BD7-4A7F-A636-8087C40658C4}" type="pres">
      <dgm:prSet presAssocID="{60679157-2B78-4B1D-894E-12D516AC1316}" presName="rootComposite3" presStyleCnt="0"/>
      <dgm:spPr/>
    </dgm:pt>
    <dgm:pt modelId="{D503C8FA-B728-45C5-858F-1BBF1B5373CB}" type="pres">
      <dgm:prSet presAssocID="{60679157-2B78-4B1D-894E-12D516AC1316}" presName="rootText3" presStyleLbl="asst1" presStyleIdx="0" presStyleCnt="1" custScaleX="185009" custLinFactX="100000" custLinFactY="-42085" custLinFactNeighborX="185105" custLinFactNeighborY="-100000">
        <dgm:presLayoutVars>
          <dgm:chPref val="3"/>
        </dgm:presLayoutVars>
      </dgm:prSet>
      <dgm:spPr/>
    </dgm:pt>
    <dgm:pt modelId="{A119BC9A-7632-4C63-A98B-3016067044B7}" type="pres">
      <dgm:prSet presAssocID="{60679157-2B78-4B1D-894E-12D516AC1316}" presName="rootConnector3" presStyleLbl="asst1" presStyleIdx="0" presStyleCnt="1"/>
      <dgm:spPr/>
    </dgm:pt>
    <dgm:pt modelId="{42F2E64D-DACA-434D-B20B-49B9F912A982}" type="pres">
      <dgm:prSet presAssocID="{60679157-2B78-4B1D-894E-12D516AC1316}" presName="hierChild6" presStyleCnt="0"/>
      <dgm:spPr/>
    </dgm:pt>
    <dgm:pt modelId="{468390F5-A570-49E1-A9C2-FB00E04FBB96}" type="pres">
      <dgm:prSet presAssocID="{60679157-2B78-4B1D-894E-12D516AC1316}" presName="hierChild7" presStyleCnt="0"/>
      <dgm:spPr/>
    </dgm:pt>
  </dgm:ptLst>
  <dgm:cxnLst>
    <dgm:cxn modelId="{98772707-1AE1-473C-9A17-87B9FE821C91}" srcId="{29A639D6-F8BB-460F-B3E4-D79AEAF40809}" destId="{377ED8EB-6304-44B6-AC20-55659F128BCB}" srcOrd="0" destOrd="0" parTransId="{D34F0D6B-612E-4B7D-AC4D-5E1E328413CD}" sibTransId="{098C9116-6B8C-48AB-9841-943C68D78603}"/>
    <dgm:cxn modelId="{95B2801F-2070-43E2-9DE7-A37FAED8056A}" type="presOf" srcId="{D34F0D6B-612E-4B7D-AC4D-5E1E328413CD}" destId="{215B489D-0232-43DD-AF61-B3F50E9ABBC0}" srcOrd="0" destOrd="0" presId="urn:microsoft.com/office/officeart/2005/8/layout/orgChart1"/>
    <dgm:cxn modelId="{574F0220-BD80-4CA2-AE04-0182370C024D}" type="presOf" srcId="{377ED8EB-6304-44B6-AC20-55659F128BCB}" destId="{4DA9F94F-8865-4C8B-B85F-337FFB38AA85}" srcOrd="0" destOrd="0" presId="urn:microsoft.com/office/officeart/2005/8/layout/orgChart1"/>
    <dgm:cxn modelId="{AA7CDD21-9B4F-4E6F-A9F9-B5F405E0DDB1}" type="presOf" srcId="{D1D61C10-D709-4C30-9719-683013CD3C93}" destId="{FCEB32B7-8444-4FC9-A061-8EFEDB9B3BBE}" srcOrd="0" destOrd="0" presId="urn:microsoft.com/office/officeart/2005/8/layout/orgChart1"/>
    <dgm:cxn modelId="{6A59AA2F-B934-4D4C-BE61-D73AC7F168B2}" type="presOf" srcId="{41B98AEA-9BCB-4049-92C1-25CBA77DEC11}" destId="{994D21A7-CC27-473D-8DFD-6B3E11ED0D2F}" srcOrd="0" destOrd="0" presId="urn:microsoft.com/office/officeart/2005/8/layout/orgChart1"/>
    <dgm:cxn modelId="{B4A26D3E-E18A-4CD5-AC40-3642A5154E7C}" type="presOf" srcId="{29A639D6-F8BB-460F-B3E4-D79AEAF40809}" destId="{DFB57428-AD2C-4C0D-BD93-054996BEAE58}" srcOrd="1" destOrd="0" presId="urn:microsoft.com/office/officeart/2005/8/layout/orgChart1"/>
    <dgm:cxn modelId="{02DB5B5F-499D-4CDA-9B1E-355A44B26B50}" type="presOf" srcId="{AF93BD0B-6C50-4D49-AB34-039D941E75FA}" destId="{CCCF9915-6643-41C3-9A1D-232CA9AE31B8}" srcOrd="0" destOrd="0" presId="urn:microsoft.com/office/officeart/2005/8/layout/orgChart1"/>
    <dgm:cxn modelId="{03051B41-0BD8-429E-BB43-371A1774C9FF}" type="presOf" srcId="{A3D2CEA4-5EAC-457B-9D7E-0439BE3F0172}" destId="{30EE9C23-6125-4344-9F21-6729D11F9381}" srcOrd="0" destOrd="0" presId="urn:microsoft.com/office/officeart/2005/8/layout/orgChart1"/>
    <dgm:cxn modelId="{9AA45741-66C0-43CC-B247-C291B96DF778}" type="presOf" srcId="{377ED8EB-6304-44B6-AC20-55659F128BCB}" destId="{6536A04A-B97A-435E-A1C6-9B6CA23E3967}" srcOrd="1" destOrd="0" presId="urn:microsoft.com/office/officeart/2005/8/layout/orgChart1"/>
    <dgm:cxn modelId="{E77A2342-D046-4D8C-98F8-A870CF86C501}" type="presOf" srcId="{60679157-2B78-4B1D-894E-12D516AC1316}" destId="{A119BC9A-7632-4C63-A98B-3016067044B7}" srcOrd="1" destOrd="0" presId="urn:microsoft.com/office/officeart/2005/8/layout/orgChart1"/>
    <dgm:cxn modelId="{981FBB42-29AF-4D75-A505-FE72059E3D2F}" type="presOf" srcId="{66B8C89B-9C60-47CB-91C3-465C743A84FA}" destId="{20D32B4B-0A9B-46AF-9718-34FEEC63D8BA}" srcOrd="0" destOrd="0" presId="urn:microsoft.com/office/officeart/2005/8/layout/orgChart1"/>
    <dgm:cxn modelId="{969ED063-7C9C-4670-8522-FDF75DC8E9DF}" srcId="{F3D65541-CE55-4E2A-950F-E2087D1E9A1B}" destId="{FDA5A1D5-373E-40AB-8D53-1356729A1A40}" srcOrd="0" destOrd="0" parTransId="{A86DB75B-D52D-4EF1-8A71-8EC99932DC7C}" sibTransId="{3D3CBAB4-8B1A-4135-A6F2-9F08FB2A89E8}"/>
    <dgm:cxn modelId="{5D21DC52-07DE-44DD-B76B-F6374321128B}" srcId="{FDA5A1D5-373E-40AB-8D53-1356729A1A40}" destId="{29A639D6-F8BB-460F-B3E4-D79AEAF40809}" srcOrd="1" destOrd="0" parTransId="{C8702AB2-8CF8-4AF8-B6B4-77888CDB4AE0}" sibTransId="{6BF9F16F-6B59-43F9-AA32-5B3EA1471777}"/>
    <dgm:cxn modelId="{8D3AAB75-F0D6-4E39-89B0-D36CDBA39448}" type="presOf" srcId="{5BD109AF-D8F6-4304-8686-AC6B6E905077}" destId="{3A6219AB-0D2B-4F5C-936D-AEA53C61D3DE}" srcOrd="0" destOrd="0" presId="urn:microsoft.com/office/officeart/2005/8/layout/orgChart1"/>
    <dgm:cxn modelId="{4E708284-F2C6-40B4-8698-231909B214E6}" type="presOf" srcId="{26D308EF-EB7A-46A9-9037-00A17A4C78D5}" destId="{24E0B6AF-2959-41FC-AB4D-09CA0F33FF15}" srcOrd="0" destOrd="0" presId="urn:microsoft.com/office/officeart/2005/8/layout/orgChart1"/>
    <dgm:cxn modelId="{65486F88-47FF-462B-B922-27EEBF57C070}" type="presOf" srcId="{60679157-2B78-4B1D-894E-12D516AC1316}" destId="{D503C8FA-B728-45C5-858F-1BBF1B5373CB}" srcOrd="0" destOrd="0" presId="urn:microsoft.com/office/officeart/2005/8/layout/orgChart1"/>
    <dgm:cxn modelId="{764396A2-3D27-4A0A-933B-A5B927963507}" type="presOf" srcId="{759F8034-6F1B-4DE5-A370-4741E0725D3F}" destId="{11B0473D-7B17-41AD-A264-D0FE0360E254}" srcOrd="0" destOrd="0" presId="urn:microsoft.com/office/officeart/2005/8/layout/orgChart1"/>
    <dgm:cxn modelId="{744754A4-377F-4272-A534-1DCCF89603BD}" srcId="{FDA5A1D5-373E-40AB-8D53-1356729A1A40}" destId="{60679157-2B78-4B1D-894E-12D516AC1316}" srcOrd="0" destOrd="0" parTransId="{26D308EF-EB7A-46A9-9037-00A17A4C78D5}" sibTransId="{0A769930-162E-4312-9813-763DB0535DF8}"/>
    <dgm:cxn modelId="{C48C7DA4-79BB-462A-81B5-2EF7F0A76056}" type="presOf" srcId="{765414D6-A198-4156-B51A-9678394F0630}" destId="{D173F5E0-3F77-4768-94D6-9D139DD44464}" srcOrd="1" destOrd="0" presId="urn:microsoft.com/office/officeart/2005/8/layout/orgChart1"/>
    <dgm:cxn modelId="{C21196A6-A78D-49B9-A277-4148774D4AF1}" srcId="{29A639D6-F8BB-460F-B3E4-D79AEAF40809}" destId="{765414D6-A198-4156-B51A-9678394F0630}" srcOrd="1" destOrd="0" parTransId="{AF93BD0B-6C50-4D49-AB34-039D941E75FA}" sibTransId="{E48A4E60-09AD-4A3F-BECA-C030D57CF610}"/>
    <dgm:cxn modelId="{8EDE9BB3-0969-4F06-A16B-5EB218C04021}" type="presOf" srcId="{765414D6-A198-4156-B51A-9678394F0630}" destId="{6052E71A-29B3-4514-811A-8B2C3E5EAEA9}" srcOrd="0" destOrd="0" presId="urn:microsoft.com/office/officeart/2005/8/layout/orgChart1"/>
    <dgm:cxn modelId="{5AC094B7-64DB-4D6F-A45A-EE1FA87F4C6F}" type="presOf" srcId="{5BD109AF-D8F6-4304-8686-AC6B6E905077}" destId="{F9B01ABD-4DF4-4A9C-9C30-31FDD2B8DEF5}" srcOrd="1" destOrd="0" presId="urn:microsoft.com/office/officeart/2005/8/layout/orgChart1"/>
    <dgm:cxn modelId="{CEE00EC1-24E1-4082-A3E2-DA5AD03CB55D}" type="presOf" srcId="{29A639D6-F8BB-460F-B3E4-D79AEAF40809}" destId="{333BFEAB-59CE-4065-9B29-659973AB19EA}" srcOrd="0" destOrd="0" presId="urn:microsoft.com/office/officeart/2005/8/layout/orgChart1"/>
    <dgm:cxn modelId="{1C3A6CC1-ACA4-4003-884F-7FD7C7D5803E}" type="presOf" srcId="{C8702AB2-8CF8-4AF8-B6B4-77888CDB4AE0}" destId="{6120CC89-B5B7-421A-9E1F-50D0379597E2}" srcOrd="0" destOrd="0" presId="urn:microsoft.com/office/officeart/2005/8/layout/orgChart1"/>
    <dgm:cxn modelId="{5958B7C9-0DAC-4327-9B11-D07FE221135E}" type="presOf" srcId="{F3D65541-CE55-4E2A-950F-E2087D1E9A1B}" destId="{E5A2EFCB-7331-42A6-9F71-481C7398840F}" srcOrd="0" destOrd="0" presId="urn:microsoft.com/office/officeart/2005/8/layout/orgChart1"/>
    <dgm:cxn modelId="{94D8C9CA-0114-4059-93BB-C1D85C42EBA4}" srcId="{29A639D6-F8BB-460F-B3E4-D79AEAF40809}" destId="{759F8034-6F1B-4DE5-A370-4741E0725D3F}" srcOrd="2" destOrd="0" parTransId="{66B8C89B-9C60-47CB-91C3-465C743A84FA}" sibTransId="{14BBCC6B-A615-4199-85F8-AAD60402DC89}"/>
    <dgm:cxn modelId="{BEA135D7-634B-475D-A54F-649A644564B9}" srcId="{759F8034-6F1B-4DE5-A370-4741E0725D3F}" destId="{5BD109AF-D8F6-4304-8686-AC6B6E905077}" srcOrd="0" destOrd="0" parTransId="{A3D2CEA4-5EAC-457B-9D7E-0439BE3F0172}" sibTransId="{4661C3CC-060B-4790-BD20-0791298D17E6}"/>
    <dgm:cxn modelId="{5B5619DC-EF1C-40A9-8374-7CBE764F5533}" srcId="{29A639D6-F8BB-460F-B3E4-D79AEAF40809}" destId="{41B98AEA-9BCB-4049-92C1-25CBA77DEC11}" srcOrd="3" destOrd="0" parTransId="{D1D61C10-D709-4C30-9719-683013CD3C93}" sibTransId="{FF50DD32-FBDA-4795-98CE-60B4E5204D7F}"/>
    <dgm:cxn modelId="{F84CFEE8-B090-4221-A8FA-E10C9005F2F9}" type="presOf" srcId="{FDA5A1D5-373E-40AB-8D53-1356729A1A40}" destId="{1B673FE6-5C7E-41AD-BBC6-70ED0A952F51}" srcOrd="0" destOrd="0" presId="urn:microsoft.com/office/officeart/2005/8/layout/orgChart1"/>
    <dgm:cxn modelId="{34137DED-8F02-4F46-9314-FD47AEA82374}" type="presOf" srcId="{759F8034-6F1B-4DE5-A370-4741E0725D3F}" destId="{4D3750DA-E588-44AB-920C-CA642C7E4AD2}" srcOrd="1" destOrd="0" presId="urn:microsoft.com/office/officeart/2005/8/layout/orgChart1"/>
    <dgm:cxn modelId="{AB23E8F8-F041-43E2-8483-A0B668C67586}" type="presOf" srcId="{41B98AEA-9BCB-4049-92C1-25CBA77DEC11}" destId="{4A4157F1-BCAA-4F0F-9147-B6E58F0C2083}" srcOrd="1" destOrd="0" presId="urn:microsoft.com/office/officeart/2005/8/layout/orgChart1"/>
    <dgm:cxn modelId="{5719B2FB-BBEC-46B2-9DE2-EBCCD0AA63E2}" type="presOf" srcId="{FDA5A1D5-373E-40AB-8D53-1356729A1A40}" destId="{1E57B968-55E6-4ACC-8112-F0D44702099A}" srcOrd="1" destOrd="0" presId="urn:microsoft.com/office/officeart/2005/8/layout/orgChart1"/>
    <dgm:cxn modelId="{397B4CEA-FA5B-4962-9417-8EB145A82B2E}" type="presParOf" srcId="{E5A2EFCB-7331-42A6-9F71-481C7398840F}" destId="{C250BDFA-8DFC-443D-AD14-2A10C87F9441}" srcOrd="0" destOrd="0" presId="urn:microsoft.com/office/officeart/2005/8/layout/orgChart1"/>
    <dgm:cxn modelId="{AD60EFD3-2712-47BC-A8DC-9F8B588CEB21}" type="presParOf" srcId="{C250BDFA-8DFC-443D-AD14-2A10C87F9441}" destId="{212408EE-D528-4976-A656-AF9277448A29}" srcOrd="0" destOrd="0" presId="urn:microsoft.com/office/officeart/2005/8/layout/orgChart1"/>
    <dgm:cxn modelId="{AB551C55-69AF-41E4-80AA-ED08D4D00181}" type="presParOf" srcId="{212408EE-D528-4976-A656-AF9277448A29}" destId="{1B673FE6-5C7E-41AD-BBC6-70ED0A952F51}" srcOrd="0" destOrd="0" presId="urn:microsoft.com/office/officeart/2005/8/layout/orgChart1"/>
    <dgm:cxn modelId="{E4EA23C1-9E1F-41B4-9957-47DE527A45F9}" type="presParOf" srcId="{212408EE-D528-4976-A656-AF9277448A29}" destId="{1E57B968-55E6-4ACC-8112-F0D44702099A}" srcOrd="1" destOrd="0" presId="urn:microsoft.com/office/officeart/2005/8/layout/orgChart1"/>
    <dgm:cxn modelId="{66CDE0BF-3378-45E4-90AE-C2BA86A96D80}" type="presParOf" srcId="{C250BDFA-8DFC-443D-AD14-2A10C87F9441}" destId="{510CDC27-28B3-406B-9E93-F7502D756EC7}" srcOrd="1" destOrd="0" presId="urn:microsoft.com/office/officeart/2005/8/layout/orgChart1"/>
    <dgm:cxn modelId="{2D93B23F-D0DA-4A24-8094-9531F917F2E4}" type="presParOf" srcId="{510CDC27-28B3-406B-9E93-F7502D756EC7}" destId="{6120CC89-B5B7-421A-9E1F-50D0379597E2}" srcOrd="0" destOrd="0" presId="urn:microsoft.com/office/officeart/2005/8/layout/orgChart1"/>
    <dgm:cxn modelId="{AB132E81-58B9-49BE-B846-352AF27A6C6C}" type="presParOf" srcId="{510CDC27-28B3-406B-9E93-F7502D756EC7}" destId="{C0A5226C-09CE-4489-8E67-4CB14008B4AF}" srcOrd="1" destOrd="0" presId="urn:microsoft.com/office/officeart/2005/8/layout/orgChart1"/>
    <dgm:cxn modelId="{523FCBC9-050A-467A-8049-7C0B0E258058}" type="presParOf" srcId="{C0A5226C-09CE-4489-8E67-4CB14008B4AF}" destId="{024EA7ED-4A49-4E0C-8550-C450F4500BD3}" srcOrd="0" destOrd="0" presId="urn:microsoft.com/office/officeart/2005/8/layout/orgChart1"/>
    <dgm:cxn modelId="{BF79496F-BA37-4E52-B81C-DBA34A47DFB4}" type="presParOf" srcId="{024EA7ED-4A49-4E0C-8550-C450F4500BD3}" destId="{333BFEAB-59CE-4065-9B29-659973AB19EA}" srcOrd="0" destOrd="0" presId="urn:microsoft.com/office/officeart/2005/8/layout/orgChart1"/>
    <dgm:cxn modelId="{2851C029-616E-4854-80A3-E1B01F53869E}" type="presParOf" srcId="{024EA7ED-4A49-4E0C-8550-C450F4500BD3}" destId="{DFB57428-AD2C-4C0D-BD93-054996BEAE58}" srcOrd="1" destOrd="0" presId="urn:microsoft.com/office/officeart/2005/8/layout/orgChart1"/>
    <dgm:cxn modelId="{463AFF43-AB72-4352-9BDA-043CBA10F008}" type="presParOf" srcId="{C0A5226C-09CE-4489-8E67-4CB14008B4AF}" destId="{D4018566-1B33-43A5-AE9B-7473A59F00D2}" srcOrd="1" destOrd="0" presId="urn:microsoft.com/office/officeart/2005/8/layout/orgChart1"/>
    <dgm:cxn modelId="{D49C5B23-86B3-4DDB-98D2-8413379A2BF3}" type="presParOf" srcId="{D4018566-1B33-43A5-AE9B-7473A59F00D2}" destId="{215B489D-0232-43DD-AF61-B3F50E9ABBC0}" srcOrd="0" destOrd="0" presId="urn:microsoft.com/office/officeart/2005/8/layout/orgChart1"/>
    <dgm:cxn modelId="{601CA2AD-18E5-4E52-8CDD-2C682B4564C1}" type="presParOf" srcId="{D4018566-1B33-43A5-AE9B-7473A59F00D2}" destId="{FA1B80DB-6C2C-460C-A3B2-0CCD574BA1AB}" srcOrd="1" destOrd="0" presId="urn:microsoft.com/office/officeart/2005/8/layout/orgChart1"/>
    <dgm:cxn modelId="{38982A7F-D077-45B6-8A37-3534E9299276}" type="presParOf" srcId="{FA1B80DB-6C2C-460C-A3B2-0CCD574BA1AB}" destId="{82480AA2-ACFC-4FD3-B74A-A65375C0ECC2}" srcOrd="0" destOrd="0" presId="urn:microsoft.com/office/officeart/2005/8/layout/orgChart1"/>
    <dgm:cxn modelId="{B5044D6C-62C2-41CC-A9EA-742F7263B68B}" type="presParOf" srcId="{82480AA2-ACFC-4FD3-B74A-A65375C0ECC2}" destId="{4DA9F94F-8865-4C8B-B85F-337FFB38AA85}" srcOrd="0" destOrd="0" presId="urn:microsoft.com/office/officeart/2005/8/layout/orgChart1"/>
    <dgm:cxn modelId="{7881B7AC-8940-453D-8D51-67B2913834A7}" type="presParOf" srcId="{82480AA2-ACFC-4FD3-B74A-A65375C0ECC2}" destId="{6536A04A-B97A-435E-A1C6-9B6CA23E3967}" srcOrd="1" destOrd="0" presId="urn:microsoft.com/office/officeart/2005/8/layout/orgChart1"/>
    <dgm:cxn modelId="{1EE320E4-D776-4BA2-B301-E3901A393497}" type="presParOf" srcId="{FA1B80DB-6C2C-460C-A3B2-0CCD574BA1AB}" destId="{BC839DB5-4D1D-4B65-BB90-CD1D934B9BED}" srcOrd="1" destOrd="0" presId="urn:microsoft.com/office/officeart/2005/8/layout/orgChart1"/>
    <dgm:cxn modelId="{173D7A04-81A1-4F29-BA5B-6D73AC94F271}" type="presParOf" srcId="{FA1B80DB-6C2C-460C-A3B2-0CCD574BA1AB}" destId="{358CA590-A32F-4276-909B-985BB730D947}" srcOrd="2" destOrd="0" presId="urn:microsoft.com/office/officeart/2005/8/layout/orgChart1"/>
    <dgm:cxn modelId="{E684740B-E9D9-477C-A5AA-96CB63DE2273}" type="presParOf" srcId="{D4018566-1B33-43A5-AE9B-7473A59F00D2}" destId="{CCCF9915-6643-41C3-9A1D-232CA9AE31B8}" srcOrd="2" destOrd="0" presId="urn:microsoft.com/office/officeart/2005/8/layout/orgChart1"/>
    <dgm:cxn modelId="{7D049523-55F4-457B-BAA1-8BE642668CAE}" type="presParOf" srcId="{D4018566-1B33-43A5-AE9B-7473A59F00D2}" destId="{DE9E3FBC-B82C-4526-9661-96F15409012E}" srcOrd="3" destOrd="0" presId="urn:microsoft.com/office/officeart/2005/8/layout/orgChart1"/>
    <dgm:cxn modelId="{8103BA24-9D3D-4946-A8DC-A8CA26E4AAEE}" type="presParOf" srcId="{DE9E3FBC-B82C-4526-9661-96F15409012E}" destId="{ABC991BB-B595-492B-80A5-8CECB945AB92}" srcOrd="0" destOrd="0" presId="urn:microsoft.com/office/officeart/2005/8/layout/orgChart1"/>
    <dgm:cxn modelId="{EBDE3106-BE9E-4A6B-86D9-B9C8240FF14F}" type="presParOf" srcId="{ABC991BB-B595-492B-80A5-8CECB945AB92}" destId="{6052E71A-29B3-4514-811A-8B2C3E5EAEA9}" srcOrd="0" destOrd="0" presId="urn:microsoft.com/office/officeart/2005/8/layout/orgChart1"/>
    <dgm:cxn modelId="{1193862F-CFC3-4B87-AFB8-BFB1181743CC}" type="presParOf" srcId="{ABC991BB-B595-492B-80A5-8CECB945AB92}" destId="{D173F5E0-3F77-4768-94D6-9D139DD44464}" srcOrd="1" destOrd="0" presId="urn:microsoft.com/office/officeart/2005/8/layout/orgChart1"/>
    <dgm:cxn modelId="{D0BDF272-87DA-48C7-8F08-96E7C4E3ED06}" type="presParOf" srcId="{DE9E3FBC-B82C-4526-9661-96F15409012E}" destId="{5B58162C-7F5C-4F3C-99C7-3AB1D79AAFC8}" srcOrd="1" destOrd="0" presId="urn:microsoft.com/office/officeart/2005/8/layout/orgChart1"/>
    <dgm:cxn modelId="{66A70CC6-B89B-461A-8624-7FABE2938153}" type="presParOf" srcId="{DE9E3FBC-B82C-4526-9661-96F15409012E}" destId="{63EDAC84-9BDF-46AF-ABF8-DAFBF054C1A1}" srcOrd="2" destOrd="0" presId="urn:microsoft.com/office/officeart/2005/8/layout/orgChart1"/>
    <dgm:cxn modelId="{92C5F250-C048-49D7-8076-FC8B69A33164}" type="presParOf" srcId="{D4018566-1B33-43A5-AE9B-7473A59F00D2}" destId="{20D32B4B-0A9B-46AF-9718-34FEEC63D8BA}" srcOrd="4" destOrd="0" presId="urn:microsoft.com/office/officeart/2005/8/layout/orgChart1"/>
    <dgm:cxn modelId="{7D5C79DB-F0CC-4825-B7C1-6368E35C706E}" type="presParOf" srcId="{D4018566-1B33-43A5-AE9B-7473A59F00D2}" destId="{61A1FA8D-847A-4DF8-8386-541094280E51}" srcOrd="5" destOrd="0" presId="urn:microsoft.com/office/officeart/2005/8/layout/orgChart1"/>
    <dgm:cxn modelId="{CF79694B-2C81-4FFE-A791-9A69800A87C4}" type="presParOf" srcId="{61A1FA8D-847A-4DF8-8386-541094280E51}" destId="{028A936C-5447-4436-9886-983EB1112502}" srcOrd="0" destOrd="0" presId="urn:microsoft.com/office/officeart/2005/8/layout/orgChart1"/>
    <dgm:cxn modelId="{4E398795-D684-4D0B-92F6-BFD5C0890466}" type="presParOf" srcId="{028A936C-5447-4436-9886-983EB1112502}" destId="{11B0473D-7B17-41AD-A264-D0FE0360E254}" srcOrd="0" destOrd="0" presId="urn:microsoft.com/office/officeart/2005/8/layout/orgChart1"/>
    <dgm:cxn modelId="{CFE85E92-BD15-4089-83FC-052392BFE153}" type="presParOf" srcId="{028A936C-5447-4436-9886-983EB1112502}" destId="{4D3750DA-E588-44AB-920C-CA642C7E4AD2}" srcOrd="1" destOrd="0" presId="urn:microsoft.com/office/officeart/2005/8/layout/orgChart1"/>
    <dgm:cxn modelId="{AB144B31-71E4-49BC-ACA9-8E28DC807D85}" type="presParOf" srcId="{61A1FA8D-847A-4DF8-8386-541094280E51}" destId="{BC2EF2C6-043B-45C8-8688-2120FCB4596C}" srcOrd="1" destOrd="0" presId="urn:microsoft.com/office/officeart/2005/8/layout/orgChart1"/>
    <dgm:cxn modelId="{7EA04EAF-AA6A-4C6D-BC58-5BE0EC0B34CC}" type="presParOf" srcId="{BC2EF2C6-043B-45C8-8688-2120FCB4596C}" destId="{30EE9C23-6125-4344-9F21-6729D11F9381}" srcOrd="0" destOrd="0" presId="urn:microsoft.com/office/officeart/2005/8/layout/orgChart1"/>
    <dgm:cxn modelId="{8DE6F480-29E9-4780-A8BA-FD3721FF7945}" type="presParOf" srcId="{BC2EF2C6-043B-45C8-8688-2120FCB4596C}" destId="{6E7DFECF-D50A-4DB4-9E08-CE554C246CB2}" srcOrd="1" destOrd="0" presId="urn:microsoft.com/office/officeart/2005/8/layout/orgChart1"/>
    <dgm:cxn modelId="{DECF4B0E-401B-481C-87C6-80ADF3B0DA3B}" type="presParOf" srcId="{6E7DFECF-D50A-4DB4-9E08-CE554C246CB2}" destId="{D9F47CC3-287E-49EE-90C4-E45C9F98581C}" srcOrd="0" destOrd="0" presId="urn:microsoft.com/office/officeart/2005/8/layout/orgChart1"/>
    <dgm:cxn modelId="{597169F2-599E-4995-B8E1-07AB4A635D9C}" type="presParOf" srcId="{D9F47CC3-287E-49EE-90C4-E45C9F98581C}" destId="{3A6219AB-0D2B-4F5C-936D-AEA53C61D3DE}" srcOrd="0" destOrd="0" presId="urn:microsoft.com/office/officeart/2005/8/layout/orgChart1"/>
    <dgm:cxn modelId="{A2CADAB1-1434-4254-A0F5-404FA4E212F8}" type="presParOf" srcId="{D9F47CC3-287E-49EE-90C4-E45C9F98581C}" destId="{F9B01ABD-4DF4-4A9C-9C30-31FDD2B8DEF5}" srcOrd="1" destOrd="0" presId="urn:microsoft.com/office/officeart/2005/8/layout/orgChart1"/>
    <dgm:cxn modelId="{1328B878-D416-4A18-B375-E9697C49DC2B}" type="presParOf" srcId="{6E7DFECF-D50A-4DB4-9E08-CE554C246CB2}" destId="{9CC18119-C441-4CDE-A3B3-111970C9CD5F}" srcOrd="1" destOrd="0" presId="urn:microsoft.com/office/officeart/2005/8/layout/orgChart1"/>
    <dgm:cxn modelId="{3041DA0C-11DA-4417-A490-D389C0E13FF7}" type="presParOf" srcId="{6E7DFECF-D50A-4DB4-9E08-CE554C246CB2}" destId="{CC2AC5C0-9681-4489-ABC2-778CF23AA684}" srcOrd="2" destOrd="0" presId="urn:microsoft.com/office/officeart/2005/8/layout/orgChart1"/>
    <dgm:cxn modelId="{B944C3CE-0974-4673-8E99-70781EB9D4B9}" type="presParOf" srcId="{61A1FA8D-847A-4DF8-8386-541094280E51}" destId="{3A09A5EF-8420-4AE2-BE88-F0DEEB767509}" srcOrd="2" destOrd="0" presId="urn:microsoft.com/office/officeart/2005/8/layout/orgChart1"/>
    <dgm:cxn modelId="{E0410330-BE30-468C-8D84-668A99DF8D61}" type="presParOf" srcId="{D4018566-1B33-43A5-AE9B-7473A59F00D2}" destId="{FCEB32B7-8444-4FC9-A061-8EFEDB9B3BBE}" srcOrd="6" destOrd="0" presId="urn:microsoft.com/office/officeart/2005/8/layout/orgChart1"/>
    <dgm:cxn modelId="{6954B6CF-E6B2-4443-8341-442866D7E2B8}" type="presParOf" srcId="{D4018566-1B33-43A5-AE9B-7473A59F00D2}" destId="{F0C324A9-61E9-494D-A1F3-9AD346318254}" srcOrd="7" destOrd="0" presId="urn:microsoft.com/office/officeart/2005/8/layout/orgChart1"/>
    <dgm:cxn modelId="{C3C7A490-83BA-4C0E-B5F9-85B3F78C1631}" type="presParOf" srcId="{F0C324A9-61E9-494D-A1F3-9AD346318254}" destId="{CFFB5302-A57A-4BCA-994E-D777A4927F12}" srcOrd="0" destOrd="0" presId="urn:microsoft.com/office/officeart/2005/8/layout/orgChart1"/>
    <dgm:cxn modelId="{5A428E48-10CF-42B1-BBEF-73FB6BF2E0EF}" type="presParOf" srcId="{CFFB5302-A57A-4BCA-994E-D777A4927F12}" destId="{994D21A7-CC27-473D-8DFD-6B3E11ED0D2F}" srcOrd="0" destOrd="0" presId="urn:microsoft.com/office/officeart/2005/8/layout/orgChart1"/>
    <dgm:cxn modelId="{6A5CA46A-4E61-4B59-94D8-7BF12A5D6264}" type="presParOf" srcId="{CFFB5302-A57A-4BCA-994E-D777A4927F12}" destId="{4A4157F1-BCAA-4F0F-9147-B6E58F0C2083}" srcOrd="1" destOrd="0" presId="urn:microsoft.com/office/officeart/2005/8/layout/orgChart1"/>
    <dgm:cxn modelId="{008E0156-7DA2-490F-8157-72DB23EE9BAC}" type="presParOf" srcId="{F0C324A9-61E9-494D-A1F3-9AD346318254}" destId="{E9F930F3-5262-4768-B0FD-1A0EC1B2463F}" srcOrd="1" destOrd="0" presId="urn:microsoft.com/office/officeart/2005/8/layout/orgChart1"/>
    <dgm:cxn modelId="{42C37B9D-37E3-4E6C-9631-499F9CBAACE7}" type="presParOf" srcId="{F0C324A9-61E9-494D-A1F3-9AD346318254}" destId="{0750AC6A-83B3-4F3E-866A-0DFA23EA6943}" srcOrd="2" destOrd="0" presId="urn:microsoft.com/office/officeart/2005/8/layout/orgChart1"/>
    <dgm:cxn modelId="{9C1C7CF9-6271-4208-B738-7FE28104D64F}" type="presParOf" srcId="{C0A5226C-09CE-4489-8E67-4CB14008B4AF}" destId="{6A4D09C6-A81C-4D52-929C-5BFFAE71DC6E}" srcOrd="2" destOrd="0" presId="urn:microsoft.com/office/officeart/2005/8/layout/orgChart1"/>
    <dgm:cxn modelId="{D5343EF9-D342-4652-84CB-5EA60A545AEE}" type="presParOf" srcId="{C250BDFA-8DFC-443D-AD14-2A10C87F9441}" destId="{AECF224E-35F1-428E-B404-542C9C7AA134}" srcOrd="2" destOrd="0" presId="urn:microsoft.com/office/officeart/2005/8/layout/orgChart1"/>
    <dgm:cxn modelId="{052B8840-6718-4C97-975C-A8EEA55371DF}" type="presParOf" srcId="{AECF224E-35F1-428E-B404-542C9C7AA134}" destId="{24E0B6AF-2959-41FC-AB4D-09CA0F33FF15}" srcOrd="0" destOrd="0" presId="urn:microsoft.com/office/officeart/2005/8/layout/orgChart1"/>
    <dgm:cxn modelId="{AE078AAD-F7CA-46E0-B47A-D46831E144C1}" type="presParOf" srcId="{AECF224E-35F1-428E-B404-542C9C7AA134}" destId="{E5DE0465-43BE-477A-8D66-F8DB34016039}" srcOrd="1" destOrd="0" presId="urn:microsoft.com/office/officeart/2005/8/layout/orgChart1"/>
    <dgm:cxn modelId="{569D8834-63F6-49B5-A5CB-277C68453F37}" type="presParOf" srcId="{E5DE0465-43BE-477A-8D66-F8DB34016039}" destId="{A184368B-4BD7-4A7F-A636-8087C40658C4}" srcOrd="0" destOrd="0" presId="urn:microsoft.com/office/officeart/2005/8/layout/orgChart1"/>
    <dgm:cxn modelId="{65B4D685-F36F-48FB-A4E8-F7F33E0E13AF}" type="presParOf" srcId="{A184368B-4BD7-4A7F-A636-8087C40658C4}" destId="{D503C8FA-B728-45C5-858F-1BBF1B5373CB}" srcOrd="0" destOrd="0" presId="urn:microsoft.com/office/officeart/2005/8/layout/orgChart1"/>
    <dgm:cxn modelId="{BA633133-C780-479E-ABCF-73286FDC8ECF}" type="presParOf" srcId="{A184368B-4BD7-4A7F-A636-8087C40658C4}" destId="{A119BC9A-7632-4C63-A98B-3016067044B7}" srcOrd="1" destOrd="0" presId="urn:microsoft.com/office/officeart/2005/8/layout/orgChart1"/>
    <dgm:cxn modelId="{BDFB5204-083F-4B61-903A-4740402EEAA8}" type="presParOf" srcId="{E5DE0465-43BE-477A-8D66-F8DB34016039}" destId="{42F2E64D-DACA-434D-B20B-49B9F912A982}" srcOrd="1" destOrd="0" presId="urn:microsoft.com/office/officeart/2005/8/layout/orgChart1"/>
    <dgm:cxn modelId="{90091540-AC66-4DD2-A7EF-099F081CD7CE}" type="presParOf" srcId="{E5DE0465-43BE-477A-8D66-F8DB34016039}" destId="{468390F5-A570-49E1-A9C2-FB00E04FBB9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468A9E-BF3D-44C7-8C62-AB34F3A27FC8}">
      <dsp:nvSpPr>
        <dsp:cNvPr id="0" name=""/>
        <dsp:cNvSpPr/>
      </dsp:nvSpPr>
      <dsp:spPr>
        <a:xfrm>
          <a:off x="3476666" y="1939358"/>
          <a:ext cx="2365542" cy="1474179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Formas jurídicas</a:t>
          </a:r>
          <a:endParaRPr lang="es-ES" sz="1800" b="1" kern="1200" dirty="0"/>
        </a:p>
      </dsp:txBody>
      <dsp:txXfrm>
        <a:off x="3823092" y="2155247"/>
        <a:ext cx="1672690" cy="1042401"/>
      </dsp:txXfrm>
    </dsp:sp>
    <dsp:sp modelId="{6D43CA6C-E5F9-47D8-A450-F0865F627C81}">
      <dsp:nvSpPr>
        <dsp:cNvPr id="0" name=""/>
        <dsp:cNvSpPr/>
      </dsp:nvSpPr>
      <dsp:spPr>
        <a:xfrm rot="15508746">
          <a:off x="4236610" y="1706411"/>
          <a:ext cx="456408" cy="30434"/>
        </a:xfrm>
        <a:custGeom>
          <a:avLst/>
          <a:gdLst/>
          <a:ahLst/>
          <a:cxnLst/>
          <a:rect l="0" t="0" r="0" b="0"/>
          <a:pathLst>
            <a:path>
              <a:moveTo>
                <a:pt x="0" y="15217"/>
              </a:moveTo>
              <a:lnTo>
                <a:pt x="456408" y="1521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b="1" kern="1200" dirty="0"/>
        </a:p>
      </dsp:txBody>
      <dsp:txXfrm rot="10800000">
        <a:off x="4453404" y="1710217"/>
        <a:ext cx="22820" cy="22820"/>
      </dsp:txXfrm>
    </dsp:sp>
    <dsp:sp modelId="{C3D26A50-2331-4358-9E1B-383435522D87}">
      <dsp:nvSpPr>
        <dsp:cNvPr id="0" name=""/>
        <dsp:cNvSpPr/>
      </dsp:nvSpPr>
      <dsp:spPr>
        <a:xfrm>
          <a:off x="3132285" y="30183"/>
          <a:ext cx="2276001" cy="1474179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Empresario individual</a:t>
          </a:r>
        </a:p>
      </dsp:txBody>
      <dsp:txXfrm>
        <a:off x="3465598" y="246072"/>
        <a:ext cx="1609375" cy="1042401"/>
      </dsp:txXfrm>
    </dsp:sp>
    <dsp:sp modelId="{CDD2C11F-8982-469B-A7E2-ED9B50C088B2}">
      <dsp:nvSpPr>
        <dsp:cNvPr id="0" name=""/>
        <dsp:cNvSpPr/>
      </dsp:nvSpPr>
      <dsp:spPr>
        <a:xfrm rot="19692360">
          <a:off x="5484288" y="2093255"/>
          <a:ext cx="182827" cy="30434"/>
        </a:xfrm>
        <a:custGeom>
          <a:avLst/>
          <a:gdLst/>
          <a:ahLst/>
          <a:cxnLst/>
          <a:rect l="0" t="0" r="0" b="0"/>
          <a:pathLst>
            <a:path>
              <a:moveTo>
                <a:pt x="0" y="15217"/>
              </a:moveTo>
              <a:lnTo>
                <a:pt x="182827" y="1521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b="1" kern="1200" dirty="0"/>
        </a:p>
      </dsp:txBody>
      <dsp:txXfrm>
        <a:off x="5571131" y="2103902"/>
        <a:ext cx="9141" cy="9141"/>
      </dsp:txXfrm>
    </dsp:sp>
    <dsp:sp modelId="{300D7A6D-F1C3-4F04-BD61-CB32DCB46DEA}">
      <dsp:nvSpPr>
        <dsp:cNvPr id="0" name=""/>
        <dsp:cNvSpPr/>
      </dsp:nvSpPr>
      <dsp:spPr>
        <a:xfrm>
          <a:off x="5340915" y="814851"/>
          <a:ext cx="2265180" cy="1474179"/>
        </a:xfrm>
        <a:prstGeom prst="ellipse">
          <a:avLst/>
        </a:prstGeom>
        <a:gradFill rotWithShape="0">
          <a:gsLst>
            <a:gs pos="0">
              <a:schemeClr val="accent4">
                <a:hueOff val="-892954"/>
                <a:satOff val="5380"/>
                <a:lumOff val="431"/>
                <a:alphaOff val="0"/>
                <a:shade val="51000"/>
                <a:satMod val="130000"/>
              </a:schemeClr>
            </a:gs>
            <a:gs pos="80000">
              <a:schemeClr val="accent4">
                <a:hueOff val="-892954"/>
                <a:satOff val="5380"/>
                <a:lumOff val="431"/>
                <a:alphaOff val="0"/>
                <a:shade val="93000"/>
                <a:satMod val="130000"/>
              </a:schemeClr>
            </a:gs>
            <a:gs pos="100000">
              <a:schemeClr val="accent4">
                <a:hueOff val="-892954"/>
                <a:satOff val="5380"/>
                <a:lumOff val="43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Régimen de autónomos</a:t>
          </a:r>
          <a:endParaRPr lang="es-ES" sz="1600" b="1" kern="1200" dirty="0"/>
        </a:p>
      </dsp:txBody>
      <dsp:txXfrm>
        <a:off x="5672643" y="1030740"/>
        <a:ext cx="1601724" cy="1042401"/>
      </dsp:txXfrm>
    </dsp:sp>
    <dsp:sp modelId="{8053E21E-9E7E-4588-87D5-4A0672A80BD8}">
      <dsp:nvSpPr>
        <dsp:cNvPr id="0" name=""/>
        <dsp:cNvSpPr/>
      </dsp:nvSpPr>
      <dsp:spPr>
        <a:xfrm rot="1080072">
          <a:off x="5707200" y="3008345"/>
          <a:ext cx="40934" cy="30434"/>
        </a:xfrm>
        <a:custGeom>
          <a:avLst/>
          <a:gdLst/>
          <a:ahLst/>
          <a:cxnLst/>
          <a:rect l="0" t="0" r="0" b="0"/>
          <a:pathLst>
            <a:path>
              <a:moveTo>
                <a:pt x="0" y="15217"/>
              </a:moveTo>
              <a:lnTo>
                <a:pt x="40934" y="1521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b="1" kern="1200" dirty="0"/>
        </a:p>
      </dsp:txBody>
      <dsp:txXfrm>
        <a:off x="5726643" y="3022538"/>
        <a:ext cx="2046" cy="2046"/>
      </dsp:txXfrm>
    </dsp:sp>
    <dsp:sp modelId="{6B192ABE-7604-4E4A-B17F-D035E5A7BFBB}">
      <dsp:nvSpPr>
        <dsp:cNvPr id="0" name=""/>
        <dsp:cNvSpPr/>
      </dsp:nvSpPr>
      <dsp:spPr>
        <a:xfrm>
          <a:off x="5650413" y="2506128"/>
          <a:ext cx="2331754" cy="1742347"/>
        </a:xfrm>
        <a:prstGeom prst="ellipse">
          <a:avLst/>
        </a:prstGeom>
        <a:gradFill rotWithShape="0">
          <a:gsLst>
            <a:gs pos="0">
              <a:schemeClr val="accent4">
                <a:hueOff val="-1785908"/>
                <a:satOff val="10760"/>
                <a:lumOff val="862"/>
                <a:alphaOff val="0"/>
                <a:shade val="51000"/>
                <a:satMod val="130000"/>
              </a:schemeClr>
            </a:gs>
            <a:gs pos="80000">
              <a:schemeClr val="accent4">
                <a:hueOff val="-1785908"/>
                <a:satOff val="10760"/>
                <a:lumOff val="862"/>
                <a:alphaOff val="0"/>
                <a:shade val="93000"/>
                <a:satMod val="130000"/>
              </a:schemeClr>
            </a:gs>
            <a:gs pos="100000">
              <a:schemeClr val="accent4">
                <a:hueOff val="-1785908"/>
                <a:satOff val="10760"/>
                <a:lumOff val="86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Sociedad Limitada</a:t>
          </a:r>
        </a:p>
      </dsp:txBody>
      <dsp:txXfrm>
        <a:off x="5991890" y="2761289"/>
        <a:ext cx="1648800" cy="1232025"/>
      </dsp:txXfrm>
    </dsp:sp>
    <dsp:sp modelId="{E948D965-3366-4AFA-BDFA-FC449D40833E}">
      <dsp:nvSpPr>
        <dsp:cNvPr id="0" name=""/>
        <dsp:cNvSpPr/>
      </dsp:nvSpPr>
      <dsp:spPr>
        <a:xfrm rot="4809852">
          <a:off x="4586753" y="3631400"/>
          <a:ext cx="481770" cy="30434"/>
        </a:xfrm>
        <a:custGeom>
          <a:avLst/>
          <a:gdLst/>
          <a:ahLst/>
          <a:cxnLst/>
          <a:rect l="0" t="0" r="0" b="0"/>
          <a:pathLst>
            <a:path>
              <a:moveTo>
                <a:pt x="0" y="15217"/>
              </a:moveTo>
              <a:lnTo>
                <a:pt x="481770" y="1521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</dsp:txBody>
      <dsp:txXfrm>
        <a:off x="4815594" y="3634573"/>
        <a:ext cx="24088" cy="24088"/>
      </dsp:txXfrm>
    </dsp:sp>
    <dsp:sp modelId="{8B2BA0C3-3B5C-4FF4-9167-C4F42C9DCDF0}">
      <dsp:nvSpPr>
        <dsp:cNvPr id="0" name=""/>
        <dsp:cNvSpPr/>
      </dsp:nvSpPr>
      <dsp:spPr>
        <a:xfrm>
          <a:off x="4087628" y="3876764"/>
          <a:ext cx="1815408" cy="1474179"/>
        </a:xfrm>
        <a:prstGeom prst="ellipse">
          <a:avLst/>
        </a:prstGeom>
        <a:gradFill rotWithShape="0">
          <a:gsLst>
            <a:gs pos="0">
              <a:schemeClr val="accent4">
                <a:hueOff val="-2678862"/>
                <a:satOff val="16139"/>
                <a:lumOff val="1294"/>
                <a:alphaOff val="0"/>
                <a:shade val="51000"/>
                <a:satMod val="130000"/>
              </a:schemeClr>
            </a:gs>
            <a:gs pos="80000">
              <a:schemeClr val="accent4">
                <a:hueOff val="-2678862"/>
                <a:satOff val="16139"/>
                <a:lumOff val="1294"/>
                <a:alphaOff val="0"/>
                <a:shade val="93000"/>
                <a:satMod val="130000"/>
              </a:schemeClr>
            </a:gs>
            <a:gs pos="100000">
              <a:schemeClr val="accent4">
                <a:hueOff val="-2678862"/>
                <a:satOff val="16139"/>
                <a:lumOff val="12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Sociedad Anónima</a:t>
          </a:r>
          <a:endParaRPr lang="es-ES" sz="1600" b="1" kern="1200" dirty="0"/>
        </a:p>
      </dsp:txBody>
      <dsp:txXfrm>
        <a:off x="4353488" y="4092653"/>
        <a:ext cx="1283688" cy="1042401"/>
      </dsp:txXfrm>
    </dsp:sp>
    <dsp:sp modelId="{B60DCD7E-ACC1-4675-8923-F7013BE9A60F}">
      <dsp:nvSpPr>
        <dsp:cNvPr id="0" name=""/>
        <dsp:cNvSpPr/>
      </dsp:nvSpPr>
      <dsp:spPr>
        <a:xfrm rot="9043452">
          <a:off x="3410073" y="3250846"/>
          <a:ext cx="395284" cy="30434"/>
        </a:xfrm>
        <a:custGeom>
          <a:avLst/>
          <a:gdLst/>
          <a:ahLst/>
          <a:cxnLst/>
          <a:rect l="0" t="0" r="0" b="0"/>
          <a:pathLst>
            <a:path>
              <a:moveTo>
                <a:pt x="0" y="15217"/>
              </a:moveTo>
              <a:lnTo>
                <a:pt x="395284" y="1521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</dsp:txBody>
      <dsp:txXfrm rot="10800000">
        <a:off x="3597833" y="3256181"/>
        <a:ext cx="19764" cy="19764"/>
      </dsp:txXfrm>
    </dsp:sp>
    <dsp:sp modelId="{7C53F36C-2D46-4F30-B282-E9D27B2F49CD}">
      <dsp:nvSpPr>
        <dsp:cNvPr id="0" name=""/>
        <dsp:cNvSpPr/>
      </dsp:nvSpPr>
      <dsp:spPr>
        <a:xfrm>
          <a:off x="614881" y="3216836"/>
          <a:ext cx="3531722" cy="1474179"/>
        </a:xfrm>
        <a:prstGeom prst="ellipse">
          <a:avLst/>
        </a:prstGeom>
        <a:gradFill rotWithShape="0">
          <a:gsLst>
            <a:gs pos="0">
              <a:schemeClr val="accent4">
                <a:hueOff val="-3571816"/>
                <a:satOff val="21519"/>
                <a:lumOff val="1725"/>
                <a:alphaOff val="0"/>
                <a:shade val="51000"/>
                <a:satMod val="130000"/>
              </a:schemeClr>
            </a:gs>
            <a:gs pos="80000">
              <a:schemeClr val="accent4">
                <a:hueOff val="-3571816"/>
                <a:satOff val="21519"/>
                <a:lumOff val="1725"/>
                <a:alphaOff val="0"/>
                <a:shade val="93000"/>
                <a:satMod val="130000"/>
              </a:schemeClr>
            </a:gs>
            <a:gs pos="100000">
              <a:schemeClr val="accent4">
                <a:hueOff val="-3571816"/>
                <a:satOff val="21519"/>
                <a:lumOff val="172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Sociedad Limitada Laboral y Sociedad Anónima Laboral</a:t>
          </a:r>
          <a:endParaRPr lang="es-ES" sz="1600" b="1" kern="1200" dirty="0"/>
        </a:p>
      </dsp:txBody>
      <dsp:txXfrm>
        <a:off x="1132090" y="3432725"/>
        <a:ext cx="2497304" cy="1042401"/>
      </dsp:txXfrm>
    </dsp:sp>
    <dsp:sp modelId="{C35B75F2-AB3F-4A0E-86A1-33F86CDD5C4F}">
      <dsp:nvSpPr>
        <dsp:cNvPr id="0" name=""/>
        <dsp:cNvSpPr/>
      </dsp:nvSpPr>
      <dsp:spPr>
        <a:xfrm rot="11650626">
          <a:off x="3137397" y="2331369"/>
          <a:ext cx="432486" cy="30434"/>
        </a:xfrm>
        <a:custGeom>
          <a:avLst/>
          <a:gdLst/>
          <a:ahLst/>
          <a:cxnLst/>
          <a:rect l="0" t="0" r="0" b="0"/>
          <a:pathLst>
            <a:path>
              <a:moveTo>
                <a:pt x="0" y="15217"/>
              </a:moveTo>
              <a:lnTo>
                <a:pt x="432486" y="1521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</dsp:txBody>
      <dsp:txXfrm rot="10800000">
        <a:off x="3342828" y="2335774"/>
        <a:ext cx="21624" cy="21624"/>
      </dsp:txXfrm>
    </dsp:sp>
    <dsp:sp modelId="{03BB731B-CF62-4A9B-BF5F-751B42DCE4AB}">
      <dsp:nvSpPr>
        <dsp:cNvPr id="0" name=""/>
        <dsp:cNvSpPr/>
      </dsp:nvSpPr>
      <dsp:spPr>
        <a:xfrm>
          <a:off x="498694" y="1239489"/>
          <a:ext cx="2780465" cy="1474179"/>
        </a:xfrm>
        <a:prstGeom prst="ellipse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Cooperativa de trabajo asociado</a:t>
          </a:r>
          <a:endParaRPr lang="es-ES" sz="1600" b="1" kern="1200" dirty="0"/>
        </a:p>
      </dsp:txBody>
      <dsp:txXfrm>
        <a:off x="905884" y="1455378"/>
        <a:ext cx="1966085" cy="10424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4DBB8-151D-4F56-8FAC-804173593C47}">
      <dsp:nvSpPr>
        <dsp:cNvPr id="0" name=""/>
        <dsp:cNvSpPr/>
      </dsp:nvSpPr>
      <dsp:spPr>
        <a:xfrm>
          <a:off x="1044847" y="0"/>
          <a:ext cx="2662788" cy="944496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2"/>
              </a:solidFill>
            </a:rPr>
            <a:t>Cotización de  Autónomos</a:t>
          </a:r>
          <a:endParaRPr lang="es-ES" sz="2000" b="1" kern="1200" dirty="0">
            <a:solidFill>
              <a:schemeClr val="tx2"/>
            </a:solidFill>
          </a:endParaRPr>
        </a:p>
      </dsp:txBody>
      <dsp:txXfrm>
        <a:off x="1434803" y="138318"/>
        <a:ext cx="1882876" cy="6678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164789-16A5-4C1F-BAD6-BD5F5C28FE3F}">
      <dsp:nvSpPr>
        <dsp:cNvPr id="0" name=""/>
        <dsp:cNvSpPr/>
      </dsp:nvSpPr>
      <dsp:spPr>
        <a:xfrm>
          <a:off x="1602698" y="164717"/>
          <a:ext cx="3469658" cy="3469658"/>
        </a:xfrm>
        <a:prstGeom prst="blockArc">
          <a:avLst>
            <a:gd name="adj1" fmla="val 13119948"/>
            <a:gd name="adj2" fmla="val 18095868"/>
            <a:gd name="adj3" fmla="val 34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38D8CD-2272-493E-9A70-3874EA0A6798}">
      <dsp:nvSpPr>
        <dsp:cNvPr id="0" name=""/>
        <dsp:cNvSpPr/>
      </dsp:nvSpPr>
      <dsp:spPr>
        <a:xfrm>
          <a:off x="1634698" y="-123965"/>
          <a:ext cx="3469658" cy="3469658"/>
        </a:xfrm>
        <a:prstGeom prst="blockArc">
          <a:avLst>
            <a:gd name="adj1" fmla="val 10273039"/>
            <a:gd name="adj2" fmla="val 12544326"/>
            <a:gd name="adj3" fmla="val 34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55F6C-C8D0-4788-8ADF-082B5EE586E4}">
      <dsp:nvSpPr>
        <dsp:cNvPr id="0" name=""/>
        <dsp:cNvSpPr/>
      </dsp:nvSpPr>
      <dsp:spPr>
        <a:xfrm>
          <a:off x="1623954" y="458665"/>
          <a:ext cx="3469658" cy="3469658"/>
        </a:xfrm>
        <a:prstGeom prst="blockArc">
          <a:avLst>
            <a:gd name="adj1" fmla="val 7817765"/>
            <a:gd name="adj2" fmla="val 11453736"/>
            <a:gd name="adj3" fmla="val 34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2EF38D-F329-4E5A-9C3C-7DCAEA11A8AA}">
      <dsp:nvSpPr>
        <dsp:cNvPr id="0" name=""/>
        <dsp:cNvSpPr/>
      </dsp:nvSpPr>
      <dsp:spPr>
        <a:xfrm>
          <a:off x="1722442" y="549047"/>
          <a:ext cx="3469658" cy="3469658"/>
        </a:xfrm>
        <a:prstGeom prst="blockArc">
          <a:avLst>
            <a:gd name="adj1" fmla="val 3744282"/>
            <a:gd name="adj2" fmla="val 8087347"/>
            <a:gd name="adj3" fmla="val 34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7E355-93C7-446D-BBC5-D2421D6D5BA9}">
      <dsp:nvSpPr>
        <dsp:cNvPr id="0" name=""/>
        <dsp:cNvSpPr/>
      </dsp:nvSpPr>
      <dsp:spPr>
        <a:xfrm>
          <a:off x="3277675" y="536536"/>
          <a:ext cx="3469658" cy="3469658"/>
        </a:xfrm>
        <a:prstGeom prst="blockArc">
          <a:avLst>
            <a:gd name="adj1" fmla="val 2166878"/>
            <a:gd name="adj2" fmla="val 7000408"/>
            <a:gd name="adj3" fmla="val 34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728948-849A-4F91-8408-873E3AE7D3D3}">
      <dsp:nvSpPr>
        <dsp:cNvPr id="0" name=""/>
        <dsp:cNvSpPr/>
      </dsp:nvSpPr>
      <dsp:spPr>
        <a:xfrm>
          <a:off x="3318371" y="483007"/>
          <a:ext cx="3469658" cy="3469658"/>
        </a:xfrm>
        <a:prstGeom prst="blockArc">
          <a:avLst>
            <a:gd name="adj1" fmla="val 20598290"/>
            <a:gd name="adj2" fmla="val 2302460"/>
            <a:gd name="adj3" fmla="val 34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F45BF8-69F6-4A02-B8E1-7F592D0343DB}">
      <dsp:nvSpPr>
        <dsp:cNvPr id="0" name=""/>
        <dsp:cNvSpPr/>
      </dsp:nvSpPr>
      <dsp:spPr>
        <a:xfrm>
          <a:off x="3267830" y="262051"/>
          <a:ext cx="3469658" cy="3469658"/>
        </a:xfrm>
        <a:prstGeom prst="blockArc">
          <a:avLst>
            <a:gd name="adj1" fmla="val 19495536"/>
            <a:gd name="adj2" fmla="val 21055625"/>
            <a:gd name="adj3" fmla="val 34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AFB69-2835-42E4-B281-C4061BFF6AAB}">
      <dsp:nvSpPr>
        <dsp:cNvPr id="0" name=""/>
        <dsp:cNvSpPr/>
      </dsp:nvSpPr>
      <dsp:spPr>
        <a:xfrm>
          <a:off x="3199760" y="365060"/>
          <a:ext cx="3469658" cy="3469658"/>
        </a:xfrm>
        <a:prstGeom prst="blockArc">
          <a:avLst>
            <a:gd name="adj1" fmla="val 14458579"/>
            <a:gd name="adj2" fmla="val 19761035"/>
            <a:gd name="adj3" fmla="val 34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FE466-FD38-4A19-BF83-A02D9D3088DA}">
      <dsp:nvSpPr>
        <dsp:cNvPr id="0" name=""/>
        <dsp:cNvSpPr/>
      </dsp:nvSpPr>
      <dsp:spPr>
        <a:xfrm>
          <a:off x="3618789" y="1558697"/>
          <a:ext cx="1442726" cy="1252708"/>
        </a:xfrm>
        <a:prstGeom prst="ellipse">
          <a:avLst/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4900" b="1" kern="1200" dirty="0"/>
            <a:t>S.L.</a:t>
          </a:r>
          <a:endParaRPr lang="es-ES" sz="4900" b="1" kern="1200" dirty="0"/>
        </a:p>
      </dsp:txBody>
      <dsp:txXfrm>
        <a:off x="3830071" y="1742152"/>
        <a:ext cx="1020162" cy="885798"/>
      </dsp:txXfrm>
    </dsp:sp>
    <dsp:sp modelId="{FD5D2952-0298-474E-8E15-AB9CABA13954}">
      <dsp:nvSpPr>
        <dsp:cNvPr id="0" name=""/>
        <dsp:cNvSpPr/>
      </dsp:nvSpPr>
      <dsp:spPr>
        <a:xfrm>
          <a:off x="2814624" y="0"/>
          <a:ext cx="2578707" cy="790721"/>
        </a:xfrm>
        <a:prstGeom prst="ellipse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u="none" kern="1200" dirty="0"/>
            <a:t>RESPONSABILIDAD</a:t>
          </a:r>
        </a:p>
      </dsp:txBody>
      <dsp:txXfrm>
        <a:off x="3192267" y="115798"/>
        <a:ext cx="1823421" cy="559125"/>
      </dsp:txXfrm>
    </dsp:sp>
    <dsp:sp modelId="{CEE8792D-0F8E-459D-93EB-C61AEE6E7247}">
      <dsp:nvSpPr>
        <dsp:cNvPr id="0" name=""/>
        <dsp:cNvSpPr/>
      </dsp:nvSpPr>
      <dsp:spPr>
        <a:xfrm>
          <a:off x="5685920" y="711790"/>
          <a:ext cx="1424342" cy="6105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Nº SOCIOS</a:t>
          </a:r>
          <a:endParaRPr lang="es-ES" sz="1600" b="1" kern="1200" dirty="0"/>
        </a:p>
      </dsp:txBody>
      <dsp:txXfrm>
        <a:off x="5894510" y="801209"/>
        <a:ext cx="1007162" cy="431752"/>
      </dsp:txXfrm>
    </dsp:sp>
    <dsp:sp modelId="{36C6C073-5F14-4BB1-91A2-A88BAA39A36A}">
      <dsp:nvSpPr>
        <dsp:cNvPr id="0" name=""/>
        <dsp:cNvSpPr/>
      </dsp:nvSpPr>
      <dsp:spPr>
        <a:xfrm>
          <a:off x="6048672" y="1422708"/>
          <a:ext cx="1275428" cy="61059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u="none" kern="1200" dirty="0"/>
            <a:t>CAPITAL</a:t>
          </a:r>
          <a:endParaRPr lang="es-ES" sz="1600" b="1" u="none" kern="1200" dirty="0"/>
        </a:p>
      </dsp:txBody>
      <dsp:txXfrm>
        <a:off x="6235454" y="1512128"/>
        <a:ext cx="901864" cy="431759"/>
      </dsp:txXfrm>
    </dsp:sp>
    <dsp:sp modelId="{D28B92F8-0154-48CB-AB57-A77A033EA2BF}">
      <dsp:nvSpPr>
        <dsp:cNvPr id="0" name=""/>
        <dsp:cNvSpPr/>
      </dsp:nvSpPr>
      <dsp:spPr>
        <a:xfrm>
          <a:off x="5218655" y="2862865"/>
          <a:ext cx="2342527" cy="8269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u="none" kern="1200" dirty="0"/>
            <a:t>PARTICIPACIONES</a:t>
          </a:r>
          <a:endParaRPr lang="es-ES" sz="1600" b="1" u="none" kern="1200" dirty="0"/>
        </a:p>
      </dsp:txBody>
      <dsp:txXfrm>
        <a:off x="5561710" y="2983966"/>
        <a:ext cx="1656417" cy="584730"/>
      </dsp:txXfrm>
    </dsp:sp>
    <dsp:sp modelId="{2A3FA976-DC29-46C4-8647-7D6B01745B3E}">
      <dsp:nvSpPr>
        <dsp:cNvPr id="0" name=""/>
        <dsp:cNvSpPr/>
      </dsp:nvSpPr>
      <dsp:spPr>
        <a:xfrm>
          <a:off x="3384376" y="3381504"/>
          <a:ext cx="1725437" cy="8269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u="none" kern="1200" dirty="0"/>
            <a:t>DERECHOS SOCIOS</a:t>
          </a:r>
          <a:endParaRPr lang="es-ES" sz="1600" b="1" u="none" kern="1200" dirty="0"/>
        </a:p>
      </dsp:txBody>
      <dsp:txXfrm>
        <a:off x="3637060" y="3502605"/>
        <a:ext cx="1220069" cy="584730"/>
      </dsp:txXfrm>
    </dsp:sp>
    <dsp:sp modelId="{23FED0DB-631F-4666-B0EB-E6E8FDA70170}">
      <dsp:nvSpPr>
        <dsp:cNvPr id="0" name=""/>
        <dsp:cNvSpPr/>
      </dsp:nvSpPr>
      <dsp:spPr>
        <a:xfrm>
          <a:off x="1414951" y="3080498"/>
          <a:ext cx="1682213" cy="8269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u="none" kern="1200" dirty="0"/>
            <a:t>ÓRGANOS DE GOBIERNO</a:t>
          </a:r>
          <a:endParaRPr lang="es-ES" sz="1600" b="1" u="none" kern="1200" dirty="0"/>
        </a:p>
      </dsp:txBody>
      <dsp:txXfrm>
        <a:off x="1661305" y="3201599"/>
        <a:ext cx="1189505" cy="584730"/>
      </dsp:txXfrm>
    </dsp:sp>
    <dsp:sp modelId="{478B77C6-9B00-402B-864F-08BA3CAC3251}">
      <dsp:nvSpPr>
        <dsp:cNvPr id="0" name=""/>
        <dsp:cNvSpPr/>
      </dsp:nvSpPr>
      <dsp:spPr>
        <a:xfrm>
          <a:off x="720079" y="1457738"/>
          <a:ext cx="1928763" cy="8269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u="none" kern="1200" dirty="0"/>
            <a:t>SEGURIDAD SOCIAL</a:t>
          </a:r>
          <a:endParaRPr lang="es-ES" sz="1600" b="1" u="none" kern="1200" dirty="0"/>
        </a:p>
      </dsp:txBody>
      <dsp:txXfrm>
        <a:off x="1002540" y="1578839"/>
        <a:ext cx="1363841" cy="584730"/>
      </dsp:txXfrm>
    </dsp:sp>
    <dsp:sp modelId="{5E62CF8A-89B3-413C-ABF1-D52E67A1B7F7}">
      <dsp:nvSpPr>
        <dsp:cNvPr id="0" name=""/>
        <dsp:cNvSpPr/>
      </dsp:nvSpPr>
      <dsp:spPr>
        <a:xfrm>
          <a:off x="1144341" y="368892"/>
          <a:ext cx="1469898" cy="8269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u="none" kern="1200" dirty="0"/>
            <a:t>IMPUESTOS</a:t>
          </a:r>
          <a:endParaRPr lang="es-ES" sz="1600" b="1" u="none" kern="1200" dirty="0"/>
        </a:p>
      </dsp:txBody>
      <dsp:txXfrm>
        <a:off x="1359603" y="489993"/>
        <a:ext cx="1039374" cy="5847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168439-213B-4456-9C81-A38832ADD117}">
      <dsp:nvSpPr>
        <dsp:cNvPr id="0" name=""/>
        <dsp:cNvSpPr/>
      </dsp:nvSpPr>
      <dsp:spPr>
        <a:xfrm>
          <a:off x="0" y="45401"/>
          <a:ext cx="2162338" cy="467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Certificación negativa del nombre</a:t>
          </a:r>
          <a:endParaRPr lang="es-ES" sz="1400" b="1" i="1" kern="1200" dirty="0"/>
        </a:p>
      </dsp:txBody>
      <dsp:txXfrm>
        <a:off x="0" y="45401"/>
        <a:ext cx="2162338" cy="467775"/>
      </dsp:txXfrm>
    </dsp:sp>
    <dsp:sp modelId="{40A8394D-3A47-47BE-A3DE-C788C44A15D0}">
      <dsp:nvSpPr>
        <dsp:cNvPr id="0" name=""/>
        <dsp:cNvSpPr/>
      </dsp:nvSpPr>
      <dsp:spPr>
        <a:xfrm>
          <a:off x="2162338" y="8856"/>
          <a:ext cx="432467" cy="540864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820793-8642-4E91-9246-A2FB8E293124}">
      <dsp:nvSpPr>
        <dsp:cNvPr id="0" name=""/>
        <dsp:cNvSpPr/>
      </dsp:nvSpPr>
      <dsp:spPr>
        <a:xfrm>
          <a:off x="2767793" y="8856"/>
          <a:ext cx="5881560" cy="5408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1" i="1" kern="1200" dirty="0"/>
            <a:t> Buscar un nombre que no tenga otra sociedad (www.rmc.es)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1" i="1" kern="1200" dirty="0"/>
            <a:t>Certificación negativa de denominación social </a:t>
          </a:r>
          <a:r>
            <a:rPr lang="es-ES_tradnl" sz="1400" b="1" i="1" kern="1200" dirty="0">
              <a:sym typeface="Wingdings" panose="05000000000000000000" pitchFamily="2" charset="2"/>
            </a:rPr>
            <a:t>Registro Mercantil Central</a:t>
          </a:r>
          <a:endParaRPr lang="es-ES" sz="1400" b="1" i="1" kern="1200" dirty="0"/>
        </a:p>
      </dsp:txBody>
      <dsp:txXfrm>
        <a:off x="2767793" y="8856"/>
        <a:ext cx="5881560" cy="540864"/>
      </dsp:txXfrm>
    </dsp:sp>
    <dsp:sp modelId="{CD4A16A8-0F12-44C0-984F-9D99D8008382}">
      <dsp:nvSpPr>
        <dsp:cNvPr id="0" name=""/>
        <dsp:cNvSpPr/>
      </dsp:nvSpPr>
      <dsp:spPr>
        <a:xfrm>
          <a:off x="0" y="607866"/>
          <a:ext cx="2162338" cy="467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Apertura de la cuenta bancaria</a:t>
          </a:r>
          <a:endParaRPr lang="es-ES" sz="1400" b="1" i="1" kern="1200" dirty="0"/>
        </a:p>
      </dsp:txBody>
      <dsp:txXfrm>
        <a:off x="0" y="607866"/>
        <a:ext cx="2162338" cy="467775"/>
      </dsp:txXfrm>
    </dsp:sp>
    <dsp:sp modelId="{72D30402-4530-410B-B3AB-CC531B105E99}">
      <dsp:nvSpPr>
        <dsp:cNvPr id="0" name=""/>
        <dsp:cNvSpPr/>
      </dsp:nvSpPr>
      <dsp:spPr>
        <a:xfrm>
          <a:off x="2162338" y="571321"/>
          <a:ext cx="432467" cy="540864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D3FE01-737B-4FC7-A926-0F05A2B88EE1}">
      <dsp:nvSpPr>
        <dsp:cNvPr id="0" name=""/>
        <dsp:cNvSpPr/>
      </dsp:nvSpPr>
      <dsp:spPr>
        <a:xfrm>
          <a:off x="2767793" y="571321"/>
          <a:ext cx="5881560" cy="5408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1" i="1" kern="1200" dirty="0"/>
            <a:t>Capital mín. 1€  SL y 60.000€ para SA, justificar que se dispone de ese dinero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1" i="1" kern="1200" dirty="0"/>
            <a:t>Abrir una cuenta bancaria y certificado del banco</a:t>
          </a:r>
          <a:endParaRPr lang="es-ES" sz="1400" b="1" i="1" kern="1200" dirty="0"/>
        </a:p>
      </dsp:txBody>
      <dsp:txXfrm>
        <a:off x="2767793" y="571321"/>
        <a:ext cx="5881560" cy="540864"/>
      </dsp:txXfrm>
    </dsp:sp>
    <dsp:sp modelId="{A3AD28EF-9527-49AE-90BB-F9BCF756D967}">
      <dsp:nvSpPr>
        <dsp:cNvPr id="0" name=""/>
        <dsp:cNvSpPr/>
      </dsp:nvSpPr>
      <dsp:spPr>
        <a:xfrm>
          <a:off x="0" y="1154669"/>
          <a:ext cx="2162338" cy="267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Estatutos de la sociedad</a:t>
          </a:r>
          <a:endParaRPr lang="es-ES" sz="1400" b="1" i="1" kern="1200" dirty="0"/>
        </a:p>
      </dsp:txBody>
      <dsp:txXfrm>
        <a:off x="0" y="1154669"/>
        <a:ext cx="2162338" cy="267300"/>
      </dsp:txXfrm>
    </dsp:sp>
    <dsp:sp modelId="{1FFAF889-053C-42FB-A0BA-C354B6EED409}">
      <dsp:nvSpPr>
        <dsp:cNvPr id="0" name=""/>
        <dsp:cNvSpPr/>
      </dsp:nvSpPr>
      <dsp:spPr>
        <a:xfrm>
          <a:off x="2162338" y="1133786"/>
          <a:ext cx="432467" cy="309065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91DA90-F8CA-4DDB-9F41-F2C9E8D7FC48}">
      <dsp:nvSpPr>
        <dsp:cNvPr id="0" name=""/>
        <dsp:cNvSpPr/>
      </dsp:nvSpPr>
      <dsp:spPr>
        <a:xfrm>
          <a:off x="2767793" y="1133786"/>
          <a:ext cx="5881560" cy="30906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1" i="1" kern="1200" dirty="0"/>
            <a:t>Normas de funcionamiento (en escritura) e inclusión de cláusulas específicas</a:t>
          </a:r>
          <a:endParaRPr lang="es-ES" sz="1400" b="1" i="1" kern="1200" dirty="0"/>
        </a:p>
      </dsp:txBody>
      <dsp:txXfrm>
        <a:off x="2767793" y="1133786"/>
        <a:ext cx="5881560" cy="309065"/>
      </dsp:txXfrm>
    </dsp:sp>
    <dsp:sp modelId="{FAAF302F-A2CE-4DF0-A590-E6F8A7DF5F17}">
      <dsp:nvSpPr>
        <dsp:cNvPr id="0" name=""/>
        <dsp:cNvSpPr/>
      </dsp:nvSpPr>
      <dsp:spPr>
        <a:xfrm>
          <a:off x="0" y="1486379"/>
          <a:ext cx="2162338" cy="467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Escritura pública ante notario</a:t>
          </a:r>
          <a:endParaRPr lang="es-ES" sz="1400" b="1" i="1" kern="1200" dirty="0"/>
        </a:p>
      </dsp:txBody>
      <dsp:txXfrm>
        <a:off x="0" y="1486379"/>
        <a:ext cx="2162338" cy="467775"/>
      </dsp:txXfrm>
    </dsp:sp>
    <dsp:sp modelId="{016B5F0A-DB7D-4B27-9987-207EFA9D9E11}">
      <dsp:nvSpPr>
        <dsp:cNvPr id="0" name=""/>
        <dsp:cNvSpPr/>
      </dsp:nvSpPr>
      <dsp:spPr>
        <a:xfrm>
          <a:off x="2162338" y="1464452"/>
          <a:ext cx="432467" cy="511628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BB43A0-2190-45D0-8E93-9C06114ED04F}">
      <dsp:nvSpPr>
        <dsp:cNvPr id="0" name=""/>
        <dsp:cNvSpPr/>
      </dsp:nvSpPr>
      <dsp:spPr>
        <a:xfrm>
          <a:off x="2767793" y="1464452"/>
          <a:ext cx="5881560" cy="51162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1" i="1" kern="1200" dirty="0"/>
            <a:t>Acudir al Notario donde se constituye la sociedad y se redacta la escritura donde constan los estatutos, nombre de los socios y sus aportaciones, …</a:t>
          </a:r>
        </a:p>
      </dsp:txBody>
      <dsp:txXfrm>
        <a:off x="2767793" y="1464452"/>
        <a:ext cx="5881560" cy="511628"/>
      </dsp:txXfrm>
    </dsp:sp>
    <dsp:sp modelId="{9EB9FDC5-E856-4753-BA0C-12D0C75E7D38}">
      <dsp:nvSpPr>
        <dsp:cNvPr id="0" name=""/>
        <dsp:cNvSpPr/>
      </dsp:nvSpPr>
      <dsp:spPr>
        <a:xfrm>
          <a:off x="0" y="2131331"/>
          <a:ext cx="2162338" cy="267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Pagos de ITPAJD</a:t>
          </a:r>
        </a:p>
      </dsp:txBody>
      <dsp:txXfrm>
        <a:off x="0" y="2131331"/>
        <a:ext cx="2162338" cy="267300"/>
      </dsp:txXfrm>
    </dsp:sp>
    <dsp:sp modelId="{8840A519-2C6A-4DC6-AA8C-94FC4C63E630}">
      <dsp:nvSpPr>
        <dsp:cNvPr id="0" name=""/>
        <dsp:cNvSpPr/>
      </dsp:nvSpPr>
      <dsp:spPr>
        <a:xfrm>
          <a:off x="2162338" y="1997681"/>
          <a:ext cx="432467" cy="534600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FDB800-4566-48D6-8E10-34F072DFBF7C}">
      <dsp:nvSpPr>
        <dsp:cNvPr id="0" name=""/>
        <dsp:cNvSpPr/>
      </dsp:nvSpPr>
      <dsp:spPr>
        <a:xfrm>
          <a:off x="2767793" y="1997681"/>
          <a:ext cx="5881560" cy="5346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1" i="1" kern="1200" dirty="0"/>
            <a:t>Se paga al constituir la sociedad en la Consejería de Economía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1" i="1" kern="1200" dirty="0"/>
            <a:t>1 % del valor del capital social (desde 2010 se está exento)</a:t>
          </a:r>
        </a:p>
      </dsp:txBody>
      <dsp:txXfrm>
        <a:off x="2767793" y="1997681"/>
        <a:ext cx="5881560" cy="534600"/>
      </dsp:txXfrm>
    </dsp:sp>
    <dsp:sp modelId="{C2477941-726A-40B2-BD84-F635E1A1E561}">
      <dsp:nvSpPr>
        <dsp:cNvPr id="0" name=""/>
        <dsp:cNvSpPr/>
      </dsp:nvSpPr>
      <dsp:spPr>
        <a:xfrm>
          <a:off x="0" y="2670824"/>
          <a:ext cx="2162338" cy="267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Solicitud del C.I.F.</a:t>
          </a:r>
        </a:p>
      </dsp:txBody>
      <dsp:txXfrm>
        <a:off x="0" y="2670824"/>
        <a:ext cx="2162338" cy="267300"/>
      </dsp:txXfrm>
    </dsp:sp>
    <dsp:sp modelId="{5C0AF28E-54A5-4DC7-A9C9-3256BFB07D41}">
      <dsp:nvSpPr>
        <dsp:cNvPr id="0" name=""/>
        <dsp:cNvSpPr/>
      </dsp:nvSpPr>
      <dsp:spPr>
        <a:xfrm>
          <a:off x="2162338" y="2553881"/>
          <a:ext cx="432467" cy="501187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E07734-DEEA-47A8-AE75-148142A57282}">
      <dsp:nvSpPr>
        <dsp:cNvPr id="0" name=""/>
        <dsp:cNvSpPr/>
      </dsp:nvSpPr>
      <dsp:spPr>
        <a:xfrm>
          <a:off x="2767793" y="2553881"/>
          <a:ext cx="5881560" cy="50118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1" i="1" kern="1200" dirty="0"/>
            <a:t>Código de identificación Fiscal  (provisional y después definitivo)</a:t>
          </a:r>
          <a:r>
            <a:rPr lang="es-ES_tradnl" sz="1400" b="1" i="1" kern="1200" dirty="0">
              <a:sym typeface="Wingdings" panose="05000000000000000000" pitchFamily="2" charset="2"/>
            </a:rPr>
            <a:t> Delegación de Hacienda</a:t>
          </a:r>
          <a:endParaRPr lang="es-ES_tradnl" sz="1400" b="1" i="1" kern="1200" dirty="0"/>
        </a:p>
      </dsp:txBody>
      <dsp:txXfrm>
        <a:off x="2767793" y="2553881"/>
        <a:ext cx="5881560" cy="501187"/>
      </dsp:txXfrm>
    </dsp:sp>
    <dsp:sp modelId="{9403E124-7F66-4210-8BCA-3D96BC152CA2}">
      <dsp:nvSpPr>
        <dsp:cNvPr id="0" name=""/>
        <dsp:cNvSpPr/>
      </dsp:nvSpPr>
      <dsp:spPr>
        <a:xfrm>
          <a:off x="0" y="3208230"/>
          <a:ext cx="2162338" cy="467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Registro Mercantil de la Provincia</a:t>
          </a:r>
        </a:p>
      </dsp:txBody>
      <dsp:txXfrm>
        <a:off x="0" y="3208230"/>
        <a:ext cx="2162338" cy="467775"/>
      </dsp:txXfrm>
    </dsp:sp>
    <dsp:sp modelId="{BD96E30B-CF7E-42B5-AFE1-50182CFFAE57}">
      <dsp:nvSpPr>
        <dsp:cNvPr id="0" name=""/>
        <dsp:cNvSpPr/>
      </dsp:nvSpPr>
      <dsp:spPr>
        <a:xfrm>
          <a:off x="2162338" y="3076668"/>
          <a:ext cx="432467" cy="730898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17051A-CD7B-41F4-8541-A916D99949EF}">
      <dsp:nvSpPr>
        <dsp:cNvPr id="0" name=""/>
        <dsp:cNvSpPr/>
      </dsp:nvSpPr>
      <dsp:spPr>
        <a:xfrm>
          <a:off x="2767793" y="3076668"/>
          <a:ext cx="5881560" cy="73089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1" i="1" kern="1200" dirty="0"/>
            <a:t>Se registra el “nacimiento” de la sociedad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b="1" i="1" kern="1200" dirty="0"/>
            <a:t>en la última página de la escritura se escribirá “tomo, folio y hoja” donde se encuentra registrada la sociedad (aparecer en facturas)</a:t>
          </a:r>
        </a:p>
      </dsp:txBody>
      <dsp:txXfrm>
        <a:off x="2767793" y="3076668"/>
        <a:ext cx="5881560" cy="7308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18D40-CBAD-46BE-BECB-DBEFE9618BC5}">
      <dsp:nvSpPr>
        <dsp:cNvPr id="0" name=""/>
        <dsp:cNvSpPr/>
      </dsp:nvSpPr>
      <dsp:spPr>
        <a:xfrm>
          <a:off x="3949" y="0"/>
          <a:ext cx="1862482" cy="381642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Hacienda</a:t>
          </a:r>
          <a:endParaRPr lang="es-ES" sz="1400" b="1" i="1" kern="1200" dirty="0"/>
        </a:p>
      </dsp:txBody>
      <dsp:txXfrm>
        <a:off x="3949" y="0"/>
        <a:ext cx="1862482" cy="1144927"/>
      </dsp:txXfrm>
    </dsp:sp>
    <dsp:sp modelId="{A2B17261-A0A8-4B53-B22C-B39A19BC85CE}">
      <dsp:nvSpPr>
        <dsp:cNvPr id="0" name=""/>
        <dsp:cNvSpPr/>
      </dsp:nvSpPr>
      <dsp:spPr>
        <a:xfrm>
          <a:off x="190197" y="1144927"/>
          <a:ext cx="1489986" cy="24806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* Alta del I.A.E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(Junto al CIF)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400" b="1" i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* Declaración Censal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(alta en impuestos concretos)</a:t>
          </a:r>
          <a:endParaRPr lang="es-ES" sz="1400" b="1" i="1" kern="1200" dirty="0"/>
        </a:p>
      </dsp:txBody>
      <dsp:txXfrm>
        <a:off x="233837" y="1188567"/>
        <a:ext cx="1402706" cy="2393395"/>
      </dsp:txXfrm>
    </dsp:sp>
    <dsp:sp modelId="{597422D4-AB73-418F-8C0B-E46082326F86}">
      <dsp:nvSpPr>
        <dsp:cNvPr id="0" name=""/>
        <dsp:cNvSpPr/>
      </dsp:nvSpPr>
      <dsp:spPr>
        <a:xfrm>
          <a:off x="2006118" y="0"/>
          <a:ext cx="1862482" cy="381642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Ayuntamiento</a:t>
          </a:r>
          <a:endParaRPr lang="es-ES" sz="1400" b="1" i="1" kern="1200" dirty="0"/>
        </a:p>
      </dsp:txBody>
      <dsp:txXfrm>
        <a:off x="2006118" y="0"/>
        <a:ext cx="1862482" cy="1144927"/>
      </dsp:txXfrm>
    </dsp:sp>
    <dsp:sp modelId="{F87C0865-F947-4DD2-8973-C3227C7A6C60}">
      <dsp:nvSpPr>
        <dsp:cNvPr id="0" name=""/>
        <dsp:cNvSpPr/>
      </dsp:nvSpPr>
      <dsp:spPr>
        <a:xfrm>
          <a:off x="2192366" y="1144927"/>
          <a:ext cx="1489986" cy="24806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i="1" kern="1200" dirty="0"/>
            <a:t>*</a:t>
          </a:r>
          <a:r>
            <a:rPr lang="es-ES" sz="1400" b="1" i="1" kern="1200" baseline="0" dirty="0"/>
            <a:t> Licencia de actividad: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baseline="0" dirty="0"/>
            <a:t>-Comunicación previa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baseline="0" dirty="0"/>
            <a:t>- Declaración responsable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baseline="0" dirty="0"/>
            <a:t>- De </a:t>
          </a:r>
          <a:r>
            <a:rPr lang="es-ES_tradnl" sz="1400" b="1" i="1" kern="1200" baseline="0" dirty="0" err="1"/>
            <a:t>activ</a:t>
          </a:r>
          <a:r>
            <a:rPr lang="es-ES_tradnl" sz="1400" b="1" i="1" kern="1200" baseline="0" dirty="0"/>
            <a:t>. calificadas</a:t>
          </a:r>
          <a:endParaRPr lang="es-ES" sz="1400" b="1" i="1" kern="1200" baseline="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i="1" kern="1200" dirty="0"/>
            <a:t>* Licencia de obras</a:t>
          </a:r>
        </a:p>
      </dsp:txBody>
      <dsp:txXfrm>
        <a:off x="2236006" y="1188567"/>
        <a:ext cx="1402706" cy="2393395"/>
      </dsp:txXfrm>
    </dsp:sp>
    <dsp:sp modelId="{A5A2BAD0-E3DB-4B3E-B689-98D4DD23F489}">
      <dsp:nvSpPr>
        <dsp:cNvPr id="0" name=""/>
        <dsp:cNvSpPr/>
      </dsp:nvSpPr>
      <dsp:spPr>
        <a:xfrm>
          <a:off x="4008287" y="0"/>
          <a:ext cx="2449537" cy="381642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Seguridad Social</a:t>
          </a:r>
          <a:endParaRPr lang="es-ES" sz="1400" b="1" i="1" kern="1200" dirty="0"/>
        </a:p>
      </dsp:txBody>
      <dsp:txXfrm>
        <a:off x="4008287" y="0"/>
        <a:ext cx="2449537" cy="1144927"/>
      </dsp:txXfrm>
    </dsp:sp>
    <dsp:sp modelId="{6E7A7CBA-5E67-4B1D-9E69-D9052E5E82F7}">
      <dsp:nvSpPr>
        <dsp:cNvPr id="0" name=""/>
        <dsp:cNvSpPr/>
      </dsp:nvSpPr>
      <dsp:spPr>
        <a:xfrm>
          <a:off x="4095407" y="1146138"/>
          <a:ext cx="2275298" cy="247825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* Inscripción de la empresa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* Alta en el Régimen de Autónomos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* Alta en el Régimen General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* Comunicación de apertura de centro</a:t>
          </a:r>
          <a:endParaRPr lang="es-ES" sz="1400" b="1" i="1" kern="1200" dirty="0"/>
        </a:p>
      </dsp:txBody>
      <dsp:txXfrm>
        <a:off x="4162048" y="1212779"/>
        <a:ext cx="2142016" cy="2344971"/>
      </dsp:txXfrm>
    </dsp:sp>
    <dsp:sp modelId="{93A8AE2D-49AB-4113-8EB9-09C76EF37D60}">
      <dsp:nvSpPr>
        <dsp:cNvPr id="0" name=""/>
        <dsp:cNvSpPr/>
      </dsp:nvSpPr>
      <dsp:spPr>
        <a:xfrm flipH="1">
          <a:off x="6597511" y="0"/>
          <a:ext cx="45723" cy="381642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_tradnl" sz="1400" b="1" i="1" kern="1200" dirty="0"/>
        </a:p>
      </dsp:txBody>
      <dsp:txXfrm>
        <a:off x="6597511" y="0"/>
        <a:ext cx="45723" cy="1144927"/>
      </dsp:txXfrm>
    </dsp:sp>
    <dsp:sp modelId="{25AE5EBC-CCE7-4AA8-ADE1-C61CFDD641AE}">
      <dsp:nvSpPr>
        <dsp:cNvPr id="0" name=""/>
        <dsp:cNvSpPr/>
      </dsp:nvSpPr>
      <dsp:spPr>
        <a:xfrm>
          <a:off x="6782921" y="0"/>
          <a:ext cx="1862482" cy="381642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Registro Mercantil</a:t>
          </a:r>
        </a:p>
      </dsp:txBody>
      <dsp:txXfrm>
        <a:off x="6782921" y="0"/>
        <a:ext cx="1862482" cy="1144927"/>
      </dsp:txXfrm>
    </dsp:sp>
    <dsp:sp modelId="{B0AD4E98-B676-4CA3-B30F-DD867191F86D}">
      <dsp:nvSpPr>
        <dsp:cNvPr id="0" name=""/>
        <dsp:cNvSpPr/>
      </dsp:nvSpPr>
      <dsp:spPr>
        <a:xfrm>
          <a:off x="6969170" y="1144927"/>
          <a:ext cx="1489986" cy="24806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* Trámites Registro Mercantil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(Registro de libros obligatorios en sociedades)</a:t>
          </a:r>
        </a:p>
      </dsp:txBody>
      <dsp:txXfrm>
        <a:off x="7012810" y="1188567"/>
        <a:ext cx="1402706" cy="239339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00E588-D3FA-47D6-8621-29A5E8C7A1A9}">
      <dsp:nvSpPr>
        <dsp:cNvPr id="0" name=""/>
        <dsp:cNvSpPr/>
      </dsp:nvSpPr>
      <dsp:spPr>
        <a:xfrm>
          <a:off x="1605526" y="1091"/>
          <a:ext cx="7465028" cy="2230082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dirty="0"/>
            <a:t>Impuesto directo que se aplica sobre la renta de las personas físicas, sean trabajadores por cuenta ajena o sean trabajadores por cuenta propia o autónomos</a:t>
          </a:r>
          <a:endParaRPr lang="es-E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dirty="0"/>
            <a:t>Dentro de las rentas que hay que sumar en el IRPF se encuentran diversos tipos de rentas:</a:t>
          </a:r>
          <a:endParaRPr lang="es-E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dirty="0"/>
            <a:t>Ingresos nómina, intereses que se han ganado,  ganancias por venta de una casa, alquiler, rendimientos por desarrollar actividades como empresario…</a:t>
          </a:r>
          <a:endParaRPr lang="es-ES" sz="1600" kern="1200" dirty="0"/>
        </a:p>
      </dsp:txBody>
      <dsp:txXfrm>
        <a:off x="1605526" y="279851"/>
        <a:ext cx="6628747" cy="1672562"/>
      </dsp:txXfrm>
    </dsp:sp>
    <dsp:sp modelId="{88AB60C0-10F5-4527-809B-607DCDDAE206}">
      <dsp:nvSpPr>
        <dsp:cNvPr id="0" name=""/>
        <dsp:cNvSpPr/>
      </dsp:nvSpPr>
      <dsp:spPr>
        <a:xfrm>
          <a:off x="2055" y="425721"/>
          <a:ext cx="1603471" cy="13808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IRPF</a:t>
          </a:r>
          <a:endParaRPr lang="es-ES" sz="1600" b="1" kern="1200" dirty="0"/>
        </a:p>
      </dsp:txBody>
      <dsp:txXfrm>
        <a:off x="69461" y="493127"/>
        <a:ext cx="1468659" cy="124600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00E588-D3FA-47D6-8621-29A5E8C7A1A9}">
      <dsp:nvSpPr>
        <dsp:cNvPr id="0" name=""/>
        <dsp:cNvSpPr/>
      </dsp:nvSpPr>
      <dsp:spPr>
        <a:xfrm>
          <a:off x="1591642" y="596"/>
          <a:ext cx="7182036" cy="1222942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Documento que acredita legalmente una compraventa de bienes o servicios, así como sirve de justificante de cara a Hacienda</a:t>
          </a:r>
          <a:endParaRPr lang="es-E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Obligación de expedir la factura y entregarla al cliente.</a:t>
          </a:r>
          <a:endParaRPr lang="es-E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800" kern="1200" dirty="0"/>
        </a:p>
      </dsp:txBody>
      <dsp:txXfrm>
        <a:off x="1591642" y="153464"/>
        <a:ext cx="6723433" cy="917206"/>
      </dsp:txXfrm>
    </dsp:sp>
    <dsp:sp modelId="{88AB60C0-10F5-4527-809B-607DCDDAE206}">
      <dsp:nvSpPr>
        <dsp:cNvPr id="0" name=""/>
        <dsp:cNvSpPr/>
      </dsp:nvSpPr>
      <dsp:spPr>
        <a:xfrm>
          <a:off x="1339" y="232716"/>
          <a:ext cx="1590303" cy="7587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Factura</a:t>
          </a:r>
          <a:endParaRPr lang="es-ES" sz="1800" b="1" kern="1200" dirty="0"/>
        </a:p>
      </dsp:txBody>
      <dsp:txXfrm>
        <a:off x="38376" y="269753"/>
        <a:ext cx="1516229" cy="6846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00E588-D3FA-47D6-8621-29A5E8C7A1A9}">
      <dsp:nvSpPr>
        <dsp:cNvPr id="0" name=""/>
        <dsp:cNvSpPr/>
      </dsp:nvSpPr>
      <dsp:spPr>
        <a:xfrm>
          <a:off x="1998245" y="776"/>
          <a:ext cx="6716066" cy="159193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Documento que acredita que se entregó la mercancía</a:t>
          </a:r>
          <a:endParaRPr lang="es-E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Se realizan 4 copias</a:t>
          </a:r>
          <a:endParaRPr lang="es-E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Voluntario</a:t>
          </a:r>
          <a:endParaRPr lang="es-E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Albarán valorado (con precios) y sin valorar</a:t>
          </a:r>
          <a:endParaRPr lang="es-E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800" kern="1200" dirty="0"/>
        </a:p>
      </dsp:txBody>
      <dsp:txXfrm>
        <a:off x="1998245" y="199768"/>
        <a:ext cx="6119090" cy="1193952"/>
      </dsp:txXfrm>
    </dsp:sp>
    <dsp:sp modelId="{88AB60C0-10F5-4527-809B-607DCDDAE206}">
      <dsp:nvSpPr>
        <dsp:cNvPr id="0" name=""/>
        <dsp:cNvSpPr/>
      </dsp:nvSpPr>
      <dsp:spPr>
        <a:xfrm>
          <a:off x="4579" y="302932"/>
          <a:ext cx="1993665" cy="9876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El albarán o nota de entrega</a:t>
          </a:r>
          <a:endParaRPr lang="es-ES" sz="1800" b="1" kern="1200" dirty="0"/>
        </a:p>
      </dsp:txBody>
      <dsp:txXfrm>
        <a:off x="52791" y="351144"/>
        <a:ext cx="1897241" cy="8912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00E588-D3FA-47D6-8621-29A5E8C7A1A9}">
      <dsp:nvSpPr>
        <dsp:cNvPr id="0" name=""/>
        <dsp:cNvSpPr/>
      </dsp:nvSpPr>
      <dsp:spPr>
        <a:xfrm>
          <a:off x="2023524" y="0"/>
          <a:ext cx="6643178" cy="64454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La entrega el transportista</a:t>
          </a:r>
          <a:endParaRPr lang="es-ES" sz="1800" kern="1200" dirty="0"/>
        </a:p>
      </dsp:txBody>
      <dsp:txXfrm>
        <a:off x="2023524" y="80568"/>
        <a:ext cx="6401474" cy="483408"/>
      </dsp:txXfrm>
    </dsp:sp>
    <dsp:sp modelId="{88AB60C0-10F5-4527-809B-607DCDDAE206}">
      <dsp:nvSpPr>
        <dsp:cNvPr id="0" name=""/>
        <dsp:cNvSpPr/>
      </dsp:nvSpPr>
      <dsp:spPr>
        <a:xfrm>
          <a:off x="30852" y="122651"/>
          <a:ext cx="1987635" cy="3998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Nota de porte </a:t>
          </a:r>
          <a:endParaRPr lang="es-ES" sz="1800" b="1" kern="1200" dirty="0"/>
        </a:p>
      </dsp:txBody>
      <dsp:txXfrm>
        <a:off x="50372" y="142171"/>
        <a:ext cx="1948595" cy="36083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E0B6AF-2959-41FC-AB4D-09CA0F33FF15}">
      <dsp:nvSpPr>
        <dsp:cNvPr id="0" name=""/>
        <dsp:cNvSpPr/>
      </dsp:nvSpPr>
      <dsp:spPr>
        <a:xfrm>
          <a:off x="3764532" y="237902"/>
          <a:ext cx="849187" cy="237351"/>
        </a:xfrm>
        <a:custGeom>
          <a:avLst/>
          <a:gdLst/>
          <a:ahLst/>
          <a:cxnLst/>
          <a:rect l="0" t="0" r="0" b="0"/>
          <a:pathLst>
            <a:path>
              <a:moveTo>
                <a:pt x="0" y="237351"/>
              </a:moveTo>
              <a:lnTo>
                <a:pt x="849187" y="0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EB32B7-8444-4FC9-A061-8EFEDB9B3BBE}">
      <dsp:nvSpPr>
        <dsp:cNvPr id="0" name=""/>
        <dsp:cNvSpPr/>
      </dsp:nvSpPr>
      <dsp:spPr>
        <a:xfrm>
          <a:off x="3764532" y="1821125"/>
          <a:ext cx="2481591" cy="1990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518"/>
              </a:lnTo>
              <a:lnTo>
                <a:pt x="2481591" y="99518"/>
              </a:lnTo>
              <a:lnTo>
                <a:pt x="2481591" y="199037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EE9C23-6125-4344-9F21-6729D11F9381}">
      <dsp:nvSpPr>
        <dsp:cNvPr id="0" name=""/>
        <dsp:cNvSpPr/>
      </dsp:nvSpPr>
      <dsp:spPr>
        <a:xfrm>
          <a:off x="4545489" y="2495989"/>
          <a:ext cx="268969" cy="4354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5413"/>
              </a:lnTo>
              <a:lnTo>
                <a:pt x="268969" y="435413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D32B4B-0A9B-46AF-9718-34FEEC63D8BA}">
      <dsp:nvSpPr>
        <dsp:cNvPr id="0" name=""/>
        <dsp:cNvSpPr/>
      </dsp:nvSpPr>
      <dsp:spPr>
        <a:xfrm>
          <a:off x="3764532" y="1821125"/>
          <a:ext cx="1231789" cy="2009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447"/>
              </a:lnTo>
              <a:lnTo>
                <a:pt x="1231789" y="101447"/>
              </a:lnTo>
              <a:lnTo>
                <a:pt x="1231789" y="200966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CF9915-6643-41C3-9A1D-232CA9AE31B8}">
      <dsp:nvSpPr>
        <dsp:cNvPr id="0" name=""/>
        <dsp:cNvSpPr/>
      </dsp:nvSpPr>
      <dsp:spPr>
        <a:xfrm>
          <a:off x="3394925" y="1821125"/>
          <a:ext cx="369607" cy="199037"/>
        </a:xfrm>
        <a:custGeom>
          <a:avLst/>
          <a:gdLst/>
          <a:ahLst/>
          <a:cxnLst/>
          <a:rect l="0" t="0" r="0" b="0"/>
          <a:pathLst>
            <a:path>
              <a:moveTo>
                <a:pt x="369607" y="0"/>
              </a:moveTo>
              <a:lnTo>
                <a:pt x="369607" y="99518"/>
              </a:lnTo>
              <a:lnTo>
                <a:pt x="0" y="99518"/>
              </a:lnTo>
              <a:lnTo>
                <a:pt x="0" y="199037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5B489D-0232-43DD-AF61-B3F50E9ABBC0}">
      <dsp:nvSpPr>
        <dsp:cNvPr id="0" name=""/>
        <dsp:cNvSpPr/>
      </dsp:nvSpPr>
      <dsp:spPr>
        <a:xfrm>
          <a:off x="1576392" y="1821125"/>
          <a:ext cx="2188139" cy="199037"/>
        </a:xfrm>
        <a:custGeom>
          <a:avLst/>
          <a:gdLst/>
          <a:ahLst/>
          <a:cxnLst/>
          <a:rect l="0" t="0" r="0" b="0"/>
          <a:pathLst>
            <a:path>
              <a:moveTo>
                <a:pt x="2188139" y="0"/>
              </a:moveTo>
              <a:lnTo>
                <a:pt x="2188139" y="99518"/>
              </a:lnTo>
              <a:lnTo>
                <a:pt x="0" y="99518"/>
              </a:lnTo>
              <a:lnTo>
                <a:pt x="0" y="199037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20CC89-B5B7-421A-9E1F-50D0379597E2}">
      <dsp:nvSpPr>
        <dsp:cNvPr id="0" name=""/>
        <dsp:cNvSpPr/>
      </dsp:nvSpPr>
      <dsp:spPr>
        <a:xfrm>
          <a:off x="3718812" y="475254"/>
          <a:ext cx="91440" cy="8719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71972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673FE6-5C7E-41AD-BBC6-70ED0A952F51}">
      <dsp:nvSpPr>
        <dsp:cNvPr id="0" name=""/>
        <dsp:cNvSpPr/>
      </dsp:nvSpPr>
      <dsp:spPr>
        <a:xfrm>
          <a:off x="3136522" y="1355"/>
          <a:ext cx="1256019" cy="47389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Vendedor </a:t>
          </a:r>
          <a:endParaRPr lang="es-ES" sz="1800" b="1" kern="1200" dirty="0"/>
        </a:p>
      </dsp:txBody>
      <dsp:txXfrm>
        <a:off x="3136522" y="1355"/>
        <a:ext cx="1256019" cy="473898"/>
      </dsp:txXfrm>
    </dsp:sp>
    <dsp:sp modelId="{333BFEAB-59CE-4065-9B29-659973AB19EA}">
      <dsp:nvSpPr>
        <dsp:cNvPr id="0" name=""/>
        <dsp:cNvSpPr/>
      </dsp:nvSpPr>
      <dsp:spPr>
        <a:xfrm>
          <a:off x="3290634" y="1347226"/>
          <a:ext cx="947796" cy="47389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4 copias</a:t>
          </a:r>
        </a:p>
      </dsp:txBody>
      <dsp:txXfrm>
        <a:off x="3290634" y="1347226"/>
        <a:ext cx="947796" cy="473898"/>
      </dsp:txXfrm>
    </dsp:sp>
    <dsp:sp modelId="{4DA9F94F-8865-4C8B-B85F-337FFB38AA85}">
      <dsp:nvSpPr>
        <dsp:cNvPr id="0" name=""/>
        <dsp:cNvSpPr/>
      </dsp:nvSpPr>
      <dsp:spPr>
        <a:xfrm>
          <a:off x="809042" y="2020162"/>
          <a:ext cx="1534700" cy="47389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1 Almacén</a:t>
          </a:r>
        </a:p>
      </dsp:txBody>
      <dsp:txXfrm>
        <a:off x="809042" y="2020162"/>
        <a:ext cx="1534700" cy="473898"/>
      </dsp:txXfrm>
    </dsp:sp>
    <dsp:sp modelId="{6052E71A-29B3-4514-811A-8B2C3E5EAEA9}">
      <dsp:nvSpPr>
        <dsp:cNvPr id="0" name=""/>
        <dsp:cNvSpPr/>
      </dsp:nvSpPr>
      <dsp:spPr>
        <a:xfrm>
          <a:off x="2542780" y="2020162"/>
          <a:ext cx="1704289" cy="47389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2. Dep. ventas</a:t>
          </a:r>
        </a:p>
      </dsp:txBody>
      <dsp:txXfrm>
        <a:off x="2542780" y="2020162"/>
        <a:ext cx="1704289" cy="473898"/>
      </dsp:txXfrm>
    </dsp:sp>
    <dsp:sp modelId="{11B0473D-7B17-41AD-A264-D0FE0360E254}">
      <dsp:nvSpPr>
        <dsp:cNvPr id="0" name=""/>
        <dsp:cNvSpPr/>
      </dsp:nvSpPr>
      <dsp:spPr>
        <a:xfrm>
          <a:off x="4432781" y="2022091"/>
          <a:ext cx="1127081" cy="47389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3. Cliente</a:t>
          </a:r>
        </a:p>
      </dsp:txBody>
      <dsp:txXfrm>
        <a:off x="4432781" y="2022091"/>
        <a:ext cx="1127081" cy="473898"/>
      </dsp:txXfrm>
    </dsp:sp>
    <dsp:sp modelId="{3A6219AB-0D2B-4F5C-936D-AEA53C61D3DE}">
      <dsp:nvSpPr>
        <dsp:cNvPr id="0" name=""/>
        <dsp:cNvSpPr/>
      </dsp:nvSpPr>
      <dsp:spPr>
        <a:xfrm>
          <a:off x="4814458" y="2694453"/>
          <a:ext cx="1664103" cy="47389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>
              <a:solidFill>
                <a:schemeClr val="bg1"/>
              </a:solidFill>
            </a:rPr>
            <a:t>Arch. Comprobante</a:t>
          </a:r>
        </a:p>
      </dsp:txBody>
      <dsp:txXfrm>
        <a:off x="4814458" y="2694453"/>
        <a:ext cx="1664103" cy="473898"/>
      </dsp:txXfrm>
    </dsp:sp>
    <dsp:sp modelId="{994D21A7-CC27-473D-8DFD-6B3E11ED0D2F}">
      <dsp:nvSpPr>
        <dsp:cNvPr id="0" name=""/>
        <dsp:cNvSpPr/>
      </dsp:nvSpPr>
      <dsp:spPr>
        <a:xfrm>
          <a:off x="5772225" y="2020162"/>
          <a:ext cx="947796" cy="47389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4 Cliente</a:t>
          </a:r>
        </a:p>
      </dsp:txBody>
      <dsp:txXfrm>
        <a:off x="5772225" y="2020162"/>
        <a:ext cx="947796" cy="473898"/>
      </dsp:txXfrm>
    </dsp:sp>
    <dsp:sp modelId="{D503C8FA-B728-45C5-858F-1BBF1B5373CB}">
      <dsp:nvSpPr>
        <dsp:cNvPr id="0" name=""/>
        <dsp:cNvSpPr/>
      </dsp:nvSpPr>
      <dsp:spPr>
        <a:xfrm>
          <a:off x="4613720" y="953"/>
          <a:ext cx="1753508" cy="47389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>
              <a:solidFill>
                <a:schemeClr val="bg1"/>
              </a:solidFill>
            </a:rPr>
            <a:t>Devolver firmado</a:t>
          </a:r>
          <a:endParaRPr lang="es-ES" sz="1800" b="1" kern="1200" dirty="0">
            <a:solidFill>
              <a:schemeClr val="bg1"/>
            </a:solidFill>
          </a:endParaRPr>
        </a:p>
      </dsp:txBody>
      <dsp:txXfrm>
        <a:off x="4613720" y="953"/>
        <a:ext cx="1753508" cy="4738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BracketList+Icon">
  <dgm:title val="Lista de llaves verticales"/>
  <dgm:desc val="Se usa para mostrar bloques de información agrupados. Funciona bien con gran cantidad de texto de nivel 2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4E2B-65D4-4D33-83AE-A5EA535FE91A}" type="datetimeFigureOut">
              <a:rPr lang="es-ES" smtClean="0"/>
              <a:t>11/09/2025</a:t>
            </a:fld>
            <a:endParaRPr lang="es-ES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8CA4C-A49C-45E2-BE04-B4EF3838BE1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434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3542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0516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2216-3B5A-48B6-B9E5-989B0A558A73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608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B1F9B-BBA3-4244-91C2-6FFBAC6AFCA8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18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E45B-77F0-4D4E-AEE8-092E85ECDDBB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74523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7913-E1AB-4C61-9FD2-6979062E8BFD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5318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802F-1EBA-498A-BC2B-525F05C7CA10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1115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4862-04C0-4C3F-BA3B-A319721EC829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7166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D479-0467-41FB-B559-0C59942C84FB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0254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8193C-88BA-40D2-BEAD-3776E8A6F5B7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19760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A35B-299A-4AC6-97C8-0624A440F61B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554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2CA2-690F-4F5A-BDDC-BD5487C11BED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4358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C64E-3D99-40ED-A0BE-213195A42E87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70909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BE9AB-F773-4A1D-934E-2C3E337DFB10}" type="datetime1">
              <a:rPr lang="es-ES" smtClean="0"/>
              <a:t>11/09/2025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480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ditorialtulibro.es/tulibrodefp/login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2.xml"/><Relationship Id="rId7" Type="http://schemas.openxmlformats.org/officeDocument/2006/relationships/slide" Target="slide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3.xml"/><Relationship Id="rId7" Type="http://schemas.openxmlformats.org/officeDocument/2006/relationships/slide" Target="slide2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4.xml"/><Relationship Id="rId7" Type="http://schemas.openxmlformats.org/officeDocument/2006/relationships/slide" Target="slide2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5.xml"/><Relationship Id="rId7" Type="http://schemas.openxmlformats.org/officeDocument/2006/relationships/slide" Target="slide2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6.xml"/><Relationship Id="rId7" Type="http://schemas.openxmlformats.org/officeDocument/2006/relationships/slide" Target="slide2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13" Type="http://schemas.microsoft.com/office/2007/relationships/diagramDrawing" Target="../diagrams/drawing9.xml"/><Relationship Id="rId18" Type="http://schemas.microsoft.com/office/2007/relationships/diagramDrawing" Target="../diagrams/drawing10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8.xml"/><Relationship Id="rId12" Type="http://schemas.openxmlformats.org/officeDocument/2006/relationships/diagramColors" Target="../diagrams/colors9.xml"/><Relationship Id="rId17" Type="http://schemas.openxmlformats.org/officeDocument/2006/relationships/diagramColors" Target="../diagrams/colors10.xml"/><Relationship Id="rId2" Type="http://schemas.openxmlformats.org/officeDocument/2006/relationships/slide" Target="slide2.xml"/><Relationship Id="rId16" Type="http://schemas.openxmlformats.org/officeDocument/2006/relationships/diagramQuickStyle" Target="../diagrams/quickStyle10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8.xml"/><Relationship Id="rId11" Type="http://schemas.openxmlformats.org/officeDocument/2006/relationships/diagramQuickStyle" Target="../diagrams/quickStyle9.xml"/><Relationship Id="rId5" Type="http://schemas.openxmlformats.org/officeDocument/2006/relationships/diagramLayout" Target="../diagrams/layout8.xml"/><Relationship Id="rId15" Type="http://schemas.openxmlformats.org/officeDocument/2006/relationships/diagramLayout" Target="../diagrams/layout10.xml"/><Relationship Id="rId10" Type="http://schemas.openxmlformats.org/officeDocument/2006/relationships/diagramLayout" Target="../diagrams/layout9.xml"/><Relationship Id="rId4" Type="http://schemas.openxmlformats.org/officeDocument/2006/relationships/diagramData" Target="../diagrams/data8.xml"/><Relationship Id="rId9" Type="http://schemas.openxmlformats.org/officeDocument/2006/relationships/diagramData" Target="../diagrams/data9.xml"/><Relationship Id="rId14" Type="http://schemas.openxmlformats.org/officeDocument/2006/relationships/diagramData" Target="../diagrams/data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08" y="1268760"/>
            <a:ext cx="6324399" cy="4239090"/>
          </a:xfrm>
          <a:prstGeom prst="rect">
            <a:avLst/>
          </a:prstGeom>
        </p:spPr>
      </p:pic>
      <p:sp>
        <p:nvSpPr>
          <p:cNvPr id="14" name="13 CuadroTexto"/>
          <p:cNvSpPr txBox="1"/>
          <p:nvPr/>
        </p:nvSpPr>
        <p:spPr>
          <a:xfrm>
            <a:off x="429816" y="2149457"/>
            <a:ext cx="64464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5400" b="1" dirty="0">
                <a:solidFill>
                  <a:schemeClr val="accent2"/>
                </a:solidFill>
              </a:rPr>
              <a:t>Unidad 9              </a:t>
            </a:r>
            <a:endParaRPr lang="es-ES_tradnl" sz="5400" dirty="0">
              <a:solidFill>
                <a:schemeClr val="accent2"/>
              </a:solidFill>
            </a:endParaRPr>
          </a:p>
          <a:p>
            <a:r>
              <a:rPr lang="es-ES_tradnl" sz="5400" dirty="0">
                <a:solidFill>
                  <a:schemeClr val="accent2"/>
                </a:solidFill>
              </a:rPr>
              <a:t>FORMAS JURÍDICAS</a:t>
            </a:r>
          </a:p>
          <a:p>
            <a:r>
              <a:rPr lang="es-ES_tradnl" sz="5400" dirty="0">
                <a:solidFill>
                  <a:schemeClr val="accent2"/>
                </a:solidFill>
              </a:rPr>
              <a:t>E IMPUESTOS</a:t>
            </a:r>
            <a:endParaRPr lang="es-ES" sz="5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905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4326" y="-3340"/>
            <a:ext cx="5937834" cy="696036"/>
          </a:xfrm>
        </p:spPr>
        <p:txBody>
          <a:bodyPr>
            <a:normAutofit fontScale="90000"/>
          </a:bodyPr>
          <a:lstStyle/>
          <a:p>
            <a:pPr algn="l"/>
            <a:r>
              <a:rPr lang="es-ES_tradnl" b="1" dirty="0"/>
              <a:t>CONTENIDOS</a:t>
            </a:r>
            <a:endParaRPr lang="es-ES" b="1" dirty="0"/>
          </a:p>
        </p:txBody>
      </p:sp>
      <p:sp>
        <p:nvSpPr>
          <p:cNvPr id="5" name="4 Rectángulo">
            <a:hlinkClick r:id="rId2" action="ppaction://hlinksldjump" tooltip="click punto 1"/>
          </p:cNvPr>
          <p:cNvSpPr/>
          <p:nvPr/>
        </p:nvSpPr>
        <p:spPr>
          <a:xfrm>
            <a:off x="691160" y="1865746"/>
            <a:ext cx="6927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s-ES_tradnl" sz="2800" b="1" dirty="0">
                <a:solidFill>
                  <a:prstClr val="black"/>
                </a:solidFill>
                <a:hlinkClick r:id="rId2" action="ppaction://hlinksldjump"/>
              </a:rPr>
              <a:t>Las formas jurídicas</a:t>
            </a:r>
            <a:endParaRPr lang="es-ES_tradnl" sz="2800" b="1" dirty="0">
              <a:solidFill>
                <a:prstClr val="black"/>
              </a:solidFill>
            </a:endParaRPr>
          </a:p>
        </p:txBody>
      </p:sp>
      <p:sp>
        <p:nvSpPr>
          <p:cNvPr id="10" name="9 Rectángulo">
            <a:hlinkClick r:id="rId3" action="ppaction://hlinksldjump"/>
          </p:cNvPr>
          <p:cNvSpPr/>
          <p:nvPr/>
        </p:nvSpPr>
        <p:spPr>
          <a:xfrm>
            <a:off x="726263" y="2519903"/>
            <a:ext cx="69276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2.  </a:t>
            </a:r>
            <a:r>
              <a:rPr lang="es-ES_tradnl" sz="2800" b="1" dirty="0">
                <a:solidFill>
                  <a:prstClr val="black"/>
                </a:solidFill>
                <a:hlinkClick r:id="rId3" action="ppaction://hlinksldjump"/>
              </a:rPr>
              <a:t>Trámites para la constitución de una empresa</a:t>
            </a:r>
            <a:endParaRPr lang="es-ES_tradnl" sz="2800" b="1" dirty="0">
              <a:solidFill>
                <a:prstClr val="black"/>
              </a:solidFill>
            </a:endParaRPr>
          </a:p>
        </p:txBody>
      </p:sp>
      <p:pic>
        <p:nvPicPr>
          <p:cNvPr id="15" name="14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55961" y="2120789"/>
            <a:ext cx="351794" cy="442037"/>
          </a:xfrm>
          <a:prstGeom prst="rect">
            <a:avLst/>
          </a:prstGeom>
        </p:spPr>
      </p:pic>
      <p:sp>
        <p:nvSpPr>
          <p:cNvPr id="3" name="4 Rectángulo">
            <a:hlinkClick r:id="rId2" action="ppaction://hlinksldjump" tooltip="click punto 1"/>
            <a:extLst>
              <a:ext uri="{FF2B5EF4-FFF2-40B4-BE49-F238E27FC236}">
                <a16:creationId xmlns:a16="http://schemas.microsoft.com/office/drawing/2014/main" id="{30EBC384-EC4E-0B0D-46E0-5AAD9BF9B8E0}"/>
              </a:ext>
            </a:extLst>
          </p:cNvPr>
          <p:cNvSpPr/>
          <p:nvPr/>
        </p:nvSpPr>
        <p:spPr>
          <a:xfrm>
            <a:off x="691160" y="3545196"/>
            <a:ext cx="6927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3. </a:t>
            </a:r>
            <a:r>
              <a:rPr lang="es-ES_tradnl" sz="2800" b="1" dirty="0">
                <a:solidFill>
                  <a:prstClr val="black"/>
                </a:solidFill>
                <a:hlinkClick r:id="rId5" action="ppaction://hlinksldjump"/>
              </a:rPr>
              <a:t>Los impuestos</a:t>
            </a:r>
            <a:endParaRPr lang="es-ES_tradnl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34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BD1AC-2EBF-44D1-B0D1-F59DCD732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052736"/>
            <a:ext cx="7772400" cy="1470025"/>
          </a:xfrm>
        </p:spPr>
        <p:txBody>
          <a:bodyPr/>
          <a:lstStyle/>
          <a:p>
            <a:r>
              <a:rPr lang="es-ES" dirty="0">
                <a:solidFill>
                  <a:srgbClr val="92D050"/>
                </a:solidFill>
              </a:rPr>
              <a:t>RECUERDA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79A394-C202-402E-A66F-0D05BA4A8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348880"/>
            <a:ext cx="6400800" cy="2592288"/>
          </a:xfrm>
        </p:spPr>
        <p:txBody>
          <a:bodyPr/>
          <a:lstStyle/>
          <a:p>
            <a:r>
              <a:rPr lang="es-E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ACCEDE A VÍDEOS Y ENLACES</a:t>
            </a:r>
          </a:p>
          <a:p>
            <a:r>
              <a:rPr lang="es-E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EN EL LIBRO DIGITAL DE IPE II</a:t>
            </a:r>
          </a:p>
          <a:p>
            <a:r>
              <a:rPr lang="es-E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 TUS CLAVES</a:t>
            </a:r>
          </a:p>
          <a:p>
            <a:r>
              <a:rPr lang="es-ES" dirty="0">
                <a:solidFill>
                  <a:schemeClr val="tx2">
                    <a:lumMod val="60000"/>
                    <a:lumOff val="40000"/>
                  </a:schemeClr>
                </a:solidFill>
                <a:hlinkClick r:id="rId2"/>
              </a:rPr>
              <a:t>AQUÍ</a:t>
            </a:r>
            <a:endParaRPr lang="es-E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554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 Título"/>
          <p:cNvSpPr txBox="1">
            <a:spLocks/>
          </p:cNvSpPr>
          <p:nvPr/>
        </p:nvSpPr>
        <p:spPr>
          <a:xfrm>
            <a:off x="35496" y="1684"/>
            <a:ext cx="8229600" cy="571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1. Las formas jurídicas</a:t>
            </a:r>
          </a:p>
        </p:txBody>
      </p:sp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2322658858"/>
              </p:ext>
            </p:extLst>
          </p:nvPr>
        </p:nvGraphicFramePr>
        <p:xfrm>
          <a:off x="173589" y="692696"/>
          <a:ext cx="8718891" cy="5352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11 Imagen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6332624" y="3848981"/>
            <a:ext cx="351794" cy="442037"/>
          </a:xfrm>
          <a:prstGeom prst="rect">
            <a:avLst/>
          </a:prstGeom>
        </p:spPr>
      </p:pic>
      <p:sp>
        <p:nvSpPr>
          <p:cNvPr id="4" name="4 CuadroTexto">
            <a:hlinkClick r:id="rId8" action="ppaction://hlinksldjump"/>
            <a:extLst>
              <a:ext uri="{FF2B5EF4-FFF2-40B4-BE49-F238E27FC236}">
                <a16:creationId xmlns:a16="http://schemas.microsoft.com/office/drawing/2014/main" id="{BF89FB2C-2849-4277-F5DA-B76B88C8F497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6" name="6 Imagen">
            <a:extLst>
              <a:ext uri="{FF2B5EF4-FFF2-40B4-BE49-F238E27FC236}">
                <a16:creationId xmlns:a16="http://schemas.microsoft.com/office/drawing/2014/main" id="{830E5EE5-DB43-AD5F-4800-5A6218E117C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8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BA22B16-47F5-D062-7B3A-F5F0699FD1CE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60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323528" y="836712"/>
            <a:ext cx="2821312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El empresario individual</a:t>
            </a:r>
            <a:endParaRPr lang="es-ES" b="1" dirty="0"/>
          </a:p>
        </p:txBody>
      </p:sp>
      <p:sp>
        <p:nvSpPr>
          <p:cNvPr id="5" name="4 CuadroTexto"/>
          <p:cNvSpPr txBox="1"/>
          <p:nvPr/>
        </p:nvSpPr>
        <p:spPr>
          <a:xfrm>
            <a:off x="323528" y="1412776"/>
            <a:ext cx="864096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Es la persona particular que ejerce una actividad empresarial de forma habitual, personal y directa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Tiene </a:t>
            </a:r>
            <a:r>
              <a:rPr lang="es-ES_tradnl" b="1" i="1" dirty="0"/>
              <a:t>responsabilidad ilimitada </a:t>
            </a:r>
            <a:r>
              <a:rPr lang="es-ES_tradnl" dirty="0">
                <a:sym typeface="Wingdings" panose="05000000000000000000" pitchFamily="2" charset="2"/>
              </a:rPr>
              <a:t> responde con sus bienes personales ante pérdidas</a:t>
            </a:r>
          </a:p>
          <a:p>
            <a:pPr marL="742950" lvl="1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>
                <a:sym typeface="Wingdings" panose="05000000000000000000" pitchFamily="2" charset="2"/>
              </a:rPr>
              <a:t>Reforma ley emprendedores: aparece la figura del </a:t>
            </a:r>
            <a:r>
              <a:rPr lang="es-ES_tradnl" b="1" dirty="0">
                <a:sym typeface="Wingdings" panose="05000000000000000000" pitchFamily="2" charset="2"/>
              </a:rPr>
              <a:t>Empresario de Responsabilidad Limitada </a:t>
            </a:r>
            <a:r>
              <a:rPr lang="es-ES_tradnl" dirty="0">
                <a:sym typeface="Wingdings" panose="05000000000000000000" pitchFamily="2" charset="2"/>
              </a:rPr>
              <a:t>donde su </a:t>
            </a:r>
            <a:r>
              <a:rPr lang="es-ES_tradnl" b="1" dirty="0">
                <a:sym typeface="Wingdings" panose="05000000000000000000" pitchFamily="2" charset="2"/>
              </a:rPr>
              <a:t>vivienda habitual </a:t>
            </a:r>
            <a:r>
              <a:rPr lang="es-ES_tradnl" dirty="0">
                <a:sym typeface="Wingdings" panose="05000000000000000000" pitchFamily="2" charset="2"/>
              </a:rPr>
              <a:t>no queda afectada por la empresa.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>
                <a:sym typeface="Wingdings" panose="05000000000000000000" pitchFamily="2" charset="2"/>
              </a:rPr>
              <a:t>No necesita un capital mínimo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>
                <a:sym typeface="Wingdings" panose="05000000000000000000" pitchFamily="2" charset="2"/>
              </a:rPr>
              <a:t>La forma más rápida y sencilla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>
                <a:sym typeface="Wingdings" panose="05000000000000000000" pitchFamily="2" charset="2"/>
              </a:rPr>
              <a:t>El nombre es libre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>
                <a:sym typeface="Wingdings" panose="05000000000000000000" pitchFamily="2" charset="2"/>
              </a:rPr>
              <a:t>Impuestos: </a:t>
            </a:r>
            <a:r>
              <a:rPr lang="es-ES_tradnl" b="1" dirty="0">
                <a:sym typeface="Wingdings" panose="05000000000000000000" pitchFamily="2" charset="2"/>
              </a:rPr>
              <a:t>IRPF</a:t>
            </a:r>
            <a:r>
              <a:rPr lang="es-ES_tradnl" dirty="0">
                <a:sym typeface="Wingdings" panose="05000000000000000000" pitchFamily="2" charset="2"/>
              </a:rPr>
              <a:t>: bien estimación directa según beneficios o por módulos (cantidad fija)</a:t>
            </a:r>
          </a:p>
          <a:p>
            <a:pPr marL="285750" indent="-285750">
              <a:buFont typeface="Wingdings"/>
              <a:buChar char="Ø"/>
            </a:pPr>
            <a:r>
              <a:rPr lang="es-ES_tradnl" dirty="0">
                <a:sym typeface="Wingdings" panose="05000000000000000000" pitchFamily="2" charset="2"/>
              </a:rPr>
              <a:t>Régimen de Seguridad social  </a:t>
            </a:r>
            <a:r>
              <a:rPr lang="es-ES_tradnl" b="1" dirty="0">
                <a:sym typeface="Wingdings" panose="05000000000000000000" pitchFamily="2" charset="2"/>
              </a:rPr>
              <a:t>Autónomos</a:t>
            </a:r>
            <a:r>
              <a:rPr lang="es-ES_tradnl" dirty="0">
                <a:sym typeface="Wingdings" panose="05000000000000000000" pitchFamily="2" charset="2"/>
              </a:rPr>
              <a:t> (alta incluso familiares que trabajen con el)</a:t>
            </a:r>
            <a:endParaRPr lang="es-ES_tradnl" dirty="0"/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ABF14448-084F-16AC-07BE-5583BA45EA67}"/>
              </a:ext>
            </a:extLst>
          </p:cNvPr>
          <p:cNvSpPr txBox="1">
            <a:spLocks/>
          </p:cNvSpPr>
          <p:nvPr/>
        </p:nvSpPr>
        <p:spPr>
          <a:xfrm>
            <a:off x="35496" y="1684"/>
            <a:ext cx="8229600" cy="571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1. Las formas jurídicas</a:t>
            </a:r>
          </a:p>
        </p:txBody>
      </p:sp>
      <p:sp>
        <p:nvSpPr>
          <p:cNvPr id="3" name="4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65598021-74DB-BBC5-422A-36DC017EDDBD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6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29783AD-F422-ADA3-1F7D-61F151F678C3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7" name="6 Imagen">
            <a:extLst>
              <a:ext uri="{FF2B5EF4-FFF2-40B4-BE49-F238E27FC236}">
                <a16:creationId xmlns:a16="http://schemas.microsoft.com/office/drawing/2014/main" id="{3FB28F6A-D96B-DFA9-C2B6-1D926CC874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9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5678D7F-AB68-6E95-2864-FFF0A0F3E1C4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66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3 CuadroTexto"/>
          <p:cNvSpPr txBox="1"/>
          <p:nvPr/>
        </p:nvSpPr>
        <p:spPr>
          <a:xfrm>
            <a:off x="517364" y="1040393"/>
            <a:ext cx="2821312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b="1" dirty="0"/>
              <a:t>Autónomo</a:t>
            </a:r>
            <a:endParaRPr lang="es-ES" b="1" dirty="0"/>
          </a:p>
        </p:txBody>
      </p:sp>
      <p:sp>
        <p:nvSpPr>
          <p:cNvPr id="24" name="4 CuadroTexto"/>
          <p:cNvSpPr txBox="1"/>
          <p:nvPr/>
        </p:nvSpPr>
        <p:spPr>
          <a:xfrm>
            <a:off x="395536" y="1541184"/>
            <a:ext cx="864096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s-ES_tradnl" b="1" dirty="0"/>
              <a:t>Régimen de Autónomos lo incluyen: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Mayores de 18 años ejerzan actividad por cuenta propia (empresario individual)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Cónyuge y familiares hasta segundo grado que colaboren en la empresa del autónomo y convivan con él, salvo asalariados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Profesionales por cuenta propia que estén colegiados (abogados, economistas, </a:t>
            </a:r>
            <a:r>
              <a:rPr lang="es-ES_tradnl" dirty="0" err="1"/>
              <a:t>etc</a:t>
            </a:r>
            <a:r>
              <a:rPr lang="es-ES_tradnl" dirty="0"/>
              <a:t>)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Socios de algunas empresas (comunidades de bienes, industriales, colectivas y comanditarias, cooperativas, si optan por régimen de autónomos)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Administradores o consejeros  de sociedades (SL, SA…)que ejerzan funciones de administración; posean el 33% del capital; 25% y gerencia; así como los socios que tengan control efectivo.</a:t>
            </a:r>
          </a:p>
        </p:txBody>
      </p:sp>
      <p:sp>
        <p:nvSpPr>
          <p:cNvPr id="25" name="5 Distinto de"/>
          <p:cNvSpPr/>
          <p:nvPr/>
        </p:nvSpPr>
        <p:spPr>
          <a:xfrm>
            <a:off x="3568013" y="1040393"/>
            <a:ext cx="621759" cy="369332"/>
          </a:xfrm>
          <a:prstGeom prst="mathNotEqual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40" name="7 CuadroTexto"/>
          <p:cNvSpPr txBox="1"/>
          <p:nvPr/>
        </p:nvSpPr>
        <p:spPr>
          <a:xfrm>
            <a:off x="4189772" y="1040393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/>
              <a:t>Empresario individual</a:t>
            </a:r>
            <a:endParaRPr lang="es-ES" dirty="0"/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260B3AE6-6C34-9F76-EE25-9D1EED95457C}"/>
              </a:ext>
            </a:extLst>
          </p:cNvPr>
          <p:cNvSpPr txBox="1">
            <a:spLocks/>
          </p:cNvSpPr>
          <p:nvPr/>
        </p:nvSpPr>
        <p:spPr>
          <a:xfrm>
            <a:off x="35496" y="1684"/>
            <a:ext cx="8229600" cy="571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1. Las formas jurídicas</a:t>
            </a:r>
          </a:p>
        </p:txBody>
      </p:sp>
      <p:sp>
        <p:nvSpPr>
          <p:cNvPr id="3" name="4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AAC35B76-1C51-876A-4307-9723E00EBCDA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4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4E832AF4-5B10-1BE6-3074-9F2DA963AD74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5" name="6 Imagen">
            <a:extLst>
              <a:ext uri="{FF2B5EF4-FFF2-40B4-BE49-F238E27FC236}">
                <a16:creationId xmlns:a16="http://schemas.microsoft.com/office/drawing/2014/main" id="{A814C1E0-9D0E-768C-5783-31822DC451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6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9679AD0-A8B5-9E57-21EC-078631BE44A7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027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23 Diagrama"/>
          <p:cNvGraphicFramePr/>
          <p:nvPr>
            <p:extLst>
              <p:ext uri="{D42A27DB-BD31-4B8C-83A1-F6EECF244321}">
                <p14:modId xmlns:p14="http://schemas.microsoft.com/office/powerpoint/2010/main" val="1844376588"/>
              </p:ext>
            </p:extLst>
          </p:nvPr>
        </p:nvGraphicFramePr>
        <p:xfrm>
          <a:off x="2051720" y="720419"/>
          <a:ext cx="3724972" cy="1409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557182"/>
              </p:ext>
            </p:extLst>
          </p:nvPr>
        </p:nvGraphicFramePr>
        <p:xfrm>
          <a:off x="230720" y="1700810"/>
          <a:ext cx="8682559" cy="3961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3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84174">
                <a:tc>
                  <a:txBody>
                    <a:bodyPr/>
                    <a:lstStyle/>
                    <a:p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Desde 2023 cotizar por tramo de renta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Se cotizará según el tramo de rendimiento neto en el que esté el autónomo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Hay 12 tramos de renta general y 3 tramos de renta reducida, y cada cual tiene su base máxima y base mínima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El autónomo hará una estimación de rendimiento neto y cotizará por esa previsión, luego se comparará con el IRPF del año siguiente y saldrá a pagar o a devolver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1467">
                <a:tc>
                  <a:txBody>
                    <a:bodyPr/>
                    <a:lstStyle/>
                    <a:p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Tipos</a:t>
                      </a:r>
                      <a:r>
                        <a:rPr lang="es-ES_tradnl" sz="1600" b="1" baseline="0" dirty="0">
                          <a:solidFill>
                            <a:schemeClr val="bg1"/>
                          </a:solidFill>
                        </a:rPr>
                        <a:t> de cotización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Contingencias comunes= 28,30 + 0,80% MEI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Con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tingencias profesionales= 1,3 %</a:t>
                      </a:r>
                      <a:endParaRPr lang="es-ES" sz="16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Por cese de actividad (desempleo de autónomos)= 0,9%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Por FP = 0,1%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Total en 2025 = 31,40%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2667">
                <a:tc>
                  <a:txBody>
                    <a:bodyPr/>
                    <a:lstStyle/>
                    <a:p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Nuevos</a:t>
                      </a:r>
                      <a:r>
                        <a:rPr lang="es-ES_tradnl" sz="1600" b="1" baseline="0" dirty="0">
                          <a:solidFill>
                            <a:schemeClr val="bg1"/>
                          </a:solidFill>
                        </a:rPr>
                        <a:t> autónomos tarifa plana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</a:rPr>
                        <a:t>Desaparecen los antiguos colectivos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</a:rPr>
                        <a:t>La tarifa plana es de 80€ (antes 60€) para los años 2023 a 2025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</a:rPr>
                        <a:t>Duración: 12 meses, prorrogables otros 12 meses si el rendimiento neto es inferior al SMI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438207"/>
                  </a:ext>
                </a:extLst>
              </a:tr>
            </a:tbl>
          </a:graphicData>
        </a:graphic>
      </p:graphicFrame>
      <p:sp>
        <p:nvSpPr>
          <p:cNvPr id="2" name="1 Título">
            <a:extLst>
              <a:ext uri="{FF2B5EF4-FFF2-40B4-BE49-F238E27FC236}">
                <a16:creationId xmlns:a16="http://schemas.microsoft.com/office/drawing/2014/main" id="{3B125476-4F6D-957B-3A6C-D666B8739005}"/>
              </a:ext>
            </a:extLst>
          </p:cNvPr>
          <p:cNvSpPr txBox="1">
            <a:spLocks/>
          </p:cNvSpPr>
          <p:nvPr/>
        </p:nvSpPr>
        <p:spPr>
          <a:xfrm>
            <a:off x="35496" y="1684"/>
            <a:ext cx="8229600" cy="571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1. Las formas jurídicas</a:t>
            </a:r>
          </a:p>
        </p:txBody>
      </p:sp>
      <p:sp>
        <p:nvSpPr>
          <p:cNvPr id="4" name="4 CuadroTexto">
            <a:hlinkClick r:id="rId7" action="ppaction://hlinksldjump"/>
            <a:extLst>
              <a:ext uri="{FF2B5EF4-FFF2-40B4-BE49-F238E27FC236}">
                <a16:creationId xmlns:a16="http://schemas.microsoft.com/office/drawing/2014/main" id="{003E2807-22AE-EDC9-9CC1-E883933D3E6E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5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953AAEA-55A2-9197-E347-2E348BC10669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6" name="6 Imagen">
            <a:extLst>
              <a:ext uri="{FF2B5EF4-FFF2-40B4-BE49-F238E27FC236}">
                <a16:creationId xmlns:a16="http://schemas.microsoft.com/office/drawing/2014/main" id="{1A44F463-F8C2-677D-5F75-3295733EE0B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7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5306336-CF14-E607-5DDE-B372DFFD33E6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608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3 CuadroTexto"/>
          <p:cNvSpPr txBox="1"/>
          <p:nvPr/>
        </p:nvSpPr>
        <p:spPr>
          <a:xfrm>
            <a:off x="340083" y="813513"/>
            <a:ext cx="2821312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b="1" dirty="0"/>
              <a:t>Sociedad limitada</a:t>
            </a:r>
            <a:endParaRPr lang="es-ES" b="1" dirty="0"/>
          </a:p>
        </p:txBody>
      </p:sp>
      <p:graphicFrame>
        <p:nvGraphicFramePr>
          <p:cNvPr id="18" name="17 Diagrama"/>
          <p:cNvGraphicFramePr/>
          <p:nvPr>
            <p:extLst>
              <p:ext uri="{D42A27DB-BD31-4B8C-83A1-F6EECF244321}">
                <p14:modId xmlns:p14="http://schemas.microsoft.com/office/powerpoint/2010/main" val="2720755558"/>
              </p:ext>
            </p:extLst>
          </p:nvPr>
        </p:nvGraphicFramePr>
        <p:xfrm>
          <a:off x="683568" y="998179"/>
          <a:ext cx="8037773" cy="4240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1 CuadroTexto"/>
          <p:cNvSpPr txBox="1"/>
          <p:nvPr/>
        </p:nvSpPr>
        <p:spPr>
          <a:xfrm>
            <a:off x="6041472" y="1182845"/>
            <a:ext cx="2249579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600" dirty="0"/>
              <a:t>Limitada a la aportación</a:t>
            </a:r>
            <a:endParaRPr lang="es-ES" sz="1600" dirty="0"/>
          </a:p>
        </p:txBody>
      </p:sp>
      <p:sp>
        <p:nvSpPr>
          <p:cNvPr id="20" name="19 CuadroTexto"/>
          <p:cNvSpPr txBox="1"/>
          <p:nvPr/>
        </p:nvSpPr>
        <p:spPr>
          <a:xfrm>
            <a:off x="7740352" y="1879247"/>
            <a:ext cx="1042214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600" dirty="0"/>
              <a:t>Mínimo 1</a:t>
            </a:r>
            <a:endParaRPr lang="es-ES" sz="1600" dirty="0"/>
          </a:p>
        </p:txBody>
      </p:sp>
      <p:sp>
        <p:nvSpPr>
          <p:cNvPr id="21" name="20 CuadroTexto"/>
          <p:cNvSpPr txBox="1"/>
          <p:nvPr/>
        </p:nvSpPr>
        <p:spPr>
          <a:xfrm>
            <a:off x="6300192" y="2848580"/>
            <a:ext cx="266429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600" dirty="0"/>
              <a:t>Mín. 1€, hasta que llegue a 3.000€ reserva legal del 20% de los beneficios</a:t>
            </a:r>
            <a:endParaRPr lang="es-ES" sz="1600" dirty="0"/>
          </a:p>
        </p:txBody>
      </p:sp>
      <p:sp>
        <p:nvSpPr>
          <p:cNvPr id="22" name="21 CuadroTexto"/>
          <p:cNvSpPr txBox="1"/>
          <p:nvPr/>
        </p:nvSpPr>
        <p:spPr>
          <a:xfrm>
            <a:off x="6041472" y="4653135"/>
            <a:ext cx="3024335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600" dirty="0"/>
              <a:t>Capital dividido</a:t>
            </a:r>
          </a:p>
          <a:p>
            <a:r>
              <a:rPr lang="es-ES_tradnl" sz="1600" dirty="0"/>
              <a:t>Venta o transmisión libre entre socios, cónyuges y familiares</a:t>
            </a:r>
            <a:endParaRPr lang="es-ES" sz="1600" dirty="0"/>
          </a:p>
        </p:txBody>
      </p:sp>
      <p:sp>
        <p:nvSpPr>
          <p:cNvPr id="23" name="22 CuadroTexto"/>
          <p:cNvSpPr txBox="1"/>
          <p:nvPr/>
        </p:nvSpPr>
        <p:spPr>
          <a:xfrm>
            <a:off x="2754144" y="5086487"/>
            <a:ext cx="3148082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600" dirty="0"/>
              <a:t>Recibir dividendo o Bº</a:t>
            </a:r>
          </a:p>
          <a:p>
            <a:r>
              <a:rPr lang="es-ES_tradnl" sz="1600" dirty="0"/>
              <a:t>Toma de decisiones</a:t>
            </a:r>
          </a:p>
          <a:p>
            <a:r>
              <a:rPr lang="es-ES_tradnl" sz="1600" dirty="0"/>
              <a:t>Compra de nuevas participaciones</a:t>
            </a:r>
            <a:endParaRPr lang="es-ES" sz="1600" dirty="0"/>
          </a:p>
        </p:txBody>
      </p:sp>
      <p:sp>
        <p:nvSpPr>
          <p:cNvPr id="24" name="23 CuadroTexto"/>
          <p:cNvSpPr txBox="1"/>
          <p:nvPr/>
        </p:nvSpPr>
        <p:spPr>
          <a:xfrm>
            <a:off x="71389" y="4670988"/>
            <a:ext cx="2491474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600" dirty="0"/>
              <a:t>Junta General de Socios (más de 15 socios)</a:t>
            </a:r>
          </a:p>
          <a:p>
            <a:r>
              <a:rPr lang="es-ES_tradnl" sz="1600" dirty="0"/>
              <a:t>Administrador/es</a:t>
            </a:r>
          </a:p>
          <a:p>
            <a:r>
              <a:rPr lang="es-ES_tradnl" sz="1600" dirty="0"/>
              <a:t>Consejo de Administración (</a:t>
            </a:r>
            <a:r>
              <a:rPr lang="es-ES_tradnl" sz="1600" dirty="0" err="1"/>
              <a:t>mín</a:t>
            </a:r>
            <a:r>
              <a:rPr lang="es-ES_tradnl" sz="1600" dirty="0"/>
              <a:t> 3 </a:t>
            </a:r>
            <a:r>
              <a:rPr lang="es-ES_tradnl" sz="1600" dirty="0" err="1"/>
              <a:t>máx</a:t>
            </a:r>
            <a:r>
              <a:rPr lang="es-ES_tradnl" sz="1600" dirty="0"/>
              <a:t> 12 consejeros)</a:t>
            </a:r>
            <a:endParaRPr lang="es-ES" sz="1600" dirty="0"/>
          </a:p>
        </p:txBody>
      </p:sp>
      <p:sp>
        <p:nvSpPr>
          <p:cNvPr id="25" name="24 CuadroTexto"/>
          <p:cNvSpPr txBox="1"/>
          <p:nvPr/>
        </p:nvSpPr>
        <p:spPr>
          <a:xfrm>
            <a:off x="114179" y="3140968"/>
            <a:ext cx="417993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600" dirty="0"/>
              <a:t>Administradores </a:t>
            </a:r>
            <a:r>
              <a:rPr lang="es-ES_tradnl" sz="1600" dirty="0">
                <a:sym typeface="Wingdings" panose="05000000000000000000" pitchFamily="2" charset="2"/>
              </a:rPr>
              <a:t> Rg. autónomos</a:t>
            </a:r>
            <a:endParaRPr lang="es-ES_tradnl" sz="1600" dirty="0"/>
          </a:p>
          <a:p>
            <a:r>
              <a:rPr lang="es-ES_tradnl" sz="1600" dirty="0"/>
              <a:t>Socios trabajadores </a:t>
            </a:r>
            <a:r>
              <a:rPr lang="es-ES_tradnl" sz="1600" dirty="0">
                <a:sym typeface="Wingdings" panose="05000000000000000000" pitchFamily="2" charset="2"/>
              </a:rPr>
              <a:t>Rg. General</a:t>
            </a:r>
          </a:p>
          <a:p>
            <a:r>
              <a:rPr lang="es-ES_tradnl" sz="1600" dirty="0">
                <a:sym typeface="Wingdings" panose="05000000000000000000" pitchFamily="2" charset="2"/>
              </a:rPr>
              <a:t>Socios solo aportan capital  </a:t>
            </a:r>
            <a:r>
              <a:rPr lang="es-ES_tradnl" sz="1400" dirty="0">
                <a:sym typeface="Wingdings" panose="05000000000000000000" pitchFamily="2" charset="2"/>
              </a:rPr>
              <a:t>no alta salvo &gt;50%</a:t>
            </a:r>
            <a:endParaRPr lang="es-ES" sz="1400" dirty="0"/>
          </a:p>
        </p:txBody>
      </p:sp>
      <p:sp>
        <p:nvSpPr>
          <p:cNvPr id="27" name="26 CuadroTexto"/>
          <p:cNvSpPr txBox="1"/>
          <p:nvPr/>
        </p:nvSpPr>
        <p:spPr>
          <a:xfrm>
            <a:off x="167177" y="1881395"/>
            <a:ext cx="2265764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600" dirty="0"/>
              <a:t>Impuesto de Sociedades</a:t>
            </a:r>
            <a:endParaRPr lang="es-ES" sz="1600" dirty="0"/>
          </a:p>
        </p:txBody>
      </p:sp>
      <p:sp>
        <p:nvSpPr>
          <p:cNvPr id="3" name="1 Título">
            <a:extLst>
              <a:ext uri="{FF2B5EF4-FFF2-40B4-BE49-F238E27FC236}">
                <a16:creationId xmlns:a16="http://schemas.microsoft.com/office/drawing/2014/main" id="{A02CBC9B-E301-BA5F-9ADC-1783B00098DD}"/>
              </a:ext>
            </a:extLst>
          </p:cNvPr>
          <p:cNvSpPr txBox="1">
            <a:spLocks/>
          </p:cNvSpPr>
          <p:nvPr/>
        </p:nvSpPr>
        <p:spPr>
          <a:xfrm>
            <a:off x="35496" y="1684"/>
            <a:ext cx="8229600" cy="571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1. Las formas jurídicas</a:t>
            </a:r>
          </a:p>
        </p:txBody>
      </p:sp>
      <p:sp>
        <p:nvSpPr>
          <p:cNvPr id="4" name="4 CuadroTexto">
            <a:hlinkClick r:id="rId7" action="ppaction://hlinksldjump"/>
            <a:extLst>
              <a:ext uri="{FF2B5EF4-FFF2-40B4-BE49-F238E27FC236}">
                <a16:creationId xmlns:a16="http://schemas.microsoft.com/office/drawing/2014/main" id="{A1EFF5E6-392A-CDA7-9693-E4EA1EE40C76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5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A9E41AB-DAA1-CCC0-1758-DCBD0425E1CF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6" name="6 Imagen">
            <a:extLst>
              <a:ext uri="{FF2B5EF4-FFF2-40B4-BE49-F238E27FC236}">
                <a16:creationId xmlns:a16="http://schemas.microsoft.com/office/drawing/2014/main" id="{B04D17A9-7FF3-E028-7F33-BFE03E9042A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7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3D3FA76-4EB4-D731-29FA-9A6BB12050FC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755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3 CuadroTexto"/>
          <p:cNvSpPr txBox="1"/>
          <p:nvPr/>
        </p:nvSpPr>
        <p:spPr>
          <a:xfrm>
            <a:off x="340082" y="998179"/>
            <a:ext cx="3511837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b="1" dirty="0"/>
              <a:t>Sociedad Anónima</a:t>
            </a:r>
            <a:endParaRPr lang="es-ES" b="1" dirty="0"/>
          </a:p>
        </p:txBody>
      </p:sp>
      <p:sp>
        <p:nvSpPr>
          <p:cNvPr id="16" name="4 CuadroTexto"/>
          <p:cNvSpPr txBox="1"/>
          <p:nvPr/>
        </p:nvSpPr>
        <p:spPr>
          <a:xfrm>
            <a:off x="380541" y="2276872"/>
            <a:ext cx="864096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Capital mín. 60.000 €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El capital debe estar desembolsado al menos en un 25% en su constitución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>
                <a:sym typeface="Wingdings" panose="05000000000000000000" pitchFamily="2" charset="2"/>
              </a:rPr>
              <a:t>Capital está dividido en acciones, las cuales pueden venderse de forma libre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>
                <a:sym typeface="Wingdings" panose="05000000000000000000" pitchFamily="2" charset="2"/>
              </a:rPr>
              <a:t>Órganos de gobierno: Junta General de Accionistas y Consejo de Administración </a:t>
            </a:r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17" name="7 CuadroTexto"/>
          <p:cNvSpPr txBox="1"/>
          <p:nvPr/>
        </p:nvSpPr>
        <p:spPr>
          <a:xfrm>
            <a:off x="4263056" y="855727"/>
            <a:ext cx="4629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/>
              <a:t>Empresas grandes, gran volumen de capital Entrada y salida de socios libre</a:t>
            </a:r>
            <a:endParaRPr lang="es-ES" dirty="0"/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8B44FBAF-1886-C24D-C27E-5062B831E74A}"/>
              </a:ext>
            </a:extLst>
          </p:cNvPr>
          <p:cNvSpPr txBox="1">
            <a:spLocks/>
          </p:cNvSpPr>
          <p:nvPr/>
        </p:nvSpPr>
        <p:spPr>
          <a:xfrm>
            <a:off x="35496" y="1684"/>
            <a:ext cx="8229600" cy="571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1. Las formas jurídicas</a:t>
            </a:r>
          </a:p>
        </p:txBody>
      </p:sp>
      <p:sp>
        <p:nvSpPr>
          <p:cNvPr id="3" name="4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D4972A81-4EFE-91E9-7893-84B39D384357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4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CE2586-55FA-355F-D11D-4077B5202A3C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5" name="6 Imagen">
            <a:extLst>
              <a:ext uri="{FF2B5EF4-FFF2-40B4-BE49-F238E27FC236}">
                <a16:creationId xmlns:a16="http://schemas.microsoft.com/office/drawing/2014/main" id="{DDFAE5BA-9455-86CC-1EE8-F22655ED70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6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295BB2-8E83-C567-0EE2-A85A3FF7C37C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701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3 CuadroTexto"/>
          <p:cNvSpPr txBox="1"/>
          <p:nvPr/>
        </p:nvSpPr>
        <p:spPr>
          <a:xfrm>
            <a:off x="340082" y="994226"/>
            <a:ext cx="3511837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b="1" dirty="0"/>
              <a:t>Sociedad Laboral</a:t>
            </a:r>
            <a:endParaRPr lang="es-ES" b="1" dirty="0"/>
          </a:p>
        </p:txBody>
      </p:sp>
      <p:sp>
        <p:nvSpPr>
          <p:cNvPr id="16" name="4 CuadroTexto"/>
          <p:cNvSpPr txBox="1"/>
          <p:nvPr/>
        </p:nvSpPr>
        <p:spPr>
          <a:xfrm>
            <a:off x="374928" y="1916832"/>
            <a:ext cx="86409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Nº mín. socios 3 (al menos 2 trabajadores), se permite provisional solo 2 trabajadores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>
                <a:sym typeface="Wingdings" panose="05000000000000000000" pitchFamily="2" charset="2"/>
              </a:rPr>
              <a:t>Socios trabajadores  poseer al menos 51 % del capital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>
                <a:sym typeface="Wingdings" panose="05000000000000000000" pitchFamily="2" charset="2"/>
              </a:rPr>
              <a:t>Ningún socio por sí solo puede tener más del 33% del capital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>
                <a:sym typeface="Wingdings" panose="05000000000000000000" pitchFamily="2" charset="2"/>
              </a:rPr>
              <a:t>Socios no trabajadores  no más del 49%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>
                <a:sym typeface="Wingdings" panose="05000000000000000000" pitchFamily="2" charset="2"/>
              </a:rPr>
              <a:t>Posibilidad de contratar a trabajadores no socios:</a:t>
            </a:r>
          </a:p>
          <a:p>
            <a:pPr marL="742950" lvl="1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>
                <a:sym typeface="Wingdings" panose="05000000000000000000" pitchFamily="2" charset="2"/>
              </a:rPr>
              <a:t>Límites horas trabajadas no &gt; 49% hs trabajadas por los socios. No incluidos trabajadores temporales.</a:t>
            </a:r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17" name="7 CuadroTexto"/>
          <p:cNvSpPr txBox="1"/>
          <p:nvPr/>
        </p:nvSpPr>
        <p:spPr>
          <a:xfrm>
            <a:off x="4067944" y="855727"/>
            <a:ext cx="4824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/>
              <a:t>Su propiedad pertenece a los trabajadores de la SL o de la SA</a:t>
            </a:r>
            <a:endParaRPr lang="es-ES" dirty="0"/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9927D2FA-AF26-CA34-39A3-B025BBC9FA81}"/>
              </a:ext>
            </a:extLst>
          </p:cNvPr>
          <p:cNvSpPr txBox="1">
            <a:spLocks/>
          </p:cNvSpPr>
          <p:nvPr/>
        </p:nvSpPr>
        <p:spPr>
          <a:xfrm>
            <a:off x="35496" y="1684"/>
            <a:ext cx="8229600" cy="571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1. Las formas jurídicas</a:t>
            </a:r>
          </a:p>
        </p:txBody>
      </p:sp>
      <p:sp>
        <p:nvSpPr>
          <p:cNvPr id="3" name="4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517CA981-5FE4-1A0F-D89A-A499ED06D2A1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4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81137E9-B77B-E3A8-BE45-3ED35B93D4C9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5" name="6 Imagen">
            <a:extLst>
              <a:ext uri="{FF2B5EF4-FFF2-40B4-BE49-F238E27FC236}">
                <a16:creationId xmlns:a16="http://schemas.microsoft.com/office/drawing/2014/main" id="{09EA2514-0C29-A4AE-DCB7-1FFFC5C398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6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CE6B6F9-F257-6C77-8FFD-CF3BAACFE8DF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701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3 CuadroTexto"/>
          <p:cNvSpPr txBox="1"/>
          <p:nvPr/>
        </p:nvSpPr>
        <p:spPr>
          <a:xfrm>
            <a:off x="340082" y="1042113"/>
            <a:ext cx="3511837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b="1" dirty="0"/>
              <a:t>Cooperativa de trabajo asociado</a:t>
            </a:r>
            <a:endParaRPr lang="es-ES" b="1" dirty="0"/>
          </a:p>
        </p:txBody>
      </p:sp>
      <p:sp>
        <p:nvSpPr>
          <p:cNvPr id="16" name="4 CuadroTexto"/>
          <p:cNvSpPr txBox="1"/>
          <p:nvPr/>
        </p:nvSpPr>
        <p:spPr>
          <a:xfrm>
            <a:off x="386829" y="1772816"/>
            <a:ext cx="864096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Solo podrán ser socios los trabajadores de la cooperativa y aporten capital de los estatutos (algunas Comunidades Autónomas fijan un capital mínimo de 3.000€)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Principio de libre adhesión y baja voluntaria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Capital variable en función de la entrada y salida de socios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Asamblea donde se toman decisiones de forma democrática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Retorno de beneficio se hará de forma proporcional a la participación de cada socio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Mín. 3 socios  (pueden existir adheridos que aporten capital no superior al 33 %). En las cooperativas de cooperativas (segundo grado) el mínimo es de 2 socios.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Atención: consultar normativa autonómica sobre cooperativas y </a:t>
            </a:r>
            <a:r>
              <a:rPr lang="es-ES_tradnl" dirty="0" err="1"/>
              <a:t>nº</a:t>
            </a:r>
            <a:r>
              <a:rPr lang="es-ES_tradnl" dirty="0"/>
              <a:t> de socios.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s-ES_tradnl" dirty="0"/>
              <a:t>Pueden contratarse a trabajadores no socios (límite: indefinidos no &gt; 10 % socios)</a:t>
            </a:r>
          </a:p>
        </p:txBody>
      </p:sp>
      <p:sp>
        <p:nvSpPr>
          <p:cNvPr id="17" name="7 CuadroTexto"/>
          <p:cNvSpPr txBox="1"/>
          <p:nvPr/>
        </p:nvSpPr>
        <p:spPr>
          <a:xfrm>
            <a:off x="4263056" y="855727"/>
            <a:ext cx="4629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/>
              <a:t>Garantizar el empleo</a:t>
            </a:r>
          </a:p>
          <a:p>
            <a:r>
              <a:rPr lang="es-ES_tradnl" dirty="0"/>
              <a:t>Funcionamiento democrático</a:t>
            </a:r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F7848F29-0ED6-64D7-A748-F0B38E978B4E}"/>
              </a:ext>
            </a:extLst>
          </p:cNvPr>
          <p:cNvSpPr txBox="1">
            <a:spLocks/>
          </p:cNvSpPr>
          <p:nvPr/>
        </p:nvSpPr>
        <p:spPr>
          <a:xfrm>
            <a:off x="35496" y="1684"/>
            <a:ext cx="8229600" cy="571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1. Las formas jurídicas</a:t>
            </a:r>
          </a:p>
        </p:txBody>
      </p:sp>
      <p:sp>
        <p:nvSpPr>
          <p:cNvPr id="3" name="4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07CA17A3-57D1-9BC5-0ED1-BEF3DBBE2090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4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F1CC1FD-5829-446F-7ADE-F1609ADC0A9B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5" name="6 Imagen">
            <a:extLst>
              <a:ext uri="{FF2B5EF4-FFF2-40B4-BE49-F238E27FC236}">
                <a16:creationId xmlns:a16="http://schemas.microsoft.com/office/drawing/2014/main" id="{907DCB07-2319-51F0-F050-36FA9B3820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6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DFDCC2A-262D-F55A-E690-C4172A0CAFDB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701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1 Título"/>
          <p:cNvSpPr txBox="1">
            <a:spLocks/>
          </p:cNvSpPr>
          <p:nvPr/>
        </p:nvSpPr>
        <p:spPr>
          <a:xfrm>
            <a:off x="35496" y="42626"/>
            <a:ext cx="8229600" cy="545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2. Trámites para la constitución de una empresa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262571" y="819067"/>
            <a:ext cx="2241153" cy="43745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Empresario individual</a:t>
            </a:r>
            <a:endParaRPr lang="es-E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315134" y="1397385"/>
            <a:ext cx="1598039" cy="34629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Sociedad</a:t>
            </a:r>
            <a:endParaRPr lang="es-E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11 Flecha derecha"/>
          <p:cNvSpPr/>
          <p:nvPr/>
        </p:nvSpPr>
        <p:spPr>
          <a:xfrm>
            <a:off x="2699792" y="957284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12 CuadroTexto"/>
          <p:cNvSpPr txBox="1"/>
          <p:nvPr/>
        </p:nvSpPr>
        <p:spPr>
          <a:xfrm>
            <a:off x="3323774" y="883904"/>
            <a:ext cx="5065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/>
              <a:t>Sólo realiza los trámites generales para todas las empresas</a:t>
            </a:r>
          </a:p>
        </p:txBody>
      </p:sp>
      <p:sp>
        <p:nvSpPr>
          <p:cNvPr id="16" name="15 Flecha derecha"/>
          <p:cNvSpPr/>
          <p:nvPr/>
        </p:nvSpPr>
        <p:spPr>
          <a:xfrm>
            <a:off x="1999668" y="1453782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18 CuadroTexto"/>
          <p:cNvSpPr txBox="1"/>
          <p:nvPr/>
        </p:nvSpPr>
        <p:spPr>
          <a:xfrm>
            <a:off x="2556287" y="1260517"/>
            <a:ext cx="6408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ym typeface="Wingdings" panose="05000000000000000000" pitchFamily="2" charset="2"/>
              </a:rPr>
              <a:t>Primero debe constituir la sociedad y registrarla</a:t>
            </a:r>
          </a:p>
          <a:p>
            <a:r>
              <a:rPr lang="es-ES_tradnl" sz="1400" dirty="0">
                <a:sym typeface="Wingdings" panose="05000000000000000000" pitchFamily="2" charset="2"/>
              </a:rPr>
              <a:t>En segundo lugar, realizará los trámites generales para todas las empresas</a:t>
            </a:r>
          </a:p>
        </p:txBody>
      </p:sp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val="515662340"/>
              </p:ext>
            </p:extLst>
          </p:nvPr>
        </p:nvGraphicFramePr>
        <p:xfrm>
          <a:off x="315134" y="2348880"/>
          <a:ext cx="8649354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117357" y="1952329"/>
            <a:ext cx="7390401" cy="3077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ym typeface="Wingdings" panose="05000000000000000000" pitchFamily="2" charset="2"/>
              </a:rPr>
              <a:t>Trámites para constituir una sociedad (SL, SA). Ver P.A.E. (Puntos de Atención al Emprendedor) </a:t>
            </a:r>
          </a:p>
        </p:txBody>
      </p:sp>
      <p:sp>
        <p:nvSpPr>
          <p:cNvPr id="3" name="4 CuadroTexto">
            <a:hlinkClick r:id="rId7" action="ppaction://hlinksldjump"/>
            <a:extLst>
              <a:ext uri="{FF2B5EF4-FFF2-40B4-BE49-F238E27FC236}">
                <a16:creationId xmlns:a16="http://schemas.microsoft.com/office/drawing/2014/main" id="{AFB4D191-7AC1-AAD5-2E9D-B0BC6289B528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4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135262C-0AA3-D516-3DA8-4A9DC8884024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5" name="6 Imagen">
            <a:extLst>
              <a:ext uri="{FF2B5EF4-FFF2-40B4-BE49-F238E27FC236}">
                <a16:creationId xmlns:a16="http://schemas.microsoft.com/office/drawing/2014/main" id="{9FD34BF5-5DED-5B72-1BBD-AF680A2E8D8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6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BB3EEE9-09CF-0474-6C1E-140BF573C232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445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val="3991344415"/>
              </p:ext>
            </p:extLst>
          </p:nvPr>
        </p:nvGraphicFramePr>
        <p:xfrm>
          <a:off x="251520" y="1700808"/>
          <a:ext cx="8649354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2173052" y="980050"/>
            <a:ext cx="4454643" cy="3077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ym typeface="Wingdings" panose="05000000000000000000" pitchFamily="2" charset="2"/>
              </a:rPr>
              <a:t>TRAMITES GENERALES PARA TODAS LAS EMPRESAS</a:t>
            </a:r>
          </a:p>
        </p:txBody>
      </p:sp>
      <p:sp>
        <p:nvSpPr>
          <p:cNvPr id="3" name="1 Título">
            <a:extLst>
              <a:ext uri="{FF2B5EF4-FFF2-40B4-BE49-F238E27FC236}">
                <a16:creationId xmlns:a16="http://schemas.microsoft.com/office/drawing/2014/main" id="{5A25ABE6-E5C7-FE13-C087-D841DA33897C}"/>
              </a:ext>
            </a:extLst>
          </p:cNvPr>
          <p:cNvSpPr txBox="1">
            <a:spLocks/>
          </p:cNvSpPr>
          <p:nvPr/>
        </p:nvSpPr>
        <p:spPr>
          <a:xfrm>
            <a:off x="35496" y="42626"/>
            <a:ext cx="8229600" cy="545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2. Trámites para la constitución de una empresa</a:t>
            </a:r>
          </a:p>
        </p:txBody>
      </p:sp>
      <p:sp>
        <p:nvSpPr>
          <p:cNvPr id="4" name="4 CuadroTexto">
            <a:hlinkClick r:id="rId7" action="ppaction://hlinksldjump"/>
            <a:extLst>
              <a:ext uri="{FF2B5EF4-FFF2-40B4-BE49-F238E27FC236}">
                <a16:creationId xmlns:a16="http://schemas.microsoft.com/office/drawing/2014/main" id="{0FFE749E-43C6-FBCE-DBDD-0044041914C1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5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45355C0-62E2-7E01-AD1E-3B85B0163692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6" name="6 Imagen">
            <a:extLst>
              <a:ext uri="{FF2B5EF4-FFF2-40B4-BE49-F238E27FC236}">
                <a16:creationId xmlns:a16="http://schemas.microsoft.com/office/drawing/2014/main" id="{FE5DDF14-9855-5C29-68AE-18F532E846F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7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D3E9EBB-3D77-B483-72A7-01F4E5B15660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868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 Título"/>
          <p:cNvSpPr txBox="1">
            <a:spLocks/>
          </p:cNvSpPr>
          <p:nvPr/>
        </p:nvSpPr>
        <p:spPr>
          <a:xfrm>
            <a:off x="35496" y="1683"/>
            <a:ext cx="8970411" cy="611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3. Los impuestos de la empresa</a:t>
            </a:r>
          </a:p>
        </p:txBody>
      </p:sp>
      <p:sp>
        <p:nvSpPr>
          <p:cNvPr id="2" name="1 CuadroTexto"/>
          <p:cNvSpPr txBox="1"/>
          <p:nvPr/>
        </p:nvSpPr>
        <p:spPr>
          <a:xfrm>
            <a:off x="485507" y="1988840"/>
            <a:ext cx="2262642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b="1" dirty="0"/>
              <a:t>Impuestos directos sobre la renta</a:t>
            </a:r>
            <a:endParaRPr lang="es-ES" b="1" dirty="0"/>
          </a:p>
        </p:txBody>
      </p:sp>
      <p:sp>
        <p:nvSpPr>
          <p:cNvPr id="12" name="11 CuadroTexto"/>
          <p:cNvSpPr txBox="1"/>
          <p:nvPr/>
        </p:nvSpPr>
        <p:spPr>
          <a:xfrm>
            <a:off x="485507" y="4140871"/>
            <a:ext cx="2262642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b="1" dirty="0"/>
              <a:t>Impuesto indirecto sobre el consumo</a:t>
            </a:r>
            <a:endParaRPr lang="es-ES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3144840" y="1162553"/>
            <a:ext cx="5702958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b="1" dirty="0"/>
              <a:t>IRPF o </a:t>
            </a:r>
            <a:r>
              <a:rPr lang="es-ES_tradnl" dirty="0"/>
              <a:t>impuesto sobre la renta de las persona físicas en empresarios individuales (y profesionales)</a:t>
            </a:r>
            <a:endParaRPr lang="es-ES" dirty="0"/>
          </a:p>
        </p:txBody>
      </p:sp>
      <p:sp>
        <p:nvSpPr>
          <p:cNvPr id="13" name="12 CuadroTexto"/>
          <p:cNvSpPr txBox="1"/>
          <p:nvPr/>
        </p:nvSpPr>
        <p:spPr>
          <a:xfrm>
            <a:off x="3213733" y="2764907"/>
            <a:ext cx="5702958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b="1" dirty="0"/>
              <a:t>Impuesto de Sociedades </a:t>
            </a:r>
            <a:r>
              <a:rPr lang="es-ES_tradnl" dirty="0"/>
              <a:t>(IS) en las sociedades (SL, SA, etc)</a:t>
            </a:r>
            <a:endParaRPr lang="es-ES" dirty="0"/>
          </a:p>
        </p:txBody>
      </p:sp>
      <p:sp>
        <p:nvSpPr>
          <p:cNvPr id="14" name="13 CuadroTexto"/>
          <p:cNvSpPr txBox="1"/>
          <p:nvPr/>
        </p:nvSpPr>
        <p:spPr>
          <a:xfrm>
            <a:off x="3144840" y="4147338"/>
            <a:ext cx="5702958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b="1" dirty="0"/>
              <a:t>IVA o </a:t>
            </a:r>
            <a:r>
              <a:rPr lang="es-ES_tradnl" dirty="0"/>
              <a:t>impuesto sobre el valor añadido, que se aplica sobre el precio de los bienes y servicios</a:t>
            </a:r>
            <a:endParaRPr lang="es-ES" dirty="0"/>
          </a:p>
        </p:txBody>
      </p:sp>
      <p:cxnSp>
        <p:nvCxnSpPr>
          <p:cNvPr id="5" name="4 Conector recto de flecha"/>
          <p:cNvCxnSpPr>
            <a:stCxn id="2" idx="3"/>
          </p:cNvCxnSpPr>
          <p:nvPr/>
        </p:nvCxnSpPr>
        <p:spPr>
          <a:xfrm flipV="1">
            <a:off x="2748149" y="1808884"/>
            <a:ext cx="396691" cy="5031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>
            <a:stCxn id="2" idx="3"/>
          </p:cNvCxnSpPr>
          <p:nvPr/>
        </p:nvCxnSpPr>
        <p:spPr>
          <a:xfrm>
            <a:off x="2748149" y="2312006"/>
            <a:ext cx="467531" cy="4529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 de flecha"/>
          <p:cNvCxnSpPr>
            <a:stCxn id="12" idx="3"/>
            <a:endCxn id="14" idx="1"/>
          </p:cNvCxnSpPr>
          <p:nvPr/>
        </p:nvCxnSpPr>
        <p:spPr>
          <a:xfrm>
            <a:off x="2748149" y="4464037"/>
            <a:ext cx="396691" cy="64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4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F5C3DD07-FE05-3DAC-35EC-3174A9BA2E6F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9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9037CA8-7BFB-77D2-7C8B-0E435D0698F3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16" name="6 Imagen">
            <a:extLst>
              <a:ext uri="{FF2B5EF4-FFF2-40B4-BE49-F238E27FC236}">
                <a16:creationId xmlns:a16="http://schemas.microsoft.com/office/drawing/2014/main" id="{0DB162F1-E109-1923-9DDB-444F208553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19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1F9C57F-F8C8-265C-43A7-7F65F7098A8F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375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8 Diagrama"/>
          <p:cNvGraphicFramePr/>
          <p:nvPr/>
        </p:nvGraphicFramePr>
        <p:xfrm>
          <a:off x="71390" y="476655"/>
          <a:ext cx="9072610" cy="2232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493790"/>
              </p:ext>
            </p:extLst>
          </p:nvPr>
        </p:nvGraphicFramePr>
        <p:xfrm>
          <a:off x="84071" y="2708920"/>
          <a:ext cx="8898583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2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5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Estimación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Métodos de calculo</a:t>
                      </a:r>
                      <a:r>
                        <a:rPr lang="es-ES_tradnl" sz="1600" b="1" baseline="0" dirty="0">
                          <a:solidFill>
                            <a:schemeClr val="bg1"/>
                          </a:solidFill>
                        </a:rPr>
                        <a:t> del rendimiento económico como empresario en el IRPF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Directa normal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Aquellos cuya cifra de negocios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sea &gt; 600.000€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Llevar contabilidad legal</a:t>
                      </a:r>
                      <a:r>
                        <a:rPr lang="es-ES" sz="1600" b="0" baseline="0" dirty="0">
                          <a:solidFill>
                            <a:schemeClr val="tx1"/>
                          </a:solidFill>
                        </a:rPr>
                        <a:t> para calcular la diferencia entre ingresos y gastos</a:t>
                      </a:r>
                      <a:endParaRPr lang="es-ES_tradnl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Directa simplificada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Cifra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de negocios anual &lt; 600.000€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Gastos de difícil justificación un 5%, permite amortizar de forma lineal,  compras de bienes de inmovilizado &lt;300€ se amorticen en un solo año llevándolo a gastos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No deberá llevar contabilidad legal pero sí otros libros 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Objetiva (módulos)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Las actividades que: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establezca Hacienda, que no superen los 250.000€ de rendimiento, que no superen los 250.000€ de compras de bienes y servicios.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Rendimiento: se paga una cantidad objetiva señalada por Hacienda (estimación)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1 Título">
            <a:extLst>
              <a:ext uri="{FF2B5EF4-FFF2-40B4-BE49-F238E27FC236}">
                <a16:creationId xmlns:a16="http://schemas.microsoft.com/office/drawing/2014/main" id="{EBD73735-1C4C-5118-E2B0-6D9E695EA79D}"/>
              </a:ext>
            </a:extLst>
          </p:cNvPr>
          <p:cNvSpPr txBox="1">
            <a:spLocks/>
          </p:cNvSpPr>
          <p:nvPr/>
        </p:nvSpPr>
        <p:spPr>
          <a:xfrm>
            <a:off x="35496" y="1683"/>
            <a:ext cx="8970411" cy="611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3. Los impuestos de la empresa</a:t>
            </a:r>
          </a:p>
        </p:txBody>
      </p:sp>
      <p:sp>
        <p:nvSpPr>
          <p:cNvPr id="4" name="4 CuadroTexto">
            <a:hlinkClick r:id="rId7" action="ppaction://hlinksldjump"/>
            <a:extLst>
              <a:ext uri="{FF2B5EF4-FFF2-40B4-BE49-F238E27FC236}">
                <a16:creationId xmlns:a16="http://schemas.microsoft.com/office/drawing/2014/main" id="{FCE02704-9B38-73BC-4787-D7D7AF968DF1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5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D644F41-D642-A3FA-C120-AF5D73625D67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8" name="6 Imagen">
            <a:extLst>
              <a:ext uri="{FF2B5EF4-FFF2-40B4-BE49-F238E27FC236}">
                <a16:creationId xmlns:a16="http://schemas.microsoft.com/office/drawing/2014/main" id="{2EFF2FA8-EE1D-5E3A-30AA-D65E3E3057D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12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89EC794-6868-47FF-A677-91454FF53B6D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01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163031" y="2420888"/>
          <a:ext cx="8898583" cy="250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2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8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Estimación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Fechas pagos</a:t>
                      </a:r>
                      <a:r>
                        <a:rPr lang="es-ES_tradnl" sz="1600" b="1" baseline="0" dirty="0">
                          <a:solidFill>
                            <a:schemeClr val="bg1"/>
                          </a:solidFill>
                        </a:rPr>
                        <a:t> fraccionados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Cuantía o porcentaje del rendimiento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Directa normal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1º Trimestre = hasta el 20 de abril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2º Trimestre = hasta el 20 de julio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3º Trimestre = hasta el 20 de octubre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4º Trimestre = hasta el 30 de enero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Del 20% del rendimiento neto obtenido desde el principio del año hasta el último día del trimestre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A esa cantidad se le restará los pagos fraccionados abonados anteriormente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Directa simplificada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Objetiva (módulos)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4% del rendimiento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con carácter general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3% si son empresarios con un asalariado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2% si no dispone de asalariados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1 CuadroTexto"/>
          <p:cNvSpPr txBox="1"/>
          <p:nvPr/>
        </p:nvSpPr>
        <p:spPr>
          <a:xfrm>
            <a:off x="151199" y="860374"/>
            <a:ext cx="518457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_tradnl" b="1" dirty="0"/>
              <a:t>Pagos fraccionados y declaraciones anuales de IRPF</a:t>
            </a:r>
            <a:endParaRPr lang="es-ES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194648" y="1412776"/>
            <a:ext cx="871889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dirty="0">
                <a:sym typeface="Wingdings" panose="05000000000000000000" pitchFamily="2" charset="2"/>
              </a:rPr>
              <a:t> </a:t>
            </a:r>
            <a:r>
              <a:rPr lang="es-ES_tradnl" dirty="0"/>
              <a:t>El empresario individual deberá ir abonando en cada trimestre una pequeña cantidad </a:t>
            </a:r>
          </a:p>
          <a:p>
            <a:r>
              <a:rPr lang="es-ES_tradnl" dirty="0">
                <a:sym typeface="Wingdings" panose="05000000000000000000" pitchFamily="2" charset="2"/>
              </a:rPr>
              <a:t> Pago fraccionado: cantidades a cuenta para la posterior declaración del año siguiente)</a:t>
            </a:r>
            <a:endParaRPr lang="es-ES" dirty="0"/>
          </a:p>
        </p:txBody>
      </p:sp>
      <p:sp>
        <p:nvSpPr>
          <p:cNvPr id="13" name="12 CuadroTexto"/>
          <p:cNvSpPr txBox="1"/>
          <p:nvPr/>
        </p:nvSpPr>
        <p:spPr>
          <a:xfrm>
            <a:off x="143702" y="5066105"/>
            <a:ext cx="8820785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600" dirty="0">
                <a:sym typeface="Wingdings" panose="05000000000000000000" pitchFamily="2" charset="2"/>
              </a:rPr>
              <a:t>Y con carácter anual: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ym typeface="Wingdings" panose="05000000000000000000" pitchFamily="2" charset="2"/>
              </a:rPr>
              <a:t>Declaración de Hacienda de mayo al 30 de junio</a:t>
            </a: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D85706C2-DB41-B151-567F-7745ACEEA914}"/>
              </a:ext>
            </a:extLst>
          </p:cNvPr>
          <p:cNvSpPr txBox="1">
            <a:spLocks/>
          </p:cNvSpPr>
          <p:nvPr/>
        </p:nvSpPr>
        <p:spPr>
          <a:xfrm>
            <a:off x="35496" y="1683"/>
            <a:ext cx="8970411" cy="611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3. Los impuestos de la empresa</a:t>
            </a:r>
          </a:p>
        </p:txBody>
      </p:sp>
      <p:sp>
        <p:nvSpPr>
          <p:cNvPr id="5" name="4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75409139-14DF-4195-9694-824CBBC01300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12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AA5FCF3-B420-D882-9437-B393F8AB4B71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14" name="6 Imagen">
            <a:extLst>
              <a:ext uri="{FF2B5EF4-FFF2-40B4-BE49-F238E27FC236}">
                <a16:creationId xmlns:a16="http://schemas.microsoft.com/office/drawing/2014/main" id="{12EE7B08-CA5B-9F1D-C579-50BD28DBE5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15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78D6726-6BC7-3B6C-A1EB-B55107C28C41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596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395866"/>
              </p:ext>
            </p:extLst>
          </p:nvPr>
        </p:nvGraphicFramePr>
        <p:xfrm>
          <a:off x="143286" y="2087572"/>
          <a:ext cx="8726806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6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Retención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Tipos de retenciones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A trabajadores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La más conocida,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se retiene en nómina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A profesionales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Sobre los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profesionales autónomos si ofrece un servicio a otra empresa (actualmente un 15%, si es nuevo profesional un 7%)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En alquileres de locales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Si empresa está en local u oficina alquilada,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hay que pagar un 19% a Hacienda del importe de alquiler, como una retención del IRPF a favor del arrendador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Otras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Los bancos retienen un 19% de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los intereses bancarios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11 CuadroTexto"/>
          <p:cNvSpPr txBox="1"/>
          <p:nvPr/>
        </p:nvSpPr>
        <p:spPr>
          <a:xfrm>
            <a:off x="151199" y="860374"/>
            <a:ext cx="518457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_tradnl" b="1" dirty="0"/>
              <a:t>Retenciones a cuenta del IRPF</a:t>
            </a:r>
            <a:endParaRPr lang="es-ES" b="1" dirty="0"/>
          </a:p>
        </p:txBody>
      </p:sp>
      <p:sp>
        <p:nvSpPr>
          <p:cNvPr id="13" name="12 CuadroTexto"/>
          <p:cNvSpPr txBox="1"/>
          <p:nvPr/>
        </p:nvSpPr>
        <p:spPr>
          <a:xfrm>
            <a:off x="151199" y="1270719"/>
            <a:ext cx="871889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dirty="0">
                <a:sym typeface="Wingdings" panose="05000000000000000000" pitchFamily="2" charset="2"/>
              </a:rPr>
              <a:t>Término que lleva a confusión con el pago fraccionado. El empresario lo entrega a Hacienda respecto al rendimiento de una tercera persona.</a:t>
            </a:r>
            <a:endParaRPr lang="es-ES" dirty="0"/>
          </a:p>
        </p:txBody>
      </p:sp>
      <p:sp>
        <p:nvSpPr>
          <p:cNvPr id="14" name="13 CuadroTexto"/>
          <p:cNvSpPr txBox="1"/>
          <p:nvPr/>
        </p:nvSpPr>
        <p:spPr>
          <a:xfrm>
            <a:off x="122970" y="5013176"/>
            <a:ext cx="8820785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600" dirty="0">
                <a:sym typeface="Wingdings" panose="05000000000000000000" pitchFamily="2" charset="2"/>
              </a:rPr>
              <a:t>Estas retenciones que hacen las empresas a otros hay que ingresarlas trimestralmente en Hacienda, junto con una declaración anual final</a:t>
            </a:r>
            <a:endParaRPr lang="es-ES" sz="1600" dirty="0"/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11CEAD20-23B5-0D7F-58E3-84D925B71AD0}"/>
              </a:ext>
            </a:extLst>
          </p:cNvPr>
          <p:cNvSpPr txBox="1">
            <a:spLocks/>
          </p:cNvSpPr>
          <p:nvPr/>
        </p:nvSpPr>
        <p:spPr>
          <a:xfrm>
            <a:off x="35496" y="1683"/>
            <a:ext cx="8970411" cy="611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3. Los impuestos de la empresa</a:t>
            </a:r>
          </a:p>
        </p:txBody>
      </p:sp>
      <p:sp>
        <p:nvSpPr>
          <p:cNvPr id="3" name="4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AA1CA3ED-E7E8-7F91-6E30-1B9CFB129AF8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4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2080B9E-5236-1122-84D9-6D4EE8CD3F6A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5" name="6 Imagen">
            <a:extLst>
              <a:ext uri="{FF2B5EF4-FFF2-40B4-BE49-F238E27FC236}">
                <a16:creationId xmlns:a16="http://schemas.microsoft.com/office/drawing/2014/main" id="{1C57E68D-2956-A38B-6B68-D64232CAAF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15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C230F33-6042-286E-D6FF-10302B7F3D75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837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462005"/>
              </p:ext>
            </p:extLst>
          </p:nvPr>
        </p:nvGraphicFramePr>
        <p:xfrm>
          <a:off x="173588" y="2708920"/>
          <a:ext cx="8718892" cy="176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7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419">
                <a:tc>
                  <a:txBody>
                    <a:bodyPr/>
                    <a:lstStyle/>
                    <a:p>
                      <a:r>
                        <a:rPr lang="es-ES_tradnl" dirty="0"/>
                        <a:t>Tipo general</a:t>
                      </a:r>
                      <a:endParaRPr lang="es-E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25% s/ base imponible (ingresos-</a:t>
                      </a:r>
                      <a:r>
                        <a:rPr lang="es-ES_tradnl" sz="1600" b="1" baseline="0" dirty="0">
                          <a:solidFill>
                            <a:schemeClr val="bg1"/>
                          </a:solidFill>
                        </a:rPr>
                        <a:t> gastos)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Empresas</a:t>
                      </a:r>
                      <a:r>
                        <a:rPr lang="es-ES_tradnl" sz="1600" b="1" baseline="0" dirty="0">
                          <a:solidFill>
                            <a:schemeClr val="bg1"/>
                          </a:solidFill>
                        </a:rPr>
                        <a:t> con volumen de ventas &lt; 1millones de €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20%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por la base imponible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(Novedad 2024)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Sociedades de nueva creación</a:t>
                      </a:r>
                      <a:endParaRPr lang="es-ES_tradnl" sz="1600" b="1" baseline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15% por los primeros 300.000€ durante 2 primeros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años con beneficios</a:t>
                      </a:r>
                      <a:endParaRPr lang="es-ES_tradnl" sz="16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25% por el resto de la base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11 CuadroTexto"/>
          <p:cNvSpPr txBox="1"/>
          <p:nvPr/>
        </p:nvSpPr>
        <p:spPr>
          <a:xfrm>
            <a:off x="151199" y="860374"/>
            <a:ext cx="518457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_tradnl" b="1" dirty="0"/>
              <a:t>El Impuesto de Sociedades (IS)</a:t>
            </a:r>
            <a:endParaRPr lang="es-ES" b="1" dirty="0"/>
          </a:p>
        </p:txBody>
      </p:sp>
      <p:sp>
        <p:nvSpPr>
          <p:cNvPr id="13" name="12 CuadroTexto"/>
          <p:cNvSpPr txBox="1"/>
          <p:nvPr/>
        </p:nvSpPr>
        <p:spPr>
          <a:xfrm>
            <a:off x="151199" y="1270719"/>
            <a:ext cx="8718892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_tradnl" dirty="0">
                <a:sym typeface="Wingdings" panose="05000000000000000000" pitchFamily="2" charset="2"/>
              </a:rPr>
              <a:t>Impuesto sobre la renta por el que tributan las empresas en forma de sociedad: SL, SA, cooperativas, etc.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_tradnl" dirty="0">
                <a:sym typeface="Wingdings" panose="05000000000000000000" pitchFamily="2" charset="2"/>
              </a:rPr>
              <a:t>Sociedades obligación de llevar la contabilidad según el Plan General Contable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_tradnl" dirty="0">
                <a:sym typeface="Wingdings" panose="05000000000000000000" pitchFamily="2" charset="2"/>
              </a:rPr>
              <a:t>El IS no es progresivo como en la tabla del IRPF. El porcentaje es siempre el mismo</a:t>
            </a:r>
            <a:endParaRPr lang="es-ES" dirty="0"/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3FE2E835-B7B5-F65F-3E7B-5973CC71853C}"/>
              </a:ext>
            </a:extLst>
          </p:cNvPr>
          <p:cNvSpPr txBox="1">
            <a:spLocks/>
          </p:cNvSpPr>
          <p:nvPr/>
        </p:nvSpPr>
        <p:spPr>
          <a:xfrm>
            <a:off x="35496" y="1683"/>
            <a:ext cx="8970411" cy="611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3. Los impuestos de la empresa</a:t>
            </a:r>
          </a:p>
        </p:txBody>
      </p:sp>
      <p:sp>
        <p:nvSpPr>
          <p:cNvPr id="3" name="4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A3E14A56-90D0-0ED1-8D3A-04EAA2DC6D51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4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2A872CF-0967-8EB7-183D-8C34A42B3ABC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5" name="6 Imagen">
            <a:extLst>
              <a:ext uri="{FF2B5EF4-FFF2-40B4-BE49-F238E27FC236}">
                <a16:creationId xmlns:a16="http://schemas.microsoft.com/office/drawing/2014/main" id="{C5820CCA-E47C-52C9-C62B-D70E2F07D1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14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778F1DB-E33A-6A96-B5C1-4233209560D1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96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118497" y="2447579"/>
          <a:ext cx="8898584" cy="3541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0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287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b="1" dirty="0">
                          <a:solidFill>
                            <a:schemeClr val="bg1"/>
                          </a:solidFill>
                        </a:rPr>
                        <a:t>Tipos de IVA</a:t>
                      </a:r>
                      <a:endParaRPr lang="es-E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s-ES_tradnl" sz="1400" b="1" dirty="0">
                          <a:solidFill>
                            <a:schemeClr val="bg1"/>
                          </a:solidFill>
                        </a:rPr>
                        <a:t>Exento</a:t>
                      </a:r>
                      <a:endParaRPr lang="es-E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b="1" dirty="0">
                          <a:solidFill>
                            <a:schemeClr val="bg1"/>
                          </a:solidFill>
                        </a:rPr>
                        <a:t>4%</a:t>
                      </a:r>
                      <a:endParaRPr lang="es-E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b="1" dirty="0">
                          <a:solidFill>
                            <a:schemeClr val="bg1"/>
                          </a:solidFill>
                        </a:rPr>
                        <a:t>10 %</a:t>
                      </a:r>
                      <a:endParaRPr lang="es-E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b="1" dirty="0">
                          <a:solidFill>
                            <a:schemeClr val="bg1"/>
                          </a:solidFill>
                        </a:rPr>
                        <a:t>21 %</a:t>
                      </a:r>
                      <a:endParaRPr lang="es-E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Servicios médicos y sanitarios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Algunos alimentos de primera necesidad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Resto de alimentos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Tipo general para todos los productos,</a:t>
                      </a:r>
                      <a:r>
                        <a:rPr lang="es-ES_tradnl" sz="1400" b="0" baseline="0" dirty="0">
                          <a:solidFill>
                            <a:schemeClr val="tx1"/>
                          </a:solidFill>
                        </a:rPr>
                        <a:t> salvo que tenga un IVA reducido, superreducido o esté exento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784">
                <a:tc>
                  <a:txBody>
                    <a:bodyPr/>
                    <a:lstStyle/>
                    <a:p>
                      <a:pPr algn="l"/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Educación y formación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Libros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Bienes para agricultura y ganaderías, flores y plantas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Sociedades culturales y deportivas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Revistas y periódicos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Agua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Operaciones financieras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Medicamentos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Transporte</a:t>
                      </a:r>
                      <a:r>
                        <a:rPr lang="es-ES_tradnl" sz="1400" b="0" baseline="0" dirty="0">
                          <a:solidFill>
                            <a:schemeClr val="tx1"/>
                          </a:solidFill>
                        </a:rPr>
                        <a:t> de viajeros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Seguros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Productos para discapacitados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Bares y hoteles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Alquiler de viviendas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Viviendas</a:t>
                      </a:r>
                      <a:r>
                        <a:rPr lang="es-ES_tradnl" sz="1400" b="0" baseline="0" dirty="0">
                          <a:solidFill>
                            <a:schemeClr val="tx1"/>
                          </a:solidFill>
                        </a:rPr>
                        <a:t> de protección oficial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Viviendas nuevas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11 CuadroTexto"/>
          <p:cNvSpPr txBox="1"/>
          <p:nvPr/>
        </p:nvSpPr>
        <p:spPr>
          <a:xfrm>
            <a:off x="151199" y="763361"/>
            <a:ext cx="5184576" cy="3385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_tradnl" sz="1600" b="1" dirty="0"/>
              <a:t>El IVA (impuesto sobre el valor añadido</a:t>
            </a:r>
            <a:endParaRPr lang="es-ES" sz="1600" b="1" dirty="0"/>
          </a:p>
        </p:txBody>
      </p:sp>
      <p:sp>
        <p:nvSpPr>
          <p:cNvPr id="13" name="12 CuadroTexto"/>
          <p:cNvSpPr txBox="1"/>
          <p:nvPr/>
        </p:nvSpPr>
        <p:spPr>
          <a:xfrm>
            <a:off x="130224" y="1101915"/>
            <a:ext cx="8893099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_tradnl" sz="1600" dirty="0"/>
              <a:t>Es un impuesto indirecto que grava el consumo (cualquier persona que realice una compra)</a:t>
            </a:r>
          </a:p>
          <a:p>
            <a:pPr marL="285750" indent="-285750">
              <a:buFontTx/>
              <a:buChar char="-"/>
            </a:pPr>
            <a:r>
              <a:rPr lang="es-ES_tradnl" sz="1600" dirty="0"/>
              <a:t>La empresa es intermediaria en el IVA </a:t>
            </a:r>
            <a:r>
              <a:rPr lang="es-ES_tradnl" sz="1600" dirty="0">
                <a:sym typeface="Wingdings" panose="05000000000000000000" pitchFamily="2" charset="2"/>
              </a:rPr>
              <a:t> libro de facturas emitidas</a:t>
            </a:r>
            <a:endParaRPr lang="es-ES_tradnl" sz="1600" dirty="0"/>
          </a:p>
          <a:p>
            <a:pPr marL="285750" indent="-285750">
              <a:buFontTx/>
              <a:buChar char="-"/>
            </a:pPr>
            <a:r>
              <a:rPr lang="es-ES_tradnl" sz="1600" dirty="0"/>
              <a:t>Cuando la empresa compra o tienen un gasto soportan un IVA </a:t>
            </a:r>
            <a:r>
              <a:rPr lang="es-ES_tradnl" sz="1600" dirty="0">
                <a:sym typeface="Wingdings" panose="05000000000000000000" pitchFamily="2" charset="2"/>
              </a:rPr>
              <a:t> libro de facturas recibidas 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ym typeface="Wingdings" panose="05000000000000000000" pitchFamily="2" charset="2"/>
              </a:rPr>
              <a:t>Diferencia entre IVA soportado (de compras-gastos) e IVA repercutido (de ventas-ingresos)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ym typeface="Wingdings" panose="05000000000000000000" pitchFamily="2" charset="2"/>
              </a:rPr>
              <a:t>Verlo como un préstamo a 3 meses sin intereses. Existen pagos fraccionados trimestrales del IVA.</a:t>
            </a:r>
            <a:endParaRPr lang="es-ES" sz="1600" dirty="0"/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C8829B27-B41B-B4A4-34A6-CE344EF1B33B}"/>
              </a:ext>
            </a:extLst>
          </p:cNvPr>
          <p:cNvSpPr txBox="1">
            <a:spLocks/>
          </p:cNvSpPr>
          <p:nvPr/>
        </p:nvSpPr>
        <p:spPr>
          <a:xfrm>
            <a:off x="35496" y="1683"/>
            <a:ext cx="8970411" cy="611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3. Los impuestos de la empresa</a:t>
            </a:r>
          </a:p>
        </p:txBody>
      </p:sp>
      <p:sp>
        <p:nvSpPr>
          <p:cNvPr id="3" name="4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E83865A2-C6E1-CA53-E2C8-80C25C2E24C2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4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6EEED22-4FCB-184C-6A23-1591F16D5680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5" name="6 Imagen">
            <a:extLst>
              <a:ext uri="{FF2B5EF4-FFF2-40B4-BE49-F238E27FC236}">
                <a16:creationId xmlns:a16="http://schemas.microsoft.com/office/drawing/2014/main" id="{CB0F7B25-4BFF-2FDE-41C1-929622FF26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14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5FAD29F-C618-9425-B906-59CB8A71B862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79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86054" y="980728"/>
          <a:ext cx="8965107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3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1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Régimen  simplificado del IVA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Obligatorio para aquellos empresarios individuales que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vayan por estimación objetiva o módulos en el IRPF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Se aplican unos módulos fijos con independencia de los gastos e ingresos, en el IVA también se aplica un módulo fijo por las ventas.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Podrá restar todo el IVA soportado.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Podrá ser inferior a un mín. establecido para cada actividad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bg1"/>
                          </a:solidFill>
                        </a:rPr>
                        <a:t>Recargo de equivalencia en el comercio minorista</a:t>
                      </a:r>
                      <a:endParaRPr lang="es-E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Régimen de IVA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obligatorio para el comercio minorista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El comercio minorista paga un IVA más alto de lo normal a su proveedor y a cambio no tiene que presentar la declaración del IVA en Hacienda.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Los recargos son del 0,5%, del 1,4% y del 5,2%. Ingresado por el proveedor en Hacienda.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1 Título">
            <a:extLst>
              <a:ext uri="{FF2B5EF4-FFF2-40B4-BE49-F238E27FC236}">
                <a16:creationId xmlns:a16="http://schemas.microsoft.com/office/drawing/2014/main" id="{033703B1-83CE-3878-E51E-4C524E2929F5}"/>
              </a:ext>
            </a:extLst>
          </p:cNvPr>
          <p:cNvSpPr txBox="1">
            <a:spLocks/>
          </p:cNvSpPr>
          <p:nvPr/>
        </p:nvSpPr>
        <p:spPr>
          <a:xfrm>
            <a:off x="35496" y="1683"/>
            <a:ext cx="8970411" cy="611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3. Los impuestos de la empresa</a:t>
            </a:r>
          </a:p>
        </p:txBody>
      </p:sp>
      <p:sp>
        <p:nvSpPr>
          <p:cNvPr id="3" name="4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C01C4453-94AF-A921-B64C-0B94DCFE04C1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4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47746F4D-3A03-0321-4240-613D52512B94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5" name="6 Imagen">
            <a:extLst>
              <a:ext uri="{FF2B5EF4-FFF2-40B4-BE49-F238E27FC236}">
                <a16:creationId xmlns:a16="http://schemas.microsoft.com/office/drawing/2014/main" id="{C0934706-DF22-02B0-C66B-5A49E9CC36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12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54B6E06-871B-31B7-9423-D55C1539E0C4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443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141862" y="2492896"/>
          <a:ext cx="889858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0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s-ES_tradnl" sz="1400" b="1" dirty="0">
                          <a:solidFill>
                            <a:schemeClr val="bg1"/>
                          </a:solidFill>
                        </a:rPr>
                        <a:t>Empresario</a:t>
                      </a:r>
                      <a:r>
                        <a:rPr lang="es-ES_tradnl" sz="1400" b="1" baseline="0" dirty="0">
                          <a:solidFill>
                            <a:schemeClr val="bg1"/>
                          </a:solidFill>
                        </a:rPr>
                        <a:t> individual en estimación directa normal</a:t>
                      </a:r>
                      <a:endParaRPr lang="es-E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b="1" dirty="0">
                          <a:solidFill>
                            <a:schemeClr val="bg1"/>
                          </a:solidFill>
                        </a:rPr>
                        <a:t>Empresario individual</a:t>
                      </a:r>
                      <a:r>
                        <a:rPr lang="es-ES_tradnl" sz="1400" b="1" baseline="0" dirty="0">
                          <a:solidFill>
                            <a:schemeClr val="bg1"/>
                          </a:solidFill>
                        </a:rPr>
                        <a:t> en simplificada</a:t>
                      </a:r>
                      <a:endParaRPr lang="es-E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b="1" dirty="0">
                          <a:solidFill>
                            <a:schemeClr val="bg1"/>
                          </a:solidFill>
                        </a:rPr>
                        <a:t>Empresario</a:t>
                      </a:r>
                      <a:r>
                        <a:rPr lang="es-ES_tradnl" sz="1400" b="1" baseline="0" dirty="0">
                          <a:solidFill>
                            <a:schemeClr val="bg1"/>
                          </a:solidFill>
                        </a:rPr>
                        <a:t> individual en módulos</a:t>
                      </a:r>
                      <a:endParaRPr lang="es-E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b="1" dirty="0">
                          <a:solidFill>
                            <a:schemeClr val="bg1"/>
                          </a:solidFill>
                        </a:rPr>
                        <a:t>Sociedades</a:t>
                      </a:r>
                      <a:endParaRPr lang="es-E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Deben llevar la contabilidad</a:t>
                      </a:r>
                      <a:r>
                        <a:rPr lang="es-ES_tradnl" sz="1400" b="0" baseline="0" dirty="0">
                          <a:solidFill>
                            <a:schemeClr val="tx1"/>
                          </a:solidFill>
                        </a:rPr>
                        <a:t> siguiendo el PGC como si fuese una sociedad: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s-ES_tradnl" sz="1400" b="0" baseline="0" dirty="0">
                          <a:solidFill>
                            <a:schemeClr val="tx1"/>
                          </a:solidFill>
                        </a:rPr>
                        <a:t>Libro diario (se pueden realizar asientos resumen de un trimestre)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s-ES_tradnl" sz="1400" b="0" baseline="0" dirty="0">
                          <a:solidFill>
                            <a:schemeClr val="tx1"/>
                          </a:solidFill>
                        </a:rPr>
                        <a:t>Libro de inventario y cuentas anuales</a:t>
                      </a:r>
                    </a:p>
                    <a:p>
                      <a:pPr algn="l"/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Libro registro de ventas e ingresos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Libro registro de compras y gastos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Libro de registro</a:t>
                      </a:r>
                      <a:r>
                        <a:rPr lang="es-ES_tradnl" sz="1400" b="0" baseline="0" dirty="0">
                          <a:solidFill>
                            <a:schemeClr val="tx1"/>
                          </a:solidFill>
                        </a:rPr>
                        <a:t> de bienes de inversión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es-ES_tradnl" sz="1400" b="0" baseline="0" dirty="0">
                          <a:solidFill>
                            <a:schemeClr val="tx1"/>
                          </a:solidFill>
                        </a:rPr>
                        <a:t>No tienen obligación de llevar ningún libro de contabilidad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s-ES_tradnl" sz="1400" b="0" baseline="0" dirty="0">
                          <a:solidFill>
                            <a:schemeClr val="tx1"/>
                          </a:solidFill>
                        </a:rPr>
                        <a:t>Pero sí conservar por orden de fechas y agrupadas por trimestres, las facturas emitidas y las facturas o justificantes recibidos, así como justificantes de módulos aplicados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Llevar contabilidad siguiendo PGC: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Libro diario </a:t>
                      </a:r>
                      <a:r>
                        <a:rPr lang="es-ES_tradnl" sz="1400" b="0" baseline="0" dirty="0">
                          <a:solidFill>
                            <a:schemeClr val="tx1"/>
                          </a:solidFill>
                        </a:rPr>
                        <a:t>(se pueden realizar asientos resumen de un trimestre)</a:t>
                      </a:r>
                      <a:endParaRPr lang="es-ES_tradnl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s-ES_tradnl" sz="1400" b="0" dirty="0">
                          <a:solidFill>
                            <a:schemeClr val="tx1"/>
                          </a:solidFill>
                        </a:rPr>
                        <a:t>Libro de inventario y cuentas anuales</a:t>
                      </a: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11 CuadroTexto"/>
          <p:cNvSpPr txBox="1"/>
          <p:nvPr/>
        </p:nvSpPr>
        <p:spPr>
          <a:xfrm>
            <a:off x="138129" y="1340768"/>
            <a:ext cx="8790468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_tradnl" sz="1600" dirty="0"/>
              <a:t>Libros obligatorios según si es una sociedad o una empresa individual y para el último caso según la modalidad de cálculo del IRPF</a:t>
            </a:r>
            <a:endParaRPr lang="es-ES" sz="1600" dirty="0"/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C782D210-17F8-EE0E-940A-F1ACA6C1D79B}"/>
              </a:ext>
            </a:extLst>
          </p:cNvPr>
          <p:cNvSpPr txBox="1">
            <a:spLocks/>
          </p:cNvSpPr>
          <p:nvPr/>
        </p:nvSpPr>
        <p:spPr>
          <a:xfrm>
            <a:off x="35496" y="1683"/>
            <a:ext cx="8970411" cy="611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700" b="1" dirty="0"/>
              <a:t>3. Los impuestos de la empresa</a:t>
            </a:r>
          </a:p>
        </p:txBody>
      </p:sp>
      <p:sp>
        <p:nvSpPr>
          <p:cNvPr id="4" name="4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DFA1BEA9-E4E4-D0B0-1446-6B68665D7ECF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5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06BF62E-44A2-19DD-A8F2-456795C08AEB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11" name="6 Imagen">
            <a:extLst>
              <a:ext uri="{FF2B5EF4-FFF2-40B4-BE49-F238E27FC236}">
                <a16:creationId xmlns:a16="http://schemas.microsoft.com/office/drawing/2014/main" id="{13CDD248-8AE5-D439-7E8C-AABFD9699B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13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1343EDE-550E-F0FD-85D8-08FBBED7C691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714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Título"/>
          <p:cNvSpPr txBox="1">
            <a:spLocks/>
          </p:cNvSpPr>
          <p:nvPr/>
        </p:nvSpPr>
        <p:spPr>
          <a:xfrm>
            <a:off x="35496" y="1683"/>
            <a:ext cx="8970411" cy="6190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500" b="1" dirty="0"/>
              <a:t>Anexo 1: La factura</a:t>
            </a:r>
          </a:p>
        </p:txBody>
      </p:sp>
      <p:graphicFrame>
        <p:nvGraphicFramePr>
          <p:cNvPr id="16" name="15 Diagrama"/>
          <p:cNvGraphicFramePr/>
          <p:nvPr/>
        </p:nvGraphicFramePr>
        <p:xfrm>
          <a:off x="173589" y="692696"/>
          <a:ext cx="8775018" cy="1224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1 Tabla"/>
          <p:cNvGraphicFramePr>
            <a:graphicFrameLocks noGrp="1"/>
          </p:cNvGraphicFramePr>
          <p:nvPr/>
        </p:nvGraphicFramePr>
        <p:xfrm>
          <a:off x="173917" y="1988840"/>
          <a:ext cx="871889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5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2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solidFill>
                            <a:schemeClr val="bg1"/>
                          </a:solidFill>
                        </a:rPr>
                        <a:t>Tipos de factura</a:t>
                      </a:r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Según su contenido</a:t>
                      </a:r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Ordinaria</a:t>
                      </a:r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dirty="0">
                          <a:solidFill>
                            <a:schemeClr val="tx1"/>
                          </a:solidFill>
                        </a:rPr>
                        <a:t>Normal y</a:t>
                      </a:r>
                      <a:r>
                        <a:rPr lang="es-ES_tradnl" baseline="0" dirty="0">
                          <a:solidFill>
                            <a:schemeClr val="tx1"/>
                          </a:solidFill>
                        </a:rPr>
                        <a:t> habitual</a:t>
                      </a:r>
                      <a:endParaRPr lang="es-E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Rectificativa</a:t>
                      </a:r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dirty="0">
                          <a:solidFill>
                            <a:schemeClr val="tx1"/>
                          </a:solidFill>
                        </a:rPr>
                        <a:t>Corrección otra anterior</a:t>
                      </a:r>
                      <a:endParaRPr lang="es-E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Recapitulativa</a:t>
                      </a:r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dirty="0">
                          <a:solidFill>
                            <a:schemeClr val="tx1"/>
                          </a:solidFill>
                        </a:rPr>
                        <a:t>Varias operaciones mismo cliente en un mes</a:t>
                      </a:r>
                      <a:endParaRPr lang="es-E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Según su valor legal</a:t>
                      </a:r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Pro</a:t>
                      </a:r>
                      <a:r>
                        <a:rPr lang="es-ES_tradnl" b="1" baseline="0" dirty="0">
                          <a:solidFill>
                            <a:schemeClr val="bg1"/>
                          </a:solidFill>
                        </a:rPr>
                        <a:t> forma</a:t>
                      </a:r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dirty="0">
                          <a:solidFill>
                            <a:schemeClr val="tx1"/>
                          </a:solidFill>
                        </a:rPr>
                        <a:t>Oferta comercial</a:t>
                      </a:r>
                      <a:endParaRPr lang="es-E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Duplicado</a:t>
                      </a:r>
                      <a:r>
                        <a:rPr lang="es-ES_tradnl" b="1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dirty="0">
                          <a:solidFill>
                            <a:schemeClr val="tx1"/>
                          </a:solidFill>
                        </a:rPr>
                        <a:t>Varios destinatarios o pérdida</a:t>
                      </a:r>
                      <a:endParaRPr lang="es-E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Según</a:t>
                      </a:r>
                      <a:r>
                        <a:rPr lang="es-ES_tradnl" b="1" baseline="0" dirty="0">
                          <a:solidFill>
                            <a:schemeClr val="bg1"/>
                          </a:solidFill>
                        </a:rPr>
                        <a:t> los requisitos</a:t>
                      </a:r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Completa</a:t>
                      </a:r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dirty="0">
                          <a:solidFill>
                            <a:schemeClr val="tx1"/>
                          </a:solidFill>
                        </a:rPr>
                        <a:t>Todos los datos</a:t>
                      </a:r>
                      <a:endParaRPr lang="es-E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Simplificada</a:t>
                      </a:r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dirty="0">
                          <a:solidFill>
                            <a:schemeClr val="tx1"/>
                          </a:solidFill>
                        </a:rPr>
                        <a:t>No contiene todos los datos</a:t>
                      </a:r>
                      <a:endParaRPr lang="es-E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Según medio de transmisión</a:t>
                      </a:r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En papel o</a:t>
                      </a:r>
                      <a:r>
                        <a:rPr lang="es-ES_tradnl" b="1" baseline="0" dirty="0">
                          <a:solidFill>
                            <a:schemeClr val="bg1"/>
                          </a:solidFill>
                        </a:rPr>
                        <a:t> electrónica</a:t>
                      </a:r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dirty="0">
                          <a:solidFill>
                            <a:schemeClr val="tx1"/>
                          </a:solidFill>
                        </a:rPr>
                        <a:t>Mismo valor.</a:t>
                      </a:r>
                      <a:r>
                        <a:rPr lang="es-ES_tradnl" baseline="0" dirty="0">
                          <a:solidFill>
                            <a:schemeClr val="tx1"/>
                          </a:solidFill>
                        </a:rPr>
                        <a:t> No es necesario firma electrónica certificada aunque se recomienda</a:t>
                      </a:r>
                      <a:endParaRPr lang="es-E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4 CuadroTexto">
            <a:hlinkClick r:id="rId8" action="ppaction://hlinksldjump"/>
            <a:extLst>
              <a:ext uri="{FF2B5EF4-FFF2-40B4-BE49-F238E27FC236}">
                <a16:creationId xmlns:a16="http://schemas.microsoft.com/office/drawing/2014/main" id="{8A2DD3FD-A8F0-A759-54DA-B08E5159E837}"/>
              </a:ext>
            </a:extLst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4" name="5 Flecha izquierda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0D12D51-69E7-38AD-2D69-8ED56FA6B935}"/>
              </a:ext>
            </a:extLst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5" name="6 Imagen">
            <a:extLst>
              <a:ext uri="{FF2B5EF4-FFF2-40B4-BE49-F238E27FC236}">
                <a16:creationId xmlns:a16="http://schemas.microsoft.com/office/drawing/2014/main" id="{900338DA-4941-5C97-985A-B48EB84B3E8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6" name="7 Flecha derech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BEBA70F-8BA3-F9F9-94DE-1D588839D8F0}"/>
              </a:ext>
            </a:extLst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975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hlinkClick r:id="rId2" action="ppaction://hlinksldjump"/>
          </p:cNvPr>
          <p:cNvSpPr txBox="1"/>
          <p:nvPr/>
        </p:nvSpPr>
        <p:spPr>
          <a:xfrm>
            <a:off x="3686365" y="6218389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6" name="5 Flecha izquierda">
            <a:hlinkClick r:id="" action="ppaction://hlinkshowjump?jump=previousslide"/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471629" y="6330714"/>
            <a:ext cx="287793" cy="361618"/>
          </a:xfrm>
          <a:prstGeom prst="rect">
            <a:avLst/>
          </a:prstGeom>
        </p:spPr>
      </p:pic>
      <p:sp>
        <p:nvSpPr>
          <p:cNvPr id="10" name="1 Título"/>
          <p:cNvSpPr txBox="1">
            <a:spLocks/>
          </p:cNvSpPr>
          <p:nvPr/>
        </p:nvSpPr>
        <p:spPr>
          <a:xfrm>
            <a:off x="35496" y="1684"/>
            <a:ext cx="8970411" cy="645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500" b="1" dirty="0"/>
              <a:t>Anexo 2: El albarán</a:t>
            </a:r>
          </a:p>
        </p:txBody>
      </p:sp>
      <p:graphicFrame>
        <p:nvGraphicFramePr>
          <p:cNvPr id="12" name="11 Diagrama"/>
          <p:cNvGraphicFramePr/>
          <p:nvPr/>
        </p:nvGraphicFramePr>
        <p:xfrm>
          <a:off x="229715" y="692696"/>
          <a:ext cx="8718891" cy="1593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3" name="12 Diagrama"/>
          <p:cNvGraphicFramePr/>
          <p:nvPr/>
        </p:nvGraphicFramePr>
        <p:xfrm>
          <a:off x="199961" y="2063747"/>
          <a:ext cx="8692519" cy="645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9" name="8 Diagrama"/>
          <p:cNvGraphicFramePr/>
          <p:nvPr/>
        </p:nvGraphicFramePr>
        <p:xfrm>
          <a:off x="768830" y="2852936"/>
          <a:ext cx="7529065" cy="3168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cxnSp>
        <p:nvCxnSpPr>
          <p:cNvPr id="24" name="23 Conector recto de flecha"/>
          <p:cNvCxnSpPr/>
          <p:nvPr/>
        </p:nvCxnSpPr>
        <p:spPr>
          <a:xfrm flipH="1">
            <a:off x="7092280" y="3212976"/>
            <a:ext cx="127957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 flipH="1">
            <a:off x="8371854" y="3212976"/>
            <a:ext cx="1" cy="1944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 flipH="1">
            <a:off x="7507759" y="5157192"/>
            <a:ext cx="864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977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2921</TotalTime>
  <Words>2618</Words>
  <Application>Microsoft Office PowerPoint</Application>
  <PresentationFormat>Presentación en pantalla (4:3)</PresentationFormat>
  <Paragraphs>386</Paragraphs>
  <Slides>23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Tema de Office</vt:lpstr>
      <vt:lpstr>Presentación de PowerPoint</vt:lpstr>
      <vt:lpstr>CONTENIDOS</vt:lpstr>
      <vt:lpstr>RECUERDA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TONI</dc:creator>
  <cp:lastModifiedBy>Luis Iranzo</cp:lastModifiedBy>
  <cp:revision>397</cp:revision>
  <dcterms:created xsi:type="dcterms:W3CDTF">2013-09-12T06:29:10Z</dcterms:created>
  <dcterms:modified xsi:type="dcterms:W3CDTF">2025-09-11T15:03:40Z</dcterms:modified>
</cp:coreProperties>
</file>