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90FDBE-FB8D-B7FF-F5D7-744F577D2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EC482A-1B6C-A6D2-55E5-C7004D09B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EAC1D6-21D8-EA74-D95F-D1DAB8641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0A5-83CE-4330-991A-86383CBB29A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1CC29C-6DC9-BAD4-5BF8-F01C5E756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E1899F-9DE5-F835-B085-BE7155810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1B32-F6B8-4E45-981E-BFFFA416A6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9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A9BE45-ECD5-01A4-E0D2-2C225472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05B040-E7E0-877D-D242-9E6763A3B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17EE3D-9D2A-85E8-A322-507C61718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0A5-83CE-4330-991A-86383CBB29A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290058-05AD-EBF0-0C80-0478E40A3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E9E6AF-3009-C2A1-570D-A3748489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1B32-F6B8-4E45-981E-BFFFA416A6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95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CBF06D-0DFF-FA3A-9CCC-EEB82000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E33210-2B2A-19CC-69D2-AD1198C85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19D4F3-B7A0-672F-4361-DA78028A4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0A5-83CE-4330-991A-86383CBB29A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44ABD8-F45F-2BFE-A308-786146E99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2BCFB4-2385-6C9E-F75C-C37CC199F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1B32-F6B8-4E45-981E-BFFFA416A6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878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9C55A-2797-D410-FE99-4E1CB9313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82310E-530B-48CC-4963-52C6739B37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CEFA4A-0444-29D8-9350-B9332BF43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998843-8C42-47E6-A3C2-89619CC80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0A5-83CE-4330-991A-86383CBB29A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5982CF-02D2-D7EB-E109-5D81192FA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45B6F9-28B9-9B76-F5A6-66B01AED3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1B32-F6B8-4E45-981E-BFFFA416A6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932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6F469-22CF-C0F7-DE6A-C9547AC7C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20865E-3705-094C-BBF8-EC011A14C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BE86F7-452F-406A-59E9-FD1C98707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EA0F2F1-D5B1-D226-D9D0-31872541C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0E64585-0D2E-B951-08D4-E06864AA2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4118663-E5E0-21DF-8330-D7F60859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0A5-83CE-4330-991A-86383CBB29A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B52367F-7C0A-1A94-E1E1-6AB738BEB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2F0BEC-D699-917D-E28C-3192AD0E0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1B32-F6B8-4E45-981E-BFFFA416A6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51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83173-AFF4-4994-4223-1D5C00B90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09981D7-54D0-4FE8-BD00-32B692E73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0A5-83CE-4330-991A-86383CBB29A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2048931-4A0F-E3CA-E0DE-3BA72B12D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F515CDF-582C-9780-8EF3-FF118337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1B32-F6B8-4E45-981E-BFFFA416A6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97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B6CDDC1-6ECF-E527-AE74-4AE719C7A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0A5-83CE-4330-991A-86383CBB29A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F1D9C3E-E30E-B230-461D-60B6BF879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FAED6C-279F-F89A-111B-68DC37D7B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1B32-F6B8-4E45-981E-BFFFA416A6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54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A47781-E69D-9BD4-A3F5-AA1374987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0B0798-20DA-A959-D1EB-4970E41EB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0B59EAB-C87A-C47E-6EC3-B46ADCF48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96F1F6-1290-0377-1CE8-86937F9A5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0A5-83CE-4330-991A-86383CBB29A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E840E3-2C5A-12A5-F4AC-0A5156454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0BEF6D-CCDB-DCEF-2B1C-BB7B1FFFF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1B32-F6B8-4E45-981E-BFFFA416A6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974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16CC68-F35C-DBAD-9F1D-A625AC91E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B806BE6-CA70-305C-5757-E054B66630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6A941C-BCA4-F138-73F6-1C84B51E6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314E1E-C218-5AC7-09DD-9FDA9AED6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0A5-83CE-4330-991A-86383CBB29A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683CF6-657E-B35F-12BF-B67074467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E72628-6B1C-AC9D-A556-93BCD7DF6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1B32-F6B8-4E45-981E-BFFFA416A6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662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C90CF-821B-F9FC-81F2-5D1C3684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D80C50-60B7-3E98-176B-72D1AF91E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3A4D7A-5629-17A8-1990-595927700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0A5-83CE-4330-991A-86383CBB29A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D7EC55-8866-A612-F157-949529AAF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8F5A4C-3596-9AF1-5A31-B7F3FAFF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1B32-F6B8-4E45-981E-BFFFA416A6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518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2E9040-A246-4603-F141-52DB07DB10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80FB5E-0F6E-1177-E6E1-F7216B404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6FE413-212B-E0A0-C257-99C97FBF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0A5-83CE-4330-991A-86383CBB29A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AA84B7-B6EA-8FA9-0FE5-1A2E0CA69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E73AC1-36FA-038A-B257-B2915A4DC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1B32-F6B8-4E45-981E-BFFFA416A6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66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F3B6354-3B8B-DEEC-1C2E-1AA67E245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3AE9A1-4984-C7B7-AC1A-ADD4A5959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87217E-D8DE-9704-E1AA-E084FED56E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DF30A5-83CE-4330-991A-86383CBB29AD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D16E8F-0030-0D08-179E-13FDE966B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C67517-EFFB-B7C0-787A-D74FD4040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11B32-F6B8-4E45-981E-BFFFA416A68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5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8B3A4-5F09-5294-2D10-30D479A8D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2F1B0F8-0607-EA42-CDF7-1D05F33ED879}"/>
              </a:ext>
            </a:extLst>
          </p:cNvPr>
          <p:cNvSpPr/>
          <p:nvPr/>
        </p:nvSpPr>
        <p:spPr>
          <a:xfrm>
            <a:off x="129915" y="133974"/>
            <a:ext cx="5521378" cy="40170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5E7C831-1E86-6449-3750-A5F98360F3A5}"/>
              </a:ext>
            </a:extLst>
          </p:cNvPr>
          <p:cNvSpPr txBox="1"/>
          <p:nvPr/>
        </p:nvSpPr>
        <p:spPr>
          <a:xfrm>
            <a:off x="1969957" y="305088"/>
            <a:ext cx="2168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Servidor FOG</a:t>
            </a:r>
            <a:endParaRPr lang="en-US" sz="2400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9EEA55E-B122-4E0B-925E-40D6C39454F5}"/>
              </a:ext>
            </a:extLst>
          </p:cNvPr>
          <p:cNvSpPr/>
          <p:nvPr/>
        </p:nvSpPr>
        <p:spPr>
          <a:xfrm>
            <a:off x="3000529" y="1078969"/>
            <a:ext cx="2324097" cy="12292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Repositorio de imágenes (S.O.)</a:t>
            </a:r>
            <a:endParaRPr lang="en-U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69742C7-E7DA-1E6E-DA82-1CD46066B294}"/>
              </a:ext>
            </a:extLst>
          </p:cNvPr>
          <p:cNvSpPr/>
          <p:nvPr/>
        </p:nvSpPr>
        <p:spPr>
          <a:xfrm>
            <a:off x="543386" y="1078969"/>
            <a:ext cx="2276008" cy="585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Servicio Web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(Apache, PHP)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28C0B75-75D7-0D53-A4D1-122FB83DE645}"/>
              </a:ext>
            </a:extLst>
          </p:cNvPr>
          <p:cNvSpPr/>
          <p:nvPr/>
        </p:nvSpPr>
        <p:spPr>
          <a:xfrm>
            <a:off x="543386" y="1722518"/>
            <a:ext cx="2276008" cy="585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Base de datos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(Inventario, </a:t>
            </a:r>
            <a:r>
              <a:rPr lang="es-ES" dirty="0" err="1">
                <a:solidFill>
                  <a:schemeClr val="tx1"/>
                </a:solidFill>
              </a:rPr>
              <a:t>MACs</a:t>
            </a:r>
            <a:r>
              <a:rPr lang="es-ES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479919A-0E3B-FEC3-99CC-7AD50F39B031}"/>
              </a:ext>
            </a:extLst>
          </p:cNvPr>
          <p:cNvSpPr/>
          <p:nvPr/>
        </p:nvSpPr>
        <p:spPr>
          <a:xfrm>
            <a:off x="543386" y="2470968"/>
            <a:ext cx="2276008" cy="585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Servidor TFTP-PXE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C0ECEE2-5074-122D-D58C-781D9F5E5476}"/>
              </a:ext>
            </a:extLst>
          </p:cNvPr>
          <p:cNvSpPr/>
          <p:nvPr/>
        </p:nvSpPr>
        <p:spPr>
          <a:xfrm>
            <a:off x="543386" y="3175836"/>
            <a:ext cx="2276008" cy="76551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Scripts 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Post-</a:t>
            </a:r>
            <a:r>
              <a:rPr lang="es-ES" dirty="0" err="1">
                <a:solidFill>
                  <a:schemeClr val="tx1"/>
                </a:solidFill>
              </a:rPr>
              <a:t>Despligue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Imagen 15" descr="Texto&#10;&#10;El contenido generado por IA puede ser incorrecto.">
            <a:extLst>
              <a:ext uri="{FF2B5EF4-FFF2-40B4-BE49-F238E27FC236}">
                <a16:creationId xmlns:a16="http://schemas.microsoft.com/office/drawing/2014/main" id="{BBC052BB-6511-709D-3CE5-7D50067BD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05" y="5069811"/>
            <a:ext cx="1568877" cy="1568877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19008072-2DF6-F45A-8055-3E8ADBCEDD64}"/>
              </a:ext>
            </a:extLst>
          </p:cNvPr>
          <p:cNvSpPr txBox="1"/>
          <p:nvPr/>
        </p:nvSpPr>
        <p:spPr>
          <a:xfrm>
            <a:off x="908312" y="5448845"/>
            <a:ext cx="917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PC Prueba</a:t>
            </a:r>
            <a:endParaRPr lang="en-US" sz="1600" b="1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D7800924-230C-9DC1-BEFF-9DF24953961C}"/>
              </a:ext>
            </a:extLst>
          </p:cNvPr>
          <p:cNvCxnSpPr/>
          <p:nvPr/>
        </p:nvCxnSpPr>
        <p:spPr>
          <a:xfrm>
            <a:off x="1289154" y="4272197"/>
            <a:ext cx="0" cy="7976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862DB97-DA08-D3D1-51F0-74703EFD1067}"/>
              </a:ext>
            </a:extLst>
          </p:cNvPr>
          <p:cNvSpPr txBox="1"/>
          <p:nvPr/>
        </p:nvSpPr>
        <p:spPr>
          <a:xfrm>
            <a:off x="1366992" y="4599048"/>
            <a:ext cx="2162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Captura de Imagen</a:t>
            </a:r>
            <a:endParaRPr lang="en-US" b="1" dirty="0"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1DA80A8A-5469-F462-B00F-3B5425FCC0E6}"/>
              </a:ext>
            </a:extLst>
          </p:cNvPr>
          <p:cNvSpPr/>
          <p:nvPr/>
        </p:nvSpPr>
        <p:spPr>
          <a:xfrm>
            <a:off x="7146172" y="4546670"/>
            <a:ext cx="4699376" cy="222798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ES" b="1" dirty="0" err="1">
                <a:solidFill>
                  <a:schemeClr val="tx1"/>
                </a:solidFill>
              </a:rPr>
              <a:t>Subnet</a:t>
            </a:r>
            <a:r>
              <a:rPr lang="es-ES" b="1" dirty="0">
                <a:solidFill>
                  <a:schemeClr val="tx1"/>
                </a:solidFill>
              </a:rPr>
              <a:t> 172.18.0.0/16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pic>
        <p:nvPicPr>
          <p:cNvPr id="37" name="Imagen 36" descr="Forma&#10;&#10;El contenido generado por IA puede ser incorrecto.">
            <a:extLst>
              <a:ext uri="{FF2B5EF4-FFF2-40B4-BE49-F238E27FC236}">
                <a16:creationId xmlns:a16="http://schemas.microsoft.com/office/drawing/2014/main" id="{D3BA5200-E6FD-B6B8-A391-62994DF3C4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194" y="5249181"/>
            <a:ext cx="1252993" cy="1252993"/>
          </a:xfrm>
          <a:prstGeom prst="rect">
            <a:avLst/>
          </a:prstGeom>
        </p:spPr>
      </p:pic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C31F67F5-095D-ED82-74A2-B83AA8F92686}"/>
              </a:ext>
            </a:extLst>
          </p:cNvPr>
          <p:cNvCxnSpPr>
            <a:cxnSpLocks/>
            <a:endCxn id="1026" idx="1"/>
          </p:cNvCxnSpPr>
          <p:nvPr/>
        </p:nvCxnSpPr>
        <p:spPr>
          <a:xfrm flipV="1">
            <a:off x="5299011" y="1722518"/>
            <a:ext cx="3603209" cy="32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5C382D03-26BD-0BFE-8358-24DC3A64EC29}"/>
              </a:ext>
            </a:extLst>
          </p:cNvPr>
          <p:cNvSpPr txBox="1"/>
          <p:nvPr/>
        </p:nvSpPr>
        <p:spPr>
          <a:xfrm>
            <a:off x="5904252" y="1197340"/>
            <a:ext cx="2766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Despliegue de imagen</a:t>
            </a:r>
            <a:endParaRPr lang="en-US" b="1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368AFAC8-0F2C-2D41-0E8F-61E236D98502}"/>
              </a:ext>
            </a:extLst>
          </p:cNvPr>
          <p:cNvSpPr txBox="1"/>
          <p:nvPr/>
        </p:nvSpPr>
        <p:spPr>
          <a:xfrm>
            <a:off x="5880516" y="1983008"/>
            <a:ext cx="3394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PXE, </a:t>
            </a:r>
            <a:r>
              <a:rPr lang="es-ES" b="1" dirty="0" err="1"/>
              <a:t>Multicast</a:t>
            </a:r>
            <a:r>
              <a:rPr lang="es-ES" b="1" dirty="0"/>
              <a:t>, </a:t>
            </a:r>
            <a:r>
              <a:rPr lang="es-ES" b="1" dirty="0" err="1"/>
              <a:t>WakeOnLAN</a:t>
            </a:r>
            <a:endParaRPr lang="en-US" b="1" dirty="0"/>
          </a:p>
        </p:txBody>
      </p:sp>
      <p:pic>
        <p:nvPicPr>
          <p:cNvPr id="48" name="Imagen 47" descr="Texto&#10;&#10;El contenido generado por IA puede ser incorrecto.">
            <a:extLst>
              <a:ext uri="{FF2B5EF4-FFF2-40B4-BE49-F238E27FC236}">
                <a16:creationId xmlns:a16="http://schemas.microsoft.com/office/drawing/2014/main" id="{6C32972D-7D1C-25BC-2067-25004C23C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477" y="5069811"/>
            <a:ext cx="1568877" cy="1568877"/>
          </a:xfrm>
          <a:prstGeom prst="rect">
            <a:avLst/>
          </a:prstGeom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84FD50C0-0556-EBB2-6098-9D45FA7B9111}"/>
              </a:ext>
            </a:extLst>
          </p:cNvPr>
          <p:cNvSpPr txBox="1"/>
          <p:nvPr/>
        </p:nvSpPr>
        <p:spPr>
          <a:xfrm>
            <a:off x="4014000" y="5279671"/>
            <a:ext cx="10099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err="1"/>
              <a:t>Admin</a:t>
            </a:r>
            <a:r>
              <a:rPr lang="es-ES" sz="1600" b="1" dirty="0"/>
              <a:t> –</a:t>
            </a:r>
          </a:p>
          <a:p>
            <a:r>
              <a:rPr lang="es-ES" sz="1600" b="1" dirty="0"/>
              <a:t>Servicio Web</a:t>
            </a:r>
            <a:endParaRPr lang="en-US" sz="1600" b="1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A6C92887-AAF7-162F-4BE0-0A58E8F38DD7}"/>
              </a:ext>
            </a:extLst>
          </p:cNvPr>
          <p:cNvSpPr txBox="1"/>
          <p:nvPr/>
        </p:nvSpPr>
        <p:spPr>
          <a:xfrm>
            <a:off x="4432779" y="4457039"/>
            <a:ext cx="1783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Administración</a:t>
            </a:r>
            <a:endParaRPr lang="en-US" b="1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F59523D-E47B-64EB-7F59-AF9BA237E4AE}"/>
              </a:ext>
            </a:extLst>
          </p:cNvPr>
          <p:cNvSpPr/>
          <p:nvPr/>
        </p:nvSpPr>
        <p:spPr>
          <a:xfrm>
            <a:off x="3048618" y="2468658"/>
            <a:ext cx="2276008" cy="5856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Servidor DHCP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0EE923-EB6F-5B04-C7AD-1FB46B3A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2220" y="1111591"/>
            <a:ext cx="1221854" cy="1221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CuadroTexto 38">
            <a:extLst>
              <a:ext uri="{FF2B5EF4-FFF2-40B4-BE49-F238E27FC236}">
                <a16:creationId xmlns:a16="http://schemas.microsoft.com/office/drawing/2014/main" id="{1BC15EBD-C406-FB32-6653-1DBF48B6C2E5}"/>
              </a:ext>
            </a:extLst>
          </p:cNvPr>
          <p:cNvSpPr txBox="1"/>
          <p:nvPr/>
        </p:nvSpPr>
        <p:spPr>
          <a:xfrm>
            <a:off x="8838145" y="828008"/>
            <a:ext cx="1285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R1-ubuntu</a:t>
            </a:r>
            <a:endParaRPr lang="en-US" b="1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DEF97332-2E1C-8DE5-354C-5B65787ABACC}"/>
              </a:ext>
            </a:extLst>
          </p:cNvPr>
          <p:cNvSpPr txBox="1"/>
          <p:nvPr/>
        </p:nvSpPr>
        <p:spPr>
          <a:xfrm>
            <a:off x="10260668" y="1327327"/>
            <a:ext cx="13376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err="1"/>
              <a:t>Relay</a:t>
            </a:r>
            <a:endParaRPr lang="es-ES" b="1" dirty="0"/>
          </a:p>
          <a:p>
            <a:r>
              <a:rPr lang="es-ES" b="1" dirty="0"/>
              <a:t>Peticiones </a:t>
            </a:r>
          </a:p>
          <a:p>
            <a:r>
              <a:rPr lang="es-ES" b="1" dirty="0"/>
              <a:t>DHCP</a:t>
            </a:r>
            <a:endParaRPr lang="en-US" b="1" dirty="0"/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63E95C9A-6D63-5CE5-AB4A-04D8D5FF422E}"/>
              </a:ext>
            </a:extLst>
          </p:cNvPr>
          <p:cNvCxnSpPr>
            <a:cxnSpLocks/>
            <a:stCxn id="1026" idx="2"/>
          </p:cNvCxnSpPr>
          <p:nvPr/>
        </p:nvCxnSpPr>
        <p:spPr>
          <a:xfrm>
            <a:off x="9513147" y="2333445"/>
            <a:ext cx="0" cy="2039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Imagen 52" descr="Forma&#10;&#10;El contenido generado por IA puede ser incorrecto.">
            <a:extLst>
              <a:ext uri="{FF2B5EF4-FFF2-40B4-BE49-F238E27FC236}">
                <a16:creationId xmlns:a16="http://schemas.microsoft.com/office/drawing/2014/main" id="{122B5353-F1EC-8C62-C83C-CFE51AE169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220" y="5257265"/>
            <a:ext cx="1252993" cy="1252993"/>
          </a:xfrm>
          <a:prstGeom prst="rect">
            <a:avLst/>
          </a:prstGeom>
        </p:spPr>
      </p:pic>
      <p:pic>
        <p:nvPicPr>
          <p:cNvPr id="54" name="Imagen 53" descr="Forma&#10;&#10;El contenido generado por IA puede ser incorrecto.">
            <a:extLst>
              <a:ext uri="{FF2B5EF4-FFF2-40B4-BE49-F238E27FC236}">
                <a16:creationId xmlns:a16="http://schemas.microsoft.com/office/drawing/2014/main" id="{394BCBFD-11B4-821D-2A21-E30E8B0E56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349" y="5249181"/>
            <a:ext cx="1252993" cy="1252993"/>
          </a:xfrm>
          <a:prstGeom prst="rect">
            <a:avLst/>
          </a:prstGeom>
        </p:spPr>
      </p:pic>
      <p:sp>
        <p:nvSpPr>
          <p:cNvPr id="57" name="CuadroTexto 56">
            <a:extLst>
              <a:ext uri="{FF2B5EF4-FFF2-40B4-BE49-F238E27FC236}">
                <a16:creationId xmlns:a16="http://schemas.microsoft.com/office/drawing/2014/main" id="{38EBE7A7-6C00-96BE-A65B-8DF079ECADA5}"/>
              </a:ext>
            </a:extLst>
          </p:cNvPr>
          <p:cNvSpPr txBox="1"/>
          <p:nvPr/>
        </p:nvSpPr>
        <p:spPr>
          <a:xfrm>
            <a:off x="7760152" y="5594365"/>
            <a:ext cx="66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chemeClr val="tx1"/>
                </a:solidFill>
              </a:rPr>
              <a:t>.10</a:t>
            </a:r>
            <a:endParaRPr lang="en-US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C013708-B55C-6341-02A9-7B603453E8FF}"/>
              </a:ext>
            </a:extLst>
          </p:cNvPr>
          <p:cNvSpPr txBox="1"/>
          <p:nvPr/>
        </p:nvSpPr>
        <p:spPr>
          <a:xfrm>
            <a:off x="9242914" y="5594365"/>
            <a:ext cx="66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chemeClr val="tx1"/>
                </a:solidFill>
              </a:rPr>
              <a:t>.</a:t>
            </a:r>
            <a:r>
              <a:rPr lang="es-ES" b="1" dirty="0"/>
              <a:t>2</a:t>
            </a:r>
            <a:r>
              <a:rPr lang="es-ES" b="1" dirty="0">
                <a:solidFill>
                  <a:schemeClr val="tx1"/>
                </a:solidFill>
              </a:rPr>
              <a:t>0</a:t>
            </a:r>
            <a:endParaRPr lang="en-US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B84CE25F-179D-B9E7-4684-683D3333464D}"/>
              </a:ext>
            </a:extLst>
          </p:cNvPr>
          <p:cNvSpPr txBox="1"/>
          <p:nvPr/>
        </p:nvSpPr>
        <p:spPr>
          <a:xfrm>
            <a:off x="10662794" y="5609354"/>
            <a:ext cx="66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chemeClr val="tx1"/>
                </a:solidFill>
              </a:rPr>
              <a:t>.</a:t>
            </a:r>
            <a:r>
              <a:rPr lang="es-ES" b="1" dirty="0"/>
              <a:t>3</a:t>
            </a:r>
            <a:r>
              <a:rPr lang="es-ES" b="1" dirty="0">
                <a:solidFill>
                  <a:schemeClr val="tx1"/>
                </a:solidFill>
              </a:rPr>
              <a:t>0</a:t>
            </a:r>
            <a:endParaRPr lang="en-US" dirty="0"/>
          </a:p>
        </p:txBody>
      </p: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AF4130DF-15A6-B78F-3589-0F04D7402330}"/>
              </a:ext>
            </a:extLst>
          </p:cNvPr>
          <p:cNvCxnSpPr>
            <a:stCxn id="48" idx="0"/>
          </p:cNvCxnSpPr>
          <p:nvPr/>
        </p:nvCxnSpPr>
        <p:spPr>
          <a:xfrm flipH="1" flipV="1">
            <a:off x="4273915" y="4150990"/>
            <a:ext cx="1" cy="918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996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61</Words>
  <Application>Microsoft Office PowerPoint</Application>
  <PresentationFormat>Panorámica</PresentationFormat>
  <Paragraphs>25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Cristóbal Suárez Abad</dc:creator>
  <cp:lastModifiedBy>Cristóbal Suárez Abad</cp:lastModifiedBy>
  <cp:revision>2</cp:revision>
  <dcterms:created xsi:type="dcterms:W3CDTF">2026-03-15T10:00:23Z</dcterms:created>
  <dcterms:modified xsi:type="dcterms:W3CDTF">2026-03-15T10:15:31Z</dcterms:modified>
</cp:coreProperties>
</file>