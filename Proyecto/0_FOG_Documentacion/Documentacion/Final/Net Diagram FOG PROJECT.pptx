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Instrument Sans SemiBold"/>
      <p:regular r:id="rId11"/>
      <p:bold r:id="rId12"/>
      <p:italic r:id="rId13"/>
      <p:boldItalic r:id="rId14"/>
    </p:embeddedFont>
    <p:embeddedFont>
      <p:font typeface="Instrument Sans Medium"/>
      <p:regular r:id="rId15"/>
      <p:bold r:id="rId16"/>
      <p:italic r:id="rId17"/>
      <p:boldItalic r:id="rId18"/>
    </p:embeddedFont>
    <p:embeddedFont>
      <p:font typeface="Instrument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InstrumentSans-bold.fntdata"/><Relationship Id="rId22" Type="http://schemas.openxmlformats.org/officeDocument/2006/relationships/font" Target="fonts/InstrumentSans-boldItalic.fntdata"/><Relationship Id="rId21" Type="http://schemas.openxmlformats.org/officeDocument/2006/relationships/font" Target="fonts/InstrumentSans-italic.fntdata"/><Relationship Id="rId11" Type="http://schemas.openxmlformats.org/officeDocument/2006/relationships/font" Target="fonts/InstrumentSansSemiBold-regular.fntdata"/><Relationship Id="rId10" Type="http://schemas.openxmlformats.org/officeDocument/2006/relationships/slide" Target="slides/slide4.xml"/><Relationship Id="rId13" Type="http://schemas.openxmlformats.org/officeDocument/2006/relationships/font" Target="fonts/InstrumentSansSemiBold-italic.fntdata"/><Relationship Id="rId12" Type="http://schemas.openxmlformats.org/officeDocument/2006/relationships/font" Target="fonts/InstrumentSansSemiBold-bold.fntdata"/><Relationship Id="rId15" Type="http://schemas.openxmlformats.org/officeDocument/2006/relationships/font" Target="fonts/InstrumentSansMedium-regular.fntdata"/><Relationship Id="rId14" Type="http://schemas.openxmlformats.org/officeDocument/2006/relationships/font" Target="fonts/InstrumentSansSemiBold-boldItalic.fntdata"/><Relationship Id="rId17" Type="http://schemas.openxmlformats.org/officeDocument/2006/relationships/font" Target="fonts/InstrumentSansMedium-italic.fntdata"/><Relationship Id="rId16" Type="http://schemas.openxmlformats.org/officeDocument/2006/relationships/font" Target="fonts/InstrumentSansMedium-bold.fntdata"/><Relationship Id="rId19" Type="http://schemas.openxmlformats.org/officeDocument/2006/relationships/font" Target="fonts/InstrumentSans-regular.fntdata"/><Relationship Id="rId18" Type="http://schemas.openxmlformats.org/officeDocument/2006/relationships/font" Target="fonts/Instrument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75902a873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75902a873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75902a873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75902a873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c75902a873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c75902a873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75902a873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c75902a873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57" name="Google Shape;57;p14"/>
          <p:cNvPicPr preferRelativeResize="0"/>
          <p:nvPr/>
        </p:nvPicPr>
        <p:blipFill rotWithShape="1">
          <a:blip r:embed="rId2">
            <a:alphaModFix/>
          </a:blip>
          <a:srcRect b="23378" l="26958" r="35833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58" name="Google Shape;58;p14"/>
          <p:cNvPicPr preferRelativeResize="0"/>
          <p:nvPr/>
        </p:nvPicPr>
        <p:blipFill rotWithShape="1">
          <a:blip r:embed="rId3">
            <a:alphaModFix/>
          </a:blip>
          <a:srcRect b="1225" l="28621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69" name="Google Shape;69;p15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70" name="Google Shape;70;p15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5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" name="Google Shape;75;p16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80" name="Google Shape;80;p16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6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7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9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0" name="Google Shape;130;p19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19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9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9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2" name="Google Shape;152;p20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3" name="Google Shape;153;p20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20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7" name="Google Shape;157;p20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8" name="Google Shape;158;p20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2" name="Google Shape;172;p2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22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4" name="Google Shape;194;p25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5" name="Google Shape;195;p2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25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7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4" name="Google Shape;214;p28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215" name="Google Shape;215;p28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1" name="Google Shape;221;p28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2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4" name="Google Shape;234;p29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0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47" name="Google Shape;247;p30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0" name="Google Shape;250;p30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3" name="Google Shape;253;p30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3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9" name="Google Shape;259;p3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1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1" name="Google Shape;261;p31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2" name="Google Shape;262;p31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4" name="Google Shape;264;p31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7" name="Google Shape;267;p31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269" name="Google Shape;269;p31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3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4" name="Google Shape;274;p3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6" name="Google Shape;276;p32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7" name="Google Shape;277;p32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8" name="Google Shape;278;p32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0" name="Google Shape;290;p32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1" name="Google Shape;291;p32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3" name="Google Shape;293;p32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4" name="Google Shape;294;p32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7" name="Google Shape;297;p33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98" name="Google Shape;298;p33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9" name="Google Shape;299;p33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0" name="Google Shape;300;p33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01" name="Google Shape;301;p33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2" name="Google Shape;302;p3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3" name="Google Shape;303;p33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33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5" name="Google Shape;305;p33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6" name="Google Shape;306;p33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0" name="Google Shape;310;p33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1" name="Google Shape;311;p33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4" name="Google Shape;314;p34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5" name="Google Shape;315;p34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6" name="Google Shape;316;p3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7" name="Google Shape;317;p34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8" name="Google Shape;318;p34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34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3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7" name="Google Shape;327;p35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28" name="Google Shape;328;p3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3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3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9" name="Google Shape;339;p37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0" name="Google Shape;340;p37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1" name="Google Shape;341;p37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3" name="Google Shape;343;p37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4" name="Google Shape;344;p37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5" name="Google Shape;345;p37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6" name="Google Shape;346;p37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47" name="Google Shape;347;p37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8" name="Google Shape;348;p37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51" name="Google Shape;351;p38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38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3" name="Google Shape;353;p38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354" name="Google Shape;354;p38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55" name="Google Shape;355;p38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6" name="Google Shape;356;p38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7" name="Google Shape;357;p38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8" name="Google Shape;358;p38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2" name="Google Shape;362;p39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3" name="Google Shape;363;p39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4" name="Google Shape;364;p39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65" name="Google Shape;365;p39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6" name="Google Shape;366;p39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7" name="Google Shape;367;p39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39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9" name="Google Shape;369;p3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2" name="Google Shape;372;p4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0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4" name="Google Shape;374;p40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6" name="Google Shape;376;p40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78" name="Google Shape;378;p40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0" name="Google Shape;380;p40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1" name="Google Shape;381;p40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41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5" name="Google Shape;385;p4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6" name="Google Shape;386;p41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7" name="Google Shape;387;p41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41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89" name="Google Shape;389;p41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0" name="Google Shape;390;p41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41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2" name="Google Shape;392;p41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3" name="Google Shape;393;p41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5" name="Google Shape;395;p41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6" name="Google Shape;396;p41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41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8" name="Google Shape;398;p41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9" name="Google Shape;399;p4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02" name="Google Shape;402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16" name="Google Shape;416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21" name="Google Shape;421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2" name="Google Shape;422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27" name="Google Shape;427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3" name="Google Shape;443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0" name="Google Shape;450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1" name="Google Shape;451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7" name="Google Shape;457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8" name="Google Shape;458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1" name="Google Shape;461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4" name="Google Shape;474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5" name="Google Shape;475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1" name="Google Shape;481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3" name="Google Shape;48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4" name="Google Shape;484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5" name="Google Shape;485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6" name="Google Shape;486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7" name="Google Shape;497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4.jp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/>
          <p:nvPr/>
        </p:nvSpPr>
        <p:spPr>
          <a:xfrm>
            <a:off x="284700" y="4434600"/>
            <a:ext cx="18480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IES DH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5" name="Google Shape;505;p63"/>
          <p:cNvSpPr/>
          <p:nvPr/>
        </p:nvSpPr>
        <p:spPr>
          <a:xfrm>
            <a:off x="2132824" y="4434600"/>
            <a:ext cx="12936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11/02/2026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6" name="Google Shape;506;p63"/>
          <p:cNvSpPr txBox="1"/>
          <p:nvPr>
            <p:ph type="title"/>
          </p:nvPr>
        </p:nvSpPr>
        <p:spPr>
          <a:xfrm>
            <a:off x="291800" y="465200"/>
            <a:ext cx="5666400" cy="15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FOG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12" name="Google Shape;512;p64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Let’s get started.</a:t>
            </a:r>
            <a:endParaRPr/>
          </a:p>
        </p:txBody>
      </p:sp>
      <p:sp>
        <p:nvSpPr>
          <p:cNvPr id="513" name="Google Shape;513;p6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6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9" name="Google Shape;519;p65"/>
          <p:cNvCxnSpPr/>
          <p:nvPr/>
        </p:nvCxnSpPr>
        <p:spPr>
          <a:xfrm flipH="1" rot="10800000">
            <a:off x="1428650" y="3287625"/>
            <a:ext cx="1288500" cy="8316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65"/>
          <p:cNvCxnSpPr>
            <a:stCxn id="521" idx="0"/>
          </p:cNvCxnSpPr>
          <p:nvPr/>
        </p:nvCxnSpPr>
        <p:spPr>
          <a:xfrm flipH="1" rot="10800000">
            <a:off x="2726250" y="2324772"/>
            <a:ext cx="15300" cy="7602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65"/>
          <p:cNvCxnSpPr/>
          <p:nvPr/>
        </p:nvCxnSpPr>
        <p:spPr>
          <a:xfrm>
            <a:off x="3865675" y="2352700"/>
            <a:ext cx="1221000" cy="8310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65"/>
          <p:cNvCxnSpPr/>
          <p:nvPr/>
        </p:nvCxnSpPr>
        <p:spPr>
          <a:xfrm flipH="1" rot="10800000">
            <a:off x="3901432" y="1413175"/>
            <a:ext cx="1288500" cy="8316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65"/>
          <p:cNvCxnSpPr/>
          <p:nvPr/>
        </p:nvCxnSpPr>
        <p:spPr>
          <a:xfrm flipH="1" rot="10800000">
            <a:off x="4154025" y="2344977"/>
            <a:ext cx="1127400" cy="177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65"/>
          <p:cNvCxnSpPr/>
          <p:nvPr/>
        </p:nvCxnSpPr>
        <p:spPr>
          <a:xfrm flipH="1" rot="10800000">
            <a:off x="2758275" y="2352700"/>
            <a:ext cx="1127400" cy="177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65"/>
          <p:cNvCxnSpPr/>
          <p:nvPr/>
        </p:nvCxnSpPr>
        <p:spPr>
          <a:xfrm flipH="1" rot="10800000">
            <a:off x="1509200" y="2370400"/>
            <a:ext cx="1127400" cy="177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6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5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5"/>
          <p:cNvSpPr txBox="1"/>
          <p:nvPr>
            <p:ph idx="4294967295" type="title"/>
          </p:nvPr>
        </p:nvSpPr>
        <p:spPr>
          <a:xfrm>
            <a:off x="284700" y="474750"/>
            <a:ext cx="5673600" cy="7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 Diagram</a:t>
            </a:r>
            <a:endParaRPr/>
          </a:p>
        </p:txBody>
      </p:sp>
      <p:sp>
        <p:nvSpPr>
          <p:cNvPr id="530" name="Google Shape;530;p65"/>
          <p:cNvSpPr txBox="1"/>
          <p:nvPr>
            <p:ph idx="4294967295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IES DH</a:t>
            </a:r>
            <a:endParaRPr/>
          </a:p>
        </p:txBody>
      </p:sp>
      <p:sp>
        <p:nvSpPr>
          <p:cNvPr id="531" name="Google Shape;531;p65"/>
          <p:cNvSpPr txBox="1"/>
          <p:nvPr>
            <p:ph idx="429496729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11/02/2025</a:t>
            </a:r>
            <a:endParaRPr/>
          </a:p>
        </p:txBody>
      </p:sp>
      <p:grpSp>
        <p:nvGrpSpPr>
          <p:cNvPr id="532" name="Google Shape;532;p65"/>
          <p:cNvGrpSpPr/>
          <p:nvPr/>
        </p:nvGrpSpPr>
        <p:grpSpPr>
          <a:xfrm>
            <a:off x="3487025" y="2155484"/>
            <a:ext cx="712375" cy="850226"/>
            <a:chOff x="3487025" y="2155484"/>
            <a:chExt cx="712375" cy="850226"/>
          </a:xfrm>
        </p:grpSpPr>
        <p:pic>
          <p:nvPicPr>
            <p:cNvPr descr="SMALL IMAGE (PNG)Public Domain" id="533" name="Google Shape;533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87025" y="2155484"/>
              <a:ext cx="712375" cy="474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65"/>
            <p:cNvSpPr txBox="1"/>
            <p:nvPr/>
          </p:nvSpPr>
          <p:spPr>
            <a:xfrm>
              <a:off x="3532400" y="2513110"/>
              <a:ext cx="62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R1-ubuntu</a:t>
              </a:r>
              <a:endPara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35" name="Google Shape;535;p65"/>
          <p:cNvGrpSpPr/>
          <p:nvPr/>
        </p:nvGrpSpPr>
        <p:grpSpPr>
          <a:xfrm>
            <a:off x="2339688" y="2116906"/>
            <a:ext cx="773100" cy="734907"/>
            <a:chOff x="2267238" y="2116893"/>
            <a:chExt cx="773100" cy="734907"/>
          </a:xfrm>
        </p:grpSpPr>
        <p:pic>
          <p:nvPicPr>
            <p:cNvPr id="536" name="Google Shape;536;p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97600" y="2116893"/>
              <a:ext cx="712375" cy="552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65"/>
            <p:cNvSpPr txBox="1"/>
            <p:nvPr/>
          </p:nvSpPr>
          <p:spPr>
            <a:xfrm>
              <a:off x="2267238" y="2513100"/>
              <a:ext cx="773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vmbr207</a:t>
              </a:r>
              <a:endPara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38" name="Google Shape;538;p65"/>
          <p:cNvGrpSpPr/>
          <p:nvPr/>
        </p:nvGrpSpPr>
        <p:grpSpPr>
          <a:xfrm>
            <a:off x="1153563" y="1992215"/>
            <a:ext cx="621613" cy="984273"/>
            <a:chOff x="1066788" y="1867527"/>
            <a:chExt cx="621613" cy="984273"/>
          </a:xfrm>
        </p:grpSpPr>
        <p:pic>
          <p:nvPicPr>
            <p:cNvPr id="539" name="Google Shape;539;p6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66800" y="1867527"/>
              <a:ext cx="621600" cy="7628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65"/>
            <p:cNvSpPr txBox="1"/>
            <p:nvPr/>
          </p:nvSpPr>
          <p:spPr>
            <a:xfrm>
              <a:off x="1066788" y="2513100"/>
              <a:ext cx="62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FOG</a:t>
              </a:r>
              <a:endPara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41" name="Google Shape;541;p65"/>
          <p:cNvGrpSpPr/>
          <p:nvPr/>
        </p:nvGrpSpPr>
        <p:grpSpPr>
          <a:xfrm>
            <a:off x="4824438" y="1224418"/>
            <a:ext cx="773100" cy="734907"/>
            <a:chOff x="2267238" y="2116893"/>
            <a:chExt cx="773100" cy="734907"/>
          </a:xfrm>
        </p:grpSpPr>
        <p:pic>
          <p:nvPicPr>
            <p:cNvPr id="542" name="Google Shape;542;p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97600" y="2116893"/>
              <a:ext cx="712375" cy="552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65"/>
            <p:cNvSpPr txBox="1"/>
            <p:nvPr/>
          </p:nvSpPr>
          <p:spPr>
            <a:xfrm>
              <a:off x="2267238" y="2513100"/>
              <a:ext cx="773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vmbr217</a:t>
              </a:r>
              <a:endPara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44" name="Google Shape;544;p65"/>
          <p:cNvGrpSpPr/>
          <p:nvPr/>
        </p:nvGrpSpPr>
        <p:grpSpPr>
          <a:xfrm>
            <a:off x="4868763" y="2100456"/>
            <a:ext cx="773100" cy="734907"/>
            <a:chOff x="2267238" y="2116893"/>
            <a:chExt cx="773100" cy="734907"/>
          </a:xfrm>
        </p:grpSpPr>
        <p:pic>
          <p:nvPicPr>
            <p:cNvPr id="545" name="Google Shape;545;p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97600" y="2116893"/>
              <a:ext cx="712375" cy="552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6" name="Google Shape;546;p65"/>
            <p:cNvSpPr txBox="1"/>
            <p:nvPr/>
          </p:nvSpPr>
          <p:spPr>
            <a:xfrm>
              <a:off x="2267238" y="2513100"/>
              <a:ext cx="773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vmbr227</a:t>
              </a:r>
              <a:endPara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47" name="Google Shape;547;p65"/>
          <p:cNvGrpSpPr/>
          <p:nvPr/>
        </p:nvGrpSpPr>
        <p:grpSpPr>
          <a:xfrm>
            <a:off x="4959313" y="2976493"/>
            <a:ext cx="773100" cy="734907"/>
            <a:chOff x="2267238" y="2116893"/>
            <a:chExt cx="773100" cy="734907"/>
          </a:xfrm>
        </p:grpSpPr>
        <p:pic>
          <p:nvPicPr>
            <p:cNvPr id="548" name="Google Shape;548;p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97600" y="2116893"/>
              <a:ext cx="712375" cy="552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9" name="Google Shape;549;p65"/>
            <p:cNvSpPr txBox="1"/>
            <p:nvPr/>
          </p:nvSpPr>
          <p:spPr>
            <a:xfrm>
              <a:off x="2267238" y="2513100"/>
              <a:ext cx="773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vmbr237</a:t>
              </a:r>
              <a:endPara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50" name="Google Shape;550;p65"/>
          <p:cNvGrpSpPr/>
          <p:nvPr/>
        </p:nvGrpSpPr>
        <p:grpSpPr>
          <a:xfrm>
            <a:off x="6056637" y="1224450"/>
            <a:ext cx="431575" cy="2273225"/>
            <a:chOff x="6056637" y="1224450"/>
            <a:chExt cx="431575" cy="2273225"/>
          </a:xfrm>
        </p:grpSpPr>
        <p:pic>
          <p:nvPicPr>
            <p:cNvPr id="551" name="Google Shape;551;p6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56637" y="1224450"/>
              <a:ext cx="431575" cy="43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6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56637" y="2145275"/>
              <a:ext cx="431575" cy="43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3" name="Google Shape;553;p6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56637" y="3066100"/>
              <a:ext cx="431575" cy="431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4" name="Google Shape;554;p65"/>
          <p:cNvGrpSpPr/>
          <p:nvPr/>
        </p:nvGrpSpPr>
        <p:grpSpPr>
          <a:xfrm>
            <a:off x="6209037" y="1376850"/>
            <a:ext cx="431575" cy="2273225"/>
            <a:chOff x="6056637" y="1224450"/>
            <a:chExt cx="431575" cy="2273225"/>
          </a:xfrm>
        </p:grpSpPr>
        <p:pic>
          <p:nvPicPr>
            <p:cNvPr id="555" name="Google Shape;555;p6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56637" y="1224450"/>
              <a:ext cx="431575" cy="43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p6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56637" y="2145275"/>
              <a:ext cx="431575" cy="43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6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056637" y="3066100"/>
              <a:ext cx="431575" cy="431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8" name="Google Shape;558;p65"/>
          <p:cNvGrpSpPr/>
          <p:nvPr/>
        </p:nvGrpSpPr>
        <p:grpSpPr>
          <a:xfrm>
            <a:off x="2370063" y="3084972"/>
            <a:ext cx="712375" cy="850226"/>
            <a:chOff x="3487025" y="2155484"/>
            <a:chExt cx="712375" cy="850226"/>
          </a:xfrm>
        </p:grpSpPr>
        <p:pic>
          <p:nvPicPr>
            <p:cNvPr descr="SMALL IMAGE (PNG)Public Domain" id="521" name="Google Shape;521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87025" y="2155484"/>
              <a:ext cx="712375" cy="474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65"/>
            <p:cNvSpPr txBox="1"/>
            <p:nvPr/>
          </p:nvSpPr>
          <p:spPr>
            <a:xfrm>
              <a:off x="3532400" y="2513110"/>
              <a:ext cx="62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PROXMOX01</a:t>
              </a:r>
              <a:endPara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pic>
        <p:nvPicPr>
          <p:cNvPr descr="SMALL IMAGE (PNG)Public Domain" id="560" name="Google Shape;560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1125" y="3650078"/>
            <a:ext cx="1055045" cy="6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5"/>
          <p:cNvSpPr txBox="1"/>
          <p:nvPr/>
        </p:nvSpPr>
        <p:spPr>
          <a:xfrm>
            <a:off x="956053" y="4229219"/>
            <a:ext cx="1055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INTERNET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2" name="Google Shape;562;p65"/>
          <p:cNvSpPr txBox="1"/>
          <p:nvPr/>
        </p:nvSpPr>
        <p:spPr>
          <a:xfrm>
            <a:off x="4035227" y="1750050"/>
            <a:ext cx="266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.1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3" name="Google Shape;563;p65"/>
          <p:cNvSpPr txBox="1"/>
          <p:nvPr/>
        </p:nvSpPr>
        <p:spPr>
          <a:xfrm>
            <a:off x="2726252" y="2835375"/>
            <a:ext cx="266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.1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4" name="Google Shape;564;p65"/>
          <p:cNvSpPr txBox="1"/>
          <p:nvPr/>
        </p:nvSpPr>
        <p:spPr>
          <a:xfrm>
            <a:off x="4244027" y="2100450"/>
            <a:ext cx="266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.1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5" name="Google Shape;565;p65"/>
          <p:cNvSpPr txBox="1"/>
          <p:nvPr/>
        </p:nvSpPr>
        <p:spPr>
          <a:xfrm>
            <a:off x="4177196" y="2396550"/>
            <a:ext cx="266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.1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6" name="Google Shape;566;p65"/>
          <p:cNvSpPr txBox="1"/>
          <p:nvPr/>
        </p:nvSpPr>
        <p:spPr>
          <a:xfrm>
            <a:off x="2312073" y="1894369"/>
            <a:ext cx="1055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10.2.7.0/24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7" name="Google Shape;567;p65"/>
          <p:cNvSpPr txBox="1"/>
          <p:nvPr/>
        </p:nvSpPr>
        <p:spPr>
          <a:xfrm>
            <a:off x="4790596" y="1748794"/>
            <a:ext cx="1055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172.18.10.0</a:t>
            </a: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/24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8" name="Google Shape;568;p65"/>
          <p:cNvSpPr txBox="1"/>
          <p:nvPr/>
        </p:nvSpPr>
        <p:spPr>
          <a:xfrm>
            <a:off x="4821939" y="2608440"/>
            <a:ext cx="1055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172.18.20.0/24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9" name="Google Shape;569;p65"/>
          <p:cNvSpPr txBox="1"/>
          <p:nvPr/>
        </p:nvSpPr>
        <p:spPr>
          <a:xfrm>
            <a:off x="4899169" y="3499835"/>
            <a:ext cx="1055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172.18.30.0/24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0" name="Google Shape;570;p65"/>
          <p:cNvSpPr txBox="1"/>
          <p:nvPr/>
        </p:nvSpPr>
        <p:spPr>
          <a:xfrm>
            <a:off x="3318464" y="2084901"/>
            <a:ext cx="3267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.3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1" name="Google Shape;571;p65"/>
          <p:cNvSpPr txBox="1"/>
          <p:nvPr/>
        </p:nvSpPr>
        <p:spPr>
          <a:xfrm>
            <a:off x="3537125" y="4147225"/>
            <a:ext cx="444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R1 será DHCP Relay para las LANs de la derecha. CT R1-ubuntu en tu pool.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2" name="Google Shape;572;p65"/>
          <p:cNvSpPr txBox="1"/>
          <p:nvPr/>
        </p:nvSpPr>
        <p:spPr>
          <a:xfrm>
            <a:off x="1062323" y="2843894"/>
            <a:ext cx="1055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10.2.7.5/24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6"/>
          <p:cNvSpPr/>
          <p:nvPr/>
        </p:nvSpPr>
        <p:spPr>
          <a:xfrm>
            <a:off x="284700" y="3703425"/>
            <a:ext cx="4227300" cy="9651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8" name="Google Shape;578;p66"/>
          <p:cNvSpPr txBox="1"/>
          <p:nvPr>
            <p:ph type="title"/>
          </p:nvPr>
        </p:nvSpPr>
        <p:spPr>
          <a:xfrm>
            <a:off x="291800" y="465200"/>
            <a:ext cx="56664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79" name="Google Shape;579;p66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2"/>
                </a:highlight>
              </a:rPr>
              <a:t>Questions?</a:t>
            </a:r>
            <a:r>
              <a:rPr lang="en"/>
              <a:t>  Contact</a:t>
            </a:r>
            <a:endParaRPr/>
          </a:p>
        </p:txBody>
      </p:sp>
      <p:sp>
        <p:nvSpPr>
          <p:cNvPr id="580" name="Google Shape;580;p66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diego.j.fdez</a:t>
            </a:r>
            <a:r>
              <a:rPr lang="en"/>
              <a:t>@institutodh.net</a:t>
            </a:r>
            <a:endParaRPr/>
          </a:p>
        </p:txBody>
      </p:sp>
      <p:pic>
        <p:nvPicPr>
          <p:cNvPr id="581" name="Google Shape;58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75" y="3793425"/>
            <a:ext cx="785100" cy="7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