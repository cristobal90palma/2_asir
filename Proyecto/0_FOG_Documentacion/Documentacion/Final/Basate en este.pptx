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2EFBDC-9B39-490D-997A-54798C8AD354}">
  <a:tblStyle styleId="{042EFBDC-9B39-490D-997A-54798C8AD3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58102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FOG</a:t>
            </a: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724025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Implantación de Servidor PXE para Despliegue Masivo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615505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Cristóbal Suárez Abad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255466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Proyecto Final de Ciclo - 2º ASIR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05062"/>
            <a:ext cx="34861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05062"/>
            <a:ext cx="34861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05062"/>
            <a:ext cx="348615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37661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Situación Actual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843337"/>
            <a:ext cx="29146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de Clonezilla Server con baja tolerancia a fallos y gestión manual laboriosa en cada aula del instituto.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38675" y="337661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Puntos Críticos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38675" y="3843337"/>
            <a:ext cx="29146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Saturación de red, incompatibilidad de tamaños de disco e ineficiencia en redes segmentadas (VLANs).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10575" y="337661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Necesidad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10575" y="3843337"/>
            <a:ext cx="29146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Una solución centralizada, escalable y automatizada para gestionar el ciclo de vida de los equipos.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75748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71525" y="581025"/>
            <a:ext cx="54006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Contexto 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Problemática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76475"/>
            <a:ext cx="52292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86000"/>
            <a:ext cx="1362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343025" y="242887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Centralización: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Gestión de todo el parque desde un único panel web.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343025" y="3200400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Despliegue Masivo: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Uso de Multicast para clonar aulas completas.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343025" y="397192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Redes Segmentadas: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Superar barreras PXE entre VLANs.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343025" y="4743450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Zero-Touch: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Automatización total mediante scripts y Snapins.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66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2385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010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7815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581025"/>
            <a:ext cx="485060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Objetivos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Estratégicos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581025"/>
            <a:ext cx="499062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de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1704975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R1-Ubuntu: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Actúa como nodo de gestión centralizado y DHCP Relay.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2619375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Segmentación: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Interconexión entre red de gestión (10.2.7.0) y aulas (172.18.x.0) mediante bridges en Proxmox.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3533775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Enrutamiento: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Configuración de rutas estáticas y filtrado de paquetes para asegurar la fluidez del tráfico PXE.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66775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OS &amp; Core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3976687"/>
            <a:ext cx="29146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Ubuntu Server 24.04 LTS / FOG Project v1.5.10 (Stable).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38675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Infraestructura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38675" y="3976687"/>
            <a:ext cx="2914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Virtualización sobre Proxmox VE con almacenamiento LVM escalable.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10575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Red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410575" y="3976687"/>
            <a:ext cx="2914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MikroTik (DHCP/WOL) e ISC-DHCP-Relay para redes segmentadas.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908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8908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71525" y="581025"/>
            <a:ext cx="398049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Stack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Tecnológico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2700"/>
            <a:ext cx="522922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562225"/>
            <a:ext cx="11334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381750" y="255270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Soluciones Aplicadas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143750" y="292417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DHCP Relay: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Reenvío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peticiones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broadcast entre VLANs.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7143750" y="3695700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DNSMASQ: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ProxyDHCP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coexistencia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servidores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DHCP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existentes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7143750" y="446722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Dual Boot: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Soporte para Legacy BIOS (kpxe) y UEFI (efi).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29622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3733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0" y="45053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71525" y="581025"/>
            <a:ext cx="546068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Reto del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Arranque PXE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24137"/>
            <a:ext cx="52292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24137"/>
            <a:ext cx="52292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81025" y="4710112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Capture Task -&gt; iPXE -&gt; Partclone -&gt; NFS Storage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2947987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Preparación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3414712"/>
            <a:ext cx="46577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de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Sysprep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 modo auditoría para generalizar el sistema operativo y eliminar SIDs únicos.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67500" y="2947987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Optimización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67500" y="3414712"/>
            <a:ext cx="46577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Configuración "Single Disk - Resizable" para permitir el despliegue en discos de menor tamaño al original.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71525" y="581025"/>
            <a:ext cx="483060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Captura de la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Imagen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81025" y="433387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"El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Multicast (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UDPcast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reduce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consumo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red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90% al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enviar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sola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vez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todo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grupo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."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771525" y="581025"/>
            <a:ext cx="666083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Eficiencia: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Unicast vs Multicast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538412"/>
            <a:ext cx="34861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93908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Postdownload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66775" y="3976687"/>
            <a:ext cx="2914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Inyección de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unattend.xml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 personalización de Hostname antes del primer arranque.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565808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Snapins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38675" y="3976687"/>
            <a:ext cx="2914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Instalación silenciosa de software (Chrome, VLC, Office) mediante el FOG Client.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337708" y="35099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Wake-on-LAN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410575" y="3976687"/>
            <a:ext cx="2914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Encendido remoto automatizado mediante scripts en MikroTik y Jump Boxes.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1225" y="28908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71525" y="581025"/>
            <a:ext cx="606075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Automatización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Zero-Touch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47975"/>
            <a:ext cx="52292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81025" y="3038475"/>
            <a:ext cx="5229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Stack: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Prometheus + Grafana + Node Exporter.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81025" y="3495675"/>
            <a:ext cx="5229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Alertas: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Notificaciones en tiempo real vía Telegram ante caídas de servicios críticos (MySQL, Apache, Multicast).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81025" y="4219575"/>
            <a:ext cx="5229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Seguridad: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Firewall UFW restrictivo y autenticación SSH mediante llaves Ed25519.</a:t>
            </a:r>
            <a:endParaRPr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857500"/>
            <a:ext cx="904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71525" y="581025"/>
            <a:ext cx="539067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Monitorización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Proactiva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23"/>
          <p:cNvGraphicFramePr/>
          <p:nvPr/>
        </p:nvGraphicFramePr>
        <p:xfrm>
          <a:off x="581025" y="2624137"/>
          <a:ext cx="11029950" cy="2543125"/>
        </p:xfrm>
        <a:graphic>
          <a:graphicData uri="http://schemas.openxmlformats.org/drawingml/2006/table">
            <a:tbl>
              <a:tblPr firstRow="1" bandRow="1">
                <a:noFill/>
                <a:tableStyleId>{042EFBDC-9B39-490D-997A-54798C8AD354}</a:tableStyleId>
              </a:tblPr>
              <a:tblGrid>
                <a:gridCol w="53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Pruebas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Arranque PXE (Legacy/UEFI)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PR-PXE-001/002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Red Segmentada (Relay)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PR-RED-001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Despliegue Multicast Externo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PR-DES-006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Automatización Snapins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PR-AUT-004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Google Shape;231;p23"/>
          <p:cNvSpPr/>
          <p:nvPr/>
        </p:nvSpPr>
        <p:spPr>
          <a:xfrm>
            <a:off x="581025" y="3724275"/>
            <a:ext cx="53003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881389" y="3724275"/>
            <a:ext cx="33690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9250412" y="3724275"/>
            <a:ext cx="2360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81025" y="4200525"/>
            <a:ext cx="53003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881389" y="4200525"/>
            <a:ext cx="33690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9250412" y="4200525"/>
            <a:ext cx="2360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81025" y="4676775"/>
            <a:ext cx="53003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81389" y="4676775"/>
            <a:ext cx="33690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250412" y="4676775"/>
            <a:ext cx="2360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81025" y="5153025"/>
            <a:ext cx="53003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881389" y="5153025"/>
            <a:ext cx="33690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9250412" y="5153025"/>
            <a:ext cx="2360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71525" y="581025"/>
            <a:ext cx="462057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Validación 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Pruebas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305276" y="5810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81025" y="191452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81025" y="294322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Cristóbal Suárez Abad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81025" y="340042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cristobal@structuralproject.es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81025" y="2291804"/>
            <a:ext cx="1102995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3194446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81025" y="3965971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81025" y="318492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81025" y="318492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81025" y="395644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81025" y="395644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81025" y="472797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81025" y="472797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0163"/>
            <a:ext cx="10763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76400" y="2434679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https://png.pngtree.com/thumb_back/fw800/background/20251004/pngtree-high-tech-data-center-interior-featuring-multiple-server-racks-with-glowing-image_19750030.webp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76400" y="2828776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37321"/>
            <a:ext cx="15240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76400" y="3358306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https://cdn.processon.io/admin/knowledge/article_content_img/66e3db3e9a7db063b59a9130.png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76400" y="3579167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www.processon.io</a:t>
            </a:r>
            <a:endParaRPr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08846"/>
            <a:ext cx="10191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76400" y="4129831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https://codefresh.io/wp-content/uploads/2023/07/codefresh-cli.png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76400" y="4350692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codefresh.io</a:t>
            </a:r>
            <a:endParaRPr/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80371"/>
            <a:ext cx="19716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76400" y="4901356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https://cdn.comparitech.com/wp-content/uploads/2019/03/Zabbix-Network-Monitor.jpg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76400" y="5122217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www.comparitech.com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71525" y="581025"/>
            <a:ext cx="325040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Panorámica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JetBrains Mono</vt:lpstr>
      <vt:lpstr>Calibri</vt:lpstr>
      <vt:lpstr>Urbanist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Cristóbal Suárez Abad</cp:lastModifiedBy>
  <cp:revision>1</cp:revision>
  <dcterms:modified xsi:type="dcterms:W3CDTF">2026-05-11T17:20:35Z</dcterms:modified>
</cp:coreProperties>
</file>