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9144000"/>
  <p:notesSz cx="6858000" cy="9144000"/>
  <p:embeddedFontLst>
    <p:embeddedFont>
      <p:font typeface="Ubuntu"/>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Ubuntu-regular.fntdata"/><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Ubuntu-italic.fntdata"/><Relationship Id="rId25" Type="http://schemas.openxmlformats.org/officeDocument/2006/relationships/font" Target="fonts/Ubuntu-bold.fntdata"/><Relationship Id="rId27" Type="http://schemas.openxmlformats.org/officeDocument/2006/relationships/font" Target="fonts/Ubuntu-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 name="Google Shape;3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g137e7992d3_0_13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 name="Google Shape;40;g137e7992d3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g137e7992d3_0_2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 name="Google Shape;46;g137e7992d3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8fc671bbe_1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8fc671bb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8fc671bbe_1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8fc671bbe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8fc671bbe_1_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8fc671bbe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8fc671bbe_1_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8fc671bbe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8fc671bbe_1_3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8fc671bbe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8fc671bbe_1_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8fc671bbe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/etc/apache2/sites-enabled/000-default.conf es un enlace simbólico a /etc/apache2/sites-available/000-default.conf</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91f2ba64e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91f2ba64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90e592824_0_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90e59282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90e592824_0_3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90e59282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92b5fab52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92b5fab5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90e592824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90e5928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91f2ba64e_0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91f2ba64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928e3f928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928e3f9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92b5fab52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92b5fab5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92b5fab52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92b5fab5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05bf51904c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05bf5190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57200" y="142079"/>
            <a:ext cx="8229600" cy="10611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11" name="Google Shape;11;p2"/>
          <p:cNvSpPr txBox="1"/>
          <p:nvPr>
            <p:ph idx="1" type="subTitle"/>
          </p:nvPr>
        </p:nvSpPr>
        <p:spPr>
          <a:xfrm>
            <a:off x="457200" y="1907190"/>
            <a:ext cx="8229600" cy="1643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None/>
              <a:defRPr sz="2400">
                <a:solidFill>
                  <a:schemeClr val="dk2"/>
                </a:solidFill>
              </a:defRPr>
            </a:lvl1pPr>
            <a:lvl2pPr lvl="1">
              <a:spcBef>
                <a:spcPts val="0"/>
              </a:spcBef>
              <a:spcAft>
                <a:spcPts val="0"/>
              </a:spcAft>
              <a:buClr>
                <a:schemeClr val="dk2"/>
              </a:buClr>
              <a:buSzPts val="4800"/>
              <a:buNone/>
              <a:defRPr sz="4800">
                <a:solidFill>
                  <a:schemeClr val="dk2"/>
                </a:solidFill>
              </a:defRPr>
            </a:lvl2pPr>
            <a:lvl3pPr lvl="2">
              <a:spcBef>
                <a:spcPts val="0"/>
              </a:spcBef>
              <a:spcAft>
                <a:spcPts val="0"/>
              </a:spcAft>
              <a:buClr>
                <a:schemeClr val="dk2"/>
              </a:buClr>
              <a:buSzPts val="4800"/>
              <a:buNone/>
              <a:defRPr sz="4800">
                <a:solidFill>
                  <a:schemeClr val="dk2"/>
                </a:solidFill>
              </a:defRPr>
            </a:lvl3pPr>
            <a:lvl4pPr lvl="3">
              <a:spcBef>
                <a:spcPts val="0"/>
              </a:spcBef>
              <a:spcAft>
                <a:spcPts val="0"/>
              </a:spcAft>
              <a:buClr>
                <a:schemeClr val="dk2"/>
              </a:buClr>
              <a:buSzPts val="4800"/>
              <a:buNone/>
              <a:defRPr sz="4800">
                <a:solidFill>
                  <a:schemeClr val="dk2"/>
                </a:solidFill>
              </a:defRPr>
            </a:lvl4pPr>
            <a:lvl5pPr lvl="4">
              <a:spcBef>
                <a:spcPts val="0"/>
              </a:spcBef>
              <a:spcAft>
                <a:spcPts val="0"/>
              </a:spcAft>
              <a:buClr>
                <a:schemeClr val="dk2"/>
              </a:buClr>
              <a:buSzPts val="4800"/>
              <a:buNone/>
              <a:defRPr sz="4800">
                <a:solidFill>
                  <a:schemeClr val="dk2"/>
                </a:solidFill>
              </a:defRPr>
            </a:lvl5pPr>
            <a:lvl6pPr lvl="5">
              <a:spcBef>
                <a:spcPts val="0"/>
              </a:spcBef>
              <a:spcAft>
                <a:spcPts val="0"/>
              </a:spcAft>
              <a:buClr>
                <a:schemeClr val="dk2"/>
              </a:buClr>
              <a:buSzPts val="4800"/>
              <a:buNone/>
              <a:defRPr sz="4800">
                <a:solidFill>
                  <a:schemeClr val="dk2"/>
                </a:solidFill>
              </a:defRPr>
            </a:lvl6pPr>
            <a:lvl7pPr lvl="6">
              <a:spcBef>
                <a:spcPts val="0"/>
              </a:spcBef>
              <a:spcAft>
                <a:spcPts val="0"/>
              </a:spcAft>
              <a:buClr>
                <a:schemeClr val="dk2"/>
              </a:buClr>
              <a:buSzPts val="4800"/>
              <a:buNone/>
              <a:defRPr sz="4800">
                <a:solidFill>
                  <a:schemeClr val="dk2"/>
                </a:solidFill>
              </a:defRPr>
            </a:lvl7pPr>
            <a:lvl8pPr lvl="7">
              <a:spcBef>
                <a:spcPts val="0"/>
              </a:spcBef>
              <a:spcAft>
                <a:spcPts val="0"/>
              </a:spcAft>
              <a:buClr>
                <a:schemeClr val="dk2"/>
              </a:buClr>
              <a:buSzPts val="4800"/>
              <a:buNone/>
              <a:defRPr sz="4800">
                <a:solidFill>
                  <a:schemeClr val="dk2"/>
                </a:solidFill>
              </a:defRPr>
            </a:lvl8pPr>
            <a:lvl9pPr lvl="8">
              <a:spcBef>
                <a:spcPts val="0"/>
              </a:spcBef>
              <a:spcAft>
                <a:spcPts val="0"/>
              </a:spcAft>
              <a:buClr>
                <a:schemeClr val="dk2"/>
              </a:buClr>
              <a:buSzPts val="4800"/>
              <a:buNone/>
              <a:defRPr sz="4800">
                <a:solidFill>
                  <a:schemeClr val="dk2"/>
                </a:solidFill>
              </a:defRPr>
            </a:lvl9pPr>
          </a:lstStyle>
          <a:p/>
        </p:txBody>
      </p:sp>
      <p:cxnSp>
        <p:nvCxnSpPr>
          <p:cNvPr id="12" name="Google Shape;12;p2"/>
          <p:cNvCxnSpPr/>
          <p:nvPr/>
        </p:nvCxnSpPr>
        <p:spPr>
          <a:xfrm>
            <a:off x="457200" y="91440"/>
            <a:ext cx="8229600" cy="0"/>
          </a:xfrm>
          <a:prstGeom prst="straightConnector1">
            <a:avLst/>
          </a:prstGeom>
          <a:noFill/>
          <a:ln cap="flat" cmpd="sng" w="57150">
            <a:solidFill>
              <a:schemeClr val="accent1"/>
            </a:solidFill>
            <a:prstDash val="solid"/>
            <a:round/>
            <a:headEnd len="sm" w="sm" type="none"/>
            <a:tailEnd len="sm" w="sm" type="none"/>
          </a:ln>
        </p:spPr>
      </p:cxnSp>
      <p:cxnSp>
        <p:nvCxnSpPr>
          <p:cNvPr id="13" name="Google Shape;13;p2"/>
          <p:cNvCxnSpPr/>
          <p:nvPr/>
        </p:nvCxnSpPr>
        <p:spPr>
          <a:xfrm>
            <a:off x="457200" y="1339310"/>
            <a:ext cx="8229600" cy="0"/>
          </a:xfrm>
          <a:prstGeom prst="straightConnector1">
            <a:avLst/>
          </a:prstGeom>
          <a:noFill/>
          <a:ln cap="flat" cmpd="sng" w="57150">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
          <p:cNvSpPr txBox="1"/>
          <p:nvPr>
            <p:ph type="title"/>
          </p:nvPr>
        </p:nvSpPr>
        <p:spPr>
          <a:xfrm>
            <a:off x="457200" y="-106362"/>
            <a:ext cx="8229600" cy="11433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solidFill>
                  <a:srgbClr val="DA0002"/>
                </a:solidFill>
              </a:defRPr>
            </a:lvl1pPr>
            <a:lvl2pPr lvl="1">
              <a:spcBef>
                <a:spcPts val="0"/>
              </a:spcBef>
              <a:spcAft>
                <a:spcPts val="0"/>
              </a:spcAft>
              <a:buSzPts val="3600"/>
              <a:buNone/>
              <a:defRPr>
                <a:solidFill>
                  <a:srgbClr val="DA0002"/>
                </a:solidFill>
              </a:defRPr>
            </a:lvl2pPr>
            <a:lvl3pPr lvl="2">
              <a:spcBef>
                <a:spcPts val="0"/>
              </a:spcBef>
              <a:spcAft>
                <a:spcPts val="0"/>
              </a:spcAft>
              <a:buSzPts val="3600"/>
              <a:buNone/>
              <a:defRPr>
                <a:solidFill>
                  <a:srgbClr val="DA0002"/>
                </a:solidFill>
              </a:defRPr>
            </a:lvl3pPr>
            <a:lvl4pPr lvl="3">
              <a:spcBef>
                <a:spcPts val="0"/>
              </a:spcBef>
              <a:spcAft>
                <a:spcPts val="0"/>
              </a:spcAft>
              <a:buSzPts val="3600"/>
              <a:buNone/>
              <a:defRPr>
                <a:solidFill>
                  <a:srgbClr val="DA0002"/>
                </a:solidFill>
              </a:defRPr>
            </a:lvl4pPr>
            <a:lvl5pPr lvl="4">
              <a:spcBef>
                <a:spcPts val="0"/>
              </a:spcBef>
              <a:spcAft>
                <a:spcPts val="0"/>
              </a:spcAft>
              <a:buSzPts val="3600"/>
              <a:buNone/>
              <a:defRPr>
                <a:solidFill>
                  <a:srgbClr val="DA0002"/>
                </a:solidFill>
              </a:defRPr>
            </a:lvl5pPr>
            <a:lvl6pPr lvl="5">
              <a:spcBef>
                <a:spcPts val="0"/>
              </a:spcBef>
              <a:spcAft>
                <a:spcPts val="0"/>
              </a:spcAft>
              <a:buSzPts val="3600"/>
              <a:buNone/>
              <a:defRPr>
                <a:solidFill>
                  <a:srgbClr val="DA0002"/>
                </a:solidFill>
              </a:defRPr>
            </a:lvl6pPr>
            <a:lvl7pPr lvl="6">
              <a:spcBef>
                <a:spcPts val="0"/>
              </a:spcBef>
              <a:spcAft>
                <a:spcPts val="0"/>
              </a:spcAft>
              <a:buSzPts val="3600"/>
              <a:buNone/>
              <a:defRPr>
                <a:solidFill>
                  <a:srgbClr val="DA0002"/>
                </a:solidFill>
              </a:defRPr>
            </a:lvl7pPr>
            <a:lvl8pPr lvl="7">
              <a:spcBef>
                <a:spcPts val="0"/>
              </a:spcBef>
              <a:spcAft>
                <a:spcPts val="0"/>
              </a:spcAft>
              <a:buSzPts val="3600"/>
              <a:buNone/>
              <a:defRPr>
                <a:solidFill>
                  <a:srgbClr val="DA0002"/>
                </a:solidFill>
              </a:defRPr>
            </a:lvl8pPr>
            <a:lvl9pPr lvl="8">
              <a:spcBef>
                <a:spcPts val="0"/>
              </a:spcBef>
              <a:spcAft>
                <a:spcPts val="0"/>
              </a:spcAft>
              <a:buSzPts val="3600"/>
              <a:buNone/>
              <a:defRPr>
                <a:solidFill>
                  <a:srgbClr val="DA0002"/>
                </a:solidFill>
              </a:defRPr>
            </a:lvl9pPr>
          </a:lstStyle>
          <a:p/>
        </p:txBody>
      </p:sp>
      <p:sp>
        <p:nvSpPr>
          <p:cNvPr id="16" name="Google Shape;16;p3"/>
          <p:cNvSpPr txBox="1"/>
          <p:nvPr>
            <p:ph idx="1" type="body"/>
          </p:nvPr>
        </p:nvSpPr>
        <p:spPr>
          <a:xfrm>
            <a:off x="457200" y="1066150"/>
            <a:ext cx="8229600" cy="5508000"/>
          </a:xfrm>
          <a:prstGeom prst="rect">
            <a:avLst/>
          </a:prstGeom>
        </p:spPr>
        <p:txBody>
          <a:bodyPr anchorCtr="0" anchor="t" bIns="91425" lIns="91425" spcFirstLastPara="1" rIns="91425" wrap="square" tIns="91425">
            <a:noAutofit/>
          </a:bodyPr>
          <a:lstStyle>
            <a:lvl1pPr indent="-330200" lvl="0" marL="457200">
              <a:spcBef>
                <a:spcPts val="600"/>
              </a:spcBef>
              <a:spcAft>
                <a:spcPts val="0"/>
              </a:spcAft>
              <a:buSzPts val="1600"/>
              <a:buChar char="●"/>
              <a:defRPr sz="16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1150" lvl="3" marL="1828800">
              <a:spcBef>
                <a:spcPts val="0"/>
              </a:spcBef>
              <a:spcAft>
                <a:spcPts val="0"/>
              </a:spcAft>
              <a:buSzPts val="1300"/>
              <a:buChar char="●"/>
              <a:defRPr sz="13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cxnSp>
        <p:nvCxnSpPr>
          <p:cNvPr id="17" name="Google Shape;17;p3"/>
          <p:cNvCxnSpPr/>
          <p:nvPr/>
        </p:nvCxnSpPr>
        <p:spPr>
          <a:xfrm>
            <a:off x="457200" y="990600"/>
            <a:ext cx="8229600" cy="0"/>
          </a:xfrm>
          <a:prstGeom prst="straightConnector1">
            <a:avLst/>
          </a:prstGeom>
          <a:noFill/>
          <a:ln cap="flat" cmpd="sng" w="50800">
            <a:solidFill>
              <a:srgbClr val="DA0002"/>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4"/>
          <p:cNvSpPr txBox="1"/>
          <p:nvPr>
            <p:ph type="title"/>
          </p:nvPr>
        </p:nvSpPr>
        <p:spPr>
          <a:xfrm>
            <a:off x="457200" y="-30162"/>
            <a:ext cx="8229600" cy="11433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solidFill>
                  <a:srgbClr val="DA0002"/>
                </a:solidFill>
              </a:defRPr>
            </a:lvl1pPr>
            <a:lvl2pPr lvl="1">
              <a:spcBef>
                <a:spcPts val="0"/>
              </a:spcBef>
              <a:spcAft>
                <a:spcPts val="0"/>
              </a:spcAft>
              <a:buSzPts val="3600"/>
              <a:buNone/>
              <a:defRPr>
                <a:solidFill>
                  <a:srgbClr val="DA0002"/>
                </a:solidFill>
              </a:defRPr>
            </a:lvl2pPr>
            <a:lvl3pPr lvl="2">
              <a:spcBef>
                <a:spcPts val="0"/>
              </a:spcBef>
              <a:spcAft>
                <a:spcPts val="0"/>
              </a:spcAft>
              <a:buSzPts val="3600"/>
              <a:buNone/>
              <a:defRPr>
                <a:solidFill>
                  <a:srgbClr val="DA0002"/>
                </a:solidFill>
              </a:defRPr>
            </a:lvl3pPr>
            <a:lvl4pPr lvl="3">
              <a:spcBef>
                <a:spcPts val="0"/>
              </a:spcBef>
              <a:spcAft>
                <a:spcPts val="0"/>
              </a:spcAft>
              <a:buSzPts val="3600"/>
              <a:buNone/>
              <a:defRPr>
                <a:solidFill>
                  <a:srgbClr val="DA0002"/>
                </a:solidFill>
              </a:defRPr>
            </a:lvl4pPr>
            <a:lvl5pPr lvl="4">
              <a:spcBef>
                <a:spcPts val="0"/>
              </a:spcBef>
              <a:spcAft>
                <a:spcPts val="0"/>
              </a:spcAft>
              <a:buSzPts val="3600"/>
              <a:buNone/>
              <a:defRPr>
                <a:solidFill>
                  <a:srgbClr val="DA0002"/>
                </a:solidFill>
              </a:defRPr>
            </a:lvl5pPr>
            <a:lvl6pPr lvl="5">
              <a:spcBef>
                <a:spcPts val="0"/>
              </a:spcBef>
              <a:spcAft>
                <a:spcPts val="0"/>
              </a:spcAft>
              <a:buSzPts val="3600"/>
              <a:buNone/>
              <a:defRPr>
                <a:solidFill>
                  <a:srgbClr val="DA0002"/>
                </a:solidFill>
              </a:defRPr>
            </a:lvl6pPr>
            <a:lvl7pPr lvl="6">
              <a:spcBef>
                <a:spcPts val="0"/>
              </a:spcBef>
              <a:spcAft>
                <a:spcPts val="0"/>
              </a:spcAft>
              <a:buSzPts val="3600"/>
              <a:buNone/>
              <a:defRPr>
                <a:solidFill>
                  <a:srgbClr val="DA0002"/>
                </a:solidFill>
              </a:defRPr>
            </a:lvl7pPr>
            <a:lvl8pPr lvl="7">
              <a:spcBef>
                <a:spcPts val="0"/>
              </a:spcBef>
              <a:spcAft>
                <a:spcPts val="0"/>
              </a:spcAft>
              <a:buSzPts val="3600"/>
              <a:buNone/>
              <a:defRPr>
                <a:solidFill>
                  <a:srgbClr val="DA0002"/>
                </a:solidFill>
              </a:defRPr>
            </a:lvl8pPr>
            <a:lvl9pPr lvl="8">
              <a:spcBef>
                <a:spcPts val="0"/>
              </a:spcBef>
              <a:spcAft>
                <a:spcPts val="0"/>
              </a:spcAft>
              <a:buSzPts val="3600"/>
              <a:buNone/>
              <a:defRPr>
                <a:solidFill>
                  <a:srgbClr val="DA0002"/>
                </a:solidFill>
              </a:defRPr>
            </a:lvl9pPr>
          </a:lstStyle>
          <a:p/>
        </p:txBody>
      </p:sp>
      <p:sp>
        <p:nvSpPr>
          <p:cNvPr id="20" name="Google Shape;20;p4"/>
          <p:cNvSpPr txBox="1"/>
          <p:nvPr>
            <p:ph idx="1" type="body"/>
          </p:nvPr>
        </p:nvSpPr>
        <p:spPr>
          <a:xfrm>
            <a:off x="457200" y="1600200"/>
            <a:ext cx="3994500" cy="4967700"/>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1" name="Google Shape;21;p4"/>
          <p:cNvSpPr txBox="1"/>
          <p:nvPr>
            <p:ph idx="2" type="body"/>
          </p:nvPr>
        </p:nvSpPr>
        <p:spPr>
          <a:xfrm>
            <a:off x="4692274" y="1600200"/>
            <a:ext cx="3994500" cy="4967700"/>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cxnSp>
        <p:nvCxnSpPr>
          <p:cNvPr id="22" name="Google Shape;22;p4"/>
          <p:cNvCxnSpPr/>
          <p:nvPr/>
        </p:nvCxnSpPr>
        <p:spPr>
          <a:xfrm>
            <a:off x="457200" y="1524000"/>
            <a:ext cx="8229600" cy="0"/>
          </a:xfrm>
          <a:prstGeom prst="straightConnector1">
            <a:avLst/>
          </a:prstGeom>
          <a:noFill/>
          <a:ln cap="flat" cmpd="sng" w="50800">
            <a:solidFill>
              <a:srgbClr val="DA0002"/>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5"/>
          <p:cNvSpPr txBox="1"/>
          <p:nvPr>
            <p:ph type="title"/>
          </p:nvPr>
        </p:nvSpPr>
        <p:spPr>
          <a:xfrm>
            <a:off x="457200" y="-106362"/>
            <a:ext cx="8229600" cy="11433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cxnSp>
        <p:nvCxnSpPr>
          <p:cNvPr id="25" name="Google Shape;25;p5"/>
          <p:cNvCxnSpPr/>
          <p:nvPr/>
        </p:nvCxnSpPr>
        <p:spPr>
          <a:xfrm>
            <a:off x="457200" y="1066800"/>
            <a:ext cx="8229600" cy="0"/>
          </a:xfrm>
          <a:prstGeom prst="straightConnector1">
            <a:avLst/>
          </a:prstGeom>
          <a:noFill/>
          <a:ln cap="flat" cmpd="sng" w="50800">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 name="Shape 26"/>
        <p:cNvGrpSpPr/>
        <p:nvPr/>
      </p:nvGrpSpPr>
      <p:grpSpPr>
        <a:xfrm>
          <a:off x="0" y="0"/>
          <a:ext cx="0" cy="0"/>
          <a:chOff x="0" y="0"/>
          <a:chExt cx="0" cy="0"/>
        </a:xfrm>
      </p:grpSpPr>
      <p:sp>
        <p:nvSpPr>
          <p:cNvPr id="27" name="Google Shape;27;p6"/>
          <p:cNvSpPr txBox="1"/>
          <p:nvPr>
            <p:ph idx="1" type="body"/>
          </p:nvPr>
        </p:nvSpPr>
        <p:spPr>
          <a:xfrm>
            <a:off x="457200" y="5875079"/>
            <a:ext cx="8229600" cy="692700"/>
          </a:xfrm>
          <a:prstGeom prst="rect">
            <a:avLst/>
          </a:prstGeom>
        </p:spPr>
        <p:txBody>
          <a:bodyPr anchorCtr="0" anchor="t" bIns="91425" lIns="91425" spcFirstLastPara="1" rIns="91425" wrap="square" tIns="91425">
            <a:noAutofit/>
          </a:bodyPr>
          <a:lstStyle>
            <a:lvl1pPr indent="-228600" lvl="0" marL="457200" algn="ctr">
              <a:spcBef>
                <a:spcPts val="0"/>
              </a:spcBef>
              <a:spcAft>
                <a:spcPts val="0"/>
              </a:spcAft>
              <a:buSzPts val="1800"/>
              <a:buNone/>
              <a:defRPr sz="1800"/>
            </a:lvl1pPr>
          </a:lstStyle>
          <a:p/>
        </p:txBody>
      </p:sp>
      <p:cxnSp>
        <p:nvCxnSpPr>
          <p:cNvPr id="28" name="Google Shape;28;p6"/>
          <p:cNvCxnSpPr/>
          <p:nvPr/>
        </p:nvCxnSpPr>
        <p:spPr>
          <a:xfrm>
            <a:off x="457200" y="5757014"/>
            <a:ext cx="8229600" cy="0"/>
          </a:xfrm>
          <a:prstGeom prst="straightConnector1">
            <a:avLst/>
          </a:prstGeom>
          <a:noFill/>
          <a:ln cap="flat" cmpd="sng" w="50800">
            <a:solidFill>
              <a:schemeClr val="lt2"/>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 name="Shape 29"/>
        <p:cNvGrpSpPr/>
        <p:nvPr/>
      </p:nvGrpSpPr>
      <p:grpSpPr>
        <a:xfrm>
          <a:off x="0" y="0"/>
          <a:ext cx="0" cy="0"/>
          <a:chOff x="0" y="0"/>
          <a:chExt cx="0" cy="0"/>
        </a:xfrm>
      </p:grpSpPr>
      <p:cxnSp>
        <p:nvCxnSpPr>
          <p:cNvPr id="30" name="Google Shape;30;p7"/>
          <p:cNvCxnSpPr/>
          <p:nvPr/>
        </p:nvCxnSpPr>
        <p:spPr>
          <a:xfrm>
            <a:off x="457200" y="150852"/>
            <a:ext cx="8229600" cy="0"/>
          </a:xfrm>
          <a:prstGeom prst="straightConnector1">
            <a:avLst/>
          </a:prstGeom>
          <a:noFill/>
          <a:ln cap="flat" cmpd="sng" w="50800">
            <a:solidFill>
              <a:schemeClr val="lt2"/>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
    <p:bg>
      <p:bgPr>
        <a:solidFill>
          <a:srgbClr val="EFEFE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30162"/>
            <a:ext cx="8229600" cy="1143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accent1"/>
              </a:buClr>
              <a:buSzPts val="3000"/>
              <a:buFont typeface="Ubuntu"/>
              <a:buNone/>
              <a:defRPr b="1" sz="3000">
                <a:solidFill>
                  <a:schemeClr val="accent1"/>
                </a:solidFill>
                <a:latin typeface="Ubuntu"/>
                <a:ea typeface="Ubuntu"/>
                <a:cs typeface="Ubuntu"/>
                <a:sym typeface="Ubuntu"/>
              </a:defRPr>
            </a:lvl1pPr>
            <a:lvl2pPr lvl="1">
              <a:spcBef>
                <a:spcPts val="0"/>
              </a:spcBef>
              <a:spcAft>
                <a:spcPts val="0"/>
              </a:spcAft>
              <a:buClr>
                <a:schemeClr val="accent1"/>
              </a:buClr>
              <a:buSzPts val="3600"/>
              <a:buNone/>
              <a:defRPr b="1" sz="3600">
                <a:solidFill>
                  <a:schemeClr val="accent1"/>
                </a:solidFill>
              </a:defRPr>
            </a:lvl2pPr>
            <a:lvl3pPr lvl="2">
              <a:spcBef>
                <a:spcPts val="0"/>
              </a:spcBef>
              <a:spcAft>
                <a:spcPts val="0"/>
              </a:spcAft>
              <a:buClr>
                <a:schemeClr val="accent1"/>
              </a:buClr>
              <a:buSzPts val="3600"/>
              <a:buNone/>
              <a:defRPr b="1" sz="3600">
                <a:solidFill>
                  <a:schemeClr val="accent1"/>
                </a:solidFill>
              </a:defRPr>
            </a:lvl3pPr>
            <a:lvl4pPr lvl="3">
              <a:spcBef>
                <a:spcPts val="0"/>
              </a:spcBef>
              <a:spcAft>
                <a:spcPts val="0"/>
              </a:spcAft>
              <a:buClr>
                <a:schemeClr val="accent1"/>
              </a:buClr>
              <a:buSzPts val="3600"/>
              <a:buNone/>
              <a:defRPr b="1" sz="3600">
                <a:solidFill>
                  <a:schemeClr val="accent1"/>
                </a:solidFill>
              </a:defRPr>
            </a:lvl4pPr>
            <a:lvl5pPr lvl="4">
              <a:spcBef>
                <a:spcPts val="0"/>
              </a:spcBef>
              <a:spcAft>
                <a:spcPts val="0"/>
              </a:spcAft>
              <a:buClr>
                <a:schemeClr val="accent1"/>
              </a:buClr>
              <a:buSzPts val="3600"/>
              <a:buNone/>
              <a:defRPr b="1" sz="3600">
                <a:solidFill>
                  <a:schemeClr val="accent1"/>
                </a:solidFill>
              </a:defRPr>
            </a:lvl5pPr>
            <a:lvl6pPr lvl="5">
              <a:spcBef>
                <a:spcPts val="0"/>
              </a:spcBef>
              <a:spcAft>
                <a:spcPts val="0"/>
              </a:spcAft>
              <a:buClr>
                <a:schemeClr val="accent1"/>
              </a:buClr>
              <a:buSzPts val="3600"/>
              <a:buNone/>
              <a:defRPr b="1" sz="3600">
                <a:solidFill>
                  <a:schemeClr val="accent1"/>
                </a:solidFill>
              </a:defRPr>
            </a:lvl6pPr>
            <a:lvl7pPr lvl="6">
              <a:spcBef>
                <a:spcPts val="0"/>
              </a:spcBef>
              <a:spcAft>
                <a:spcPts val="0"/>
              </a:spcAft>
              <a:buClr>
                <a:schemeClr val="accent1"/>
              </a:buClr>
              <a:buSzPts val="3600"/>
              <a:buNone/>
              <a:defRPr b="1" sz="3600">
                <a:solidFill>
                  <a:schemeClr val="accent1"/>
                </a:solidFill>
              </a:defRPr>
            </a:lvl7pPr>
            <a:lvl8pPr lvl="7">
              <a:spcBef>
                <a:spcPts val="0"/>
              </a:spcBef>
              <a:spcAft>
                <a:spcPts val="0"/>
              </a:spcAft>
              <a:buClr>
                <a:schemeClr val="accent1"/>
              </a:buClr>
              <a:buSzPts val="3600"/>
              <a:buNone/>
              <a:defRPr b="1" sz="3600">
                <a:solidFill>
                  <a:schemeClr val="accent1"/>
                </a:solidFill>
              </a:defRPr>
            </a:lvl8pPr>
            <a:lvl9pPr lvl="8">
              <a:spcBef>
                <a:spcPts val="0"/>
              </a:spcBef>
              <a:spcAft>
                <a:spcPts val="0"/>
              </a:spcAft>
              <a:buClr>
                <a:schemeClr val="accent1"/>
              </a:buClr>
              <a:buSzPts val="3600"/>
              <a:buNone/>
              <a:defRPr b="1" sz="3600">
                <a:solidFill>
                  <a:schemeClr val="accent1"/>
                </a:solidFill>
              </a:defRPr>
            </a:lvl9pPr>
          </a:lstStyle>
          <a:p/>
        </p:txBody>
      </p:sp>
      <p:sp>
        <p:nvSpPr>
          <p:cNvPr id="7" name="Google Shape;7;p1"/>
          <p:cNvSpPr txBox="1"/>
          <p:nvPr>
            <p:ph idx="1" type="body"/>
          </p:nvPr>
        </p:nvSpPr>
        <p:spPr>
          <a:xfrm>
            <a:off x="457200" y="1169450"/>
            <a:ext cx="8229600" cy="5398500"/>
          </a:xfrm>
          <a:prstGeom prst="rect">
            <a:avLst/>
          </a:prstGeom>
          <a:noFill/>
          <a:ln>
            <a:noFill/>
          </a:ln>
        </p:spPr>
        <p:txBody>
          <a:bodyPr anchorCtr="0" anchor="t" bIns="91425" lIns="91425" spcFirstLastPara="1" rIns="91425" wrap="square" tIns="91425">
            <a:noAutofit/>
          </a:bodyPr>
          <a:lstStyle>
            <a:lvl1pPr indent="-419100" lvl="0" marL="457200">
              <a:spcBef>
                <a:spcPts val="600"/>
              </a:spcBef>
              <a:spcAft>
                <a:spcPts val="0"/>
              </a:spcAft>
              <a:buClr>
                <a:schemeClr val="dk1"/>
              </a:buClr>
              <a:buSzPts val="3000"/>
              <a:buFont typeface="Ubuntu"/>
              <a:buChar char="●"/>
              <a:defRPr sz="3000">
                <a:solidFill>
                  <a:schemeClr val="dk1"/>
                </a:solidFill>
                <a:latin typeface="Ubuntu"/>
                <a:ea typeface="Ubuntu"/>
                <a:cs typeface="Ubuntu"/>
                <a:sym typeface="Ubuntu"/>
              </a:defRPr>
            </a:lvl1pPr>
            <a:lvl2pPr indent="-381000" lvl="1" marL="914400">
              <a:spcBef>
                <a:spcPts val="0"/>
              </a:spcBef>
              <a:spcAft>
                <a:spcPts val="0"/>
              </a:spcAft>
              <a:buClr>
                <a:schemeClr val="dk1"/>
              </a:buClr>
              <a:buSzPts val="2400"/>
              <a:buFont typeface="Ubuntu"/>
              <a:buChar char="○"/>
              <a:defRPr sz="2400">
                <a:solidFill>
                  <a:schemeClr val="dk1"/>
                </a:solidFill>
                <a:latin typeface="Ubuntu"/>
                <a:ea typeface="Ubuntu"/>
                <a:cs typeface="Ubuntu"/>
                <a:sym typeface="Ubuntu"/>
              </a:defRPr>
            </a:lvl2pPr>
            <a:lvl3pPr indent="-381000" lvl="2" marL="1371600">
              <a:spcBef>
                <a:spcPts val="0"/>
              </a:spcBef>
              <a:spcAft>
                <a:spcPts val="0"/>
              </a:spcAft>
              <a:buClr>
                <a:schemeClr val="dk1"/>
              </a:buClr>
              <a:buSzPts val="2400"/>
              <a:buFont typeface="Ubuntu"/>
              <a:buChar char="■"/>
              <a:defRPr sz="2400">
                <a:solidFill>
                  <a:schemeClr val="dk1"/>
                </a:solidFill>
                <a:latin typeface="Ubuntu"/>
                <a:ea typeface="Ubuntu"/>
                <a:cs typeface="Ubuntu"/>
                <a:sym typeface="Ubuntu"/>
              </a:defRPr>
            </a:lvl3pPr>
            <a:lvl4pPr indent="-342900" lvl="3" marL="1828800">
              <a:spcBef>
                <a:spcPts val="0"/>
              </a:spcBef>
              <a:spcAft>
                <a:spcPts val="0"/>
              </a:spcAft>
              <a:buClr>
                <a:schemeClr val="dk1"/>
              </a:buClr>
              <a:buSzPts val="1800"/>
              <a:buFont typeface="Ubuntu"/>
              <a:buChar char="●"/>
              <a:defRPr sz="1800">
                <a:solidFill>
                  <a:schemeClr val="dk1"/>
                </a:solidFill>
                <a:latin typeface="Ubuntu"/>
                <a:ea typeface="Ubuntu"/>
                <a:cs typeface="Ubuntu"/>
                <a:sym typeface="Ubuntu"/>
              </a:defRPr>
            </a:lvl4pPr>
            <a:lvl5pPr indent="-342900" lvl="4" marL="2286000">
              <a:spcBef>
                <a:spcPts val="0"/>
              </a:spcBef>
              <a:spcAft>
                <a:spcPts val="0"/>
              </a:spcAft>
              <a:buClr>
                <a:schemeClr val="dk1"/>
              </a:buClr>
              <a:buSzPts val="1800"/>
              <a:buFont typeface="Ubuntu"/>
              <a:buChar char="○"/>
              <a:defRPr sz="1800">
                <a:solidFill>
                  <a:schemeClr val="dk1"/>
                </a:solidFill>
                <a:latin typeface="Ubuntu"/>
                <a:ea typeface="Ubuntu"/>
                <a:cs typeface="Ubuntu"/>
                <a:sym typeface="Ubuntu"/>
              </a:defRPr>
            </a:lvl5pPr>
            <a:lvl6pPr indent="-342900" lvl="5" marL="2743200">
              <a:spcBef>
                <a:spcPts val="0"/>
              </a:spcBef>
              <a:spcAft>
                <a:spcPts val="0"/>
              </a:spcAft>
              <a:buClr>
                <a:schemeClr val="dk1"/>
              </a:buClr>
              <a:buSzPts val="1800"/>
              <a:buFont typeface="Ubuntu"/>
              <a:buChar char="■"/>
              <a:defRPr sz="1800">
                <a:solidFill>
                  <a:schemeClr val="dk1"/>
                </a:solidFill>
                <a:latin typeface="Ubuntu"/>
                <a:ea typeface="Ubuntu"/>
                <a:cs typeface="Ubuntu"/>
                <a:sym typeface="Ubuntu"/>
              </a:defRPr>
            </a:lvl6pPr>
            <a:lvl7pPr indent="-342900" lvl="6" marL="3200400">
              <a:spcBef>
                <a:spcPts val="0"/>
              </a:spcBef>
              <a:spcAft>
                <a:spcPts val="0"/>
              </a:spcAft>
              <a:buClr>
                <a:schemeClr val="dk1"/>
              </a:buClr>
              <a:buSzPts val="1800"/>
              <a:buFont typeface="Ubuntu"/>
              <a:buChar char="●"/>
              <a:defRPr sz="1800">
                <a:solidFill>
                  <a:schemeClr val="dk1"/>
                </a:solidFill>
                <a:latin typeface="Ubuntu"/>
                <a:ea typeface="Ubuntu"/>
                <a:cs typeface="Ubuntu"/>
                <a:sym typeface="Ubuntu"/>
              </a:defRPr>
            </a:lvl7pPr>
            <a:lvl8pPr indent="-342900" lvl="7" marL="3657600">
              <a:spcBef>
                <a:spcPts val="0"/>
              </a:spcBef>
              <a:spcAft>
                <a:spcPts val="0"/>
              </a:spcAft>
              <a:buClr>
                <a:schemeClr val="dk1"/>
              </a:buClr>
              <a:buSzPts val="1800"/>
              <a:buFont typeface="Ubuntu"/>
              <a:buChar char="○"/>
              <a:defRPr sz="1800">
                <a:solidFill>
                  <a:schemeClr val="dk1"/>
                </a:solidFill>
                <a:latin typeface="Ubuntu"/>
                <a:ea typeface="Ubuntu"/>
                <a:cs typeface="Ubuntu"/>
                <a:sym typeface="Ubuntu"/>
              </a:defRPr>
            </a:lvl8pPr>
            <a:lvl9pPr indent="-342900" lvl="8" marL="4114800">
              <a:spcBef>
                <a:spcPts val="0"/>
              </a:spcBef>
              <a:spcAft>
                <a:spcPts val="0"/>
              </a:spcAft>
              <a:buClr>
                <a:schemeClr val="dk1"/>
              </a:buClr>
              <a:buSzPts val="1800"/>
              <a:buFont typeface="Ubuntu"/>
              <a:buChar char="■"/>
              <a:defRPr sz="1800">
                <a:solidFill>
                  <a:schemeClr val="dk1"/>
                </a:solidFill>
                <a:latin typeface="Ubuntu"/>
                <a:ea typeface="Ubuntu"/>
                <a:cs typeface="Ubuntu"/>
                <a:sym typeface="Ubuntu"/>
              </a:defRPr>
            </a:lvl9pPr>
          </a:lstStyle>
          <a:p/>
        </p:txBody>
      </p:sp>
      <p:cxnSp>
        <p:nvCxnSpPr>
          <p:cNvPr id="8" name="Google Shape;8;p1"/>
          <p:cNvCxnSpPr/>
          <p:nvPr/>
        </p:nvCxnSpPr>
        <p:spPr>
          <a:xfrm>
            <a:off x="457200" y="6697680"/>
            <a:ext cx="8229600" cy="0"/>
          </a:xfrm>
          <a:prstGeom prst="straightConnector1">
            <a:avLst/>
          </a:prstGeom>
          <a:noFill/>
          <a:ln cap="flat" cmpd="sng" w="50800">
            <a:solidFill>
              <a:schemeClr val="lt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developer.mozilla.org/es/docs/Glossary/URL" TargetMode="External"/><Relationship Id="rId4" Type="http://schemas.openxmlformats.org/officeDocument/2006/relationships/hyperlink" Target="https://developer.mozilla.org/en-US/docs/Web/HTTP/MIME_types/Common_typ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httpd.apache.org/downloade"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www.seguro.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8"/>
          <p:cNvSpPr txBox="1"/>
          <p:nvPr>
            <p:ph type="ctrTitle"/>
          </p:nvPr>
        </p:nvSpPr>
        <p:spPr>
          <a:xfrm>
            <a:off x="457200" y="142079"/>
            <a:ext cx="8229600" cy="10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Servicio WEB. Servidor Apache</a:t>
            </a:r>
            <a:endParaRPr/>
          </a:p>
        </p:txBody>
      </p:sp>
      <p:sp>
        <p:nvSpPr>
          <p:cNvPr id="36" name="Google Shape;36;p8"/>
          <p:cNvSpPr txBox="1"/>
          <p:nvPr/>
        </p:nvSpPr>
        <p:spPr>
          <a:xfrm>
            <a:off x="2140350" y="2683488"/>
            <a:ext cx="5816100" cy="149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200">
                <a:solidFill>
                  <a:srgbClr val="5B595A"/>
                </a:solidFill>
                <a:latin typeface="Ubuntu"/>
                <a:ea typeface="Ubuntu"/>
                <a:cs typeface="Ubuntu"/>
                <a:sym typeface="Ubuntu"/>
              </a:rPr>
              <a:t>Servicios en Red / SRI</a:t>
            </a:r>
            <a:endParaRPr sz="2200">
              <a:solidFill>
                <a:srgbClr val="5B595A"/>
              </a:solidFill>
              <a:latin typeface="Ubuntu"/>
              <a:ea typeface="Ubuntu"/>
              <a:cs typeface="Ubuntu"/>
              <a:sym typeface="Ubuntu"/>
            </a:endParaRPr>
          </a:p>
          <a:p>
            <a:pPr indent="0" lvl="0" marL="0" rtl="0" algn="l">
              <a:spcBef>
                <a:spcPts val="0"/>
              </a:spcBef>
              <a:spcAft>
                <a:spcPts val="0"/>
              </a:spcAft>
              <a:buNone/>
            </a:pPr>
            <a:r>
              <a:t/>
            </a:r>
            <a:endParaRPr sz="2200">
              <a:solidFill>
                <a:srgbClr val="5B595A"/>
              </a:solidFill>
              <a:latin typeface="Ubuntu"/>
              <a:ea typeface="Ubuntu"/>
              <a:cs typeface="Ubuntu"/>
              <a:sym typeface="Ubuntu"/>
            </a:endParaRPr>
          </a:p>
          <a:p>
            <a:pPr indent="0" lvl="0" marL="0" rtl="0" algn="l">
              <a:spcBef>
                <a:spcPts val="0"/>
              </a:spcBef>
              <a:spcAft>
                <a:spcPts val="0"/>
              </a:spcAft>
              <a:buNone/>
            </a:pPr>
            <a:r>
              <a:rPr lang="es" sz="2200">
                <a:solidFill>
                  <a:srgbClr val="5B595A"/>
                </a:solidFill>
                <a:latin typeface="Ubuntu"/>
                <a:ea typeface="Ubuntu"/>
                <a:cs typeface="Ubuntu"/>
                <a:sym typeface="Ubuntu"/>
              </a:rPr>
              <a:t>DPTO. INFORMÁTICA</a:t>
            </a:r>
            <a:endParaRPr sz="2200">
              <a:solidFill>
                <a:srgbClr val="5B595A"/>
              </a:solidFill>
              <a:latin typeface="Ubuntu"/>
              <a:ea typeface="Ubuntu"/>
              <a:cs typeface="Ubuntu"/>
              <a:sym typeface="Ubuntu"/>
            </a:endParaRPr>
          </a:p>
          <a:p>
            <a:pPr indent="0" lvl="0" marL="0" rtl="0" algn="l">
              <a:spcBef>
                <a:spcPts val="0"/>
              </a:spcBef>
              <a:spcAft>
                <a:spcPts val="0"/>
              </a:spcAft>
              <a:buNone/>
            </a:pPr>
            <a:r>
              <a:rPr b="1" lang="es" sz="2200">
                <a:solidFill>
                  <a:srgbClr val="5B595A"/>
                </a:solidFill>
                <a:latin typeface="Ubuntu"/>
                <a:ea typeface="Ubuntu"/>
                <a:cs typeface="Ubuntu"/>
                <a:sym typeface="Ubuntu"/>
              </a:rPr>
              <a:t>IES DELGADO HERNÁNDEZ (HUELVA)</a:t>
            </a:r>
            <a:endParaRPr sz="2200">
              <a:solidFill>
                <a:srgbClr val="5B595A"/>
              </a:solidFill>
              <a:latin typeface="Ubuntu"/>
              <a:ea typeface="Ubuntu"/>
              <a:cs typeface="Ubuntu"/>
              <a:sym typeface="Ubuntu"/>
            </a:endParaRPr>
          </a:p>
        </p:txBody>
      </p:sp>
      <p:pic>
        <p:nvPicPr>
          <p:cNvPr id="37" name="Google Shape;37;p8"/>
          <p:cNvPicPr preferRelativeResize="0"/>
          <p:nvPr/>
        </p:nvPicPr>
        <p:blipFill>
          <a:blip r:embed="rId3">
            <a:alphaModFix/>
          </a:blip>
          <a:stretch>
            <a:fillRect/>
          </a:stretch>
        </p:blipFill>
        <p:spPr>
          <a:xfrm>
            <a:off x="424625" y="2873768"/>
            <a:ext cx="1632375" cy="111045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9"/>
          <p:cNvSpPr txBox="1"/>
          <p:nvPr>
            <p:ph type="title"/>
          </p:nvPr>
        </p:nvSpPr>
        <p:spPr>
          <a:xfrm>
            <a:off x="457200" y="-106362"/>
            <a:ext cx="8229600" cy="1143300"/>
          </a:xfrm>
          <a:prstGeom prst="rect">
            <a:avLst/>
          </a:prstGeom>
        </p:spPr>
        <p:txBody>
          <a:bodyPr anchorCtr="0" anchor="b" bIns="91425" lIns="91425" spcFirstLastPara="1" rIns="91425" wrap="square" tIns="91425">
            <a:noAutofit/>
          </a:bodyPr>
          <a:lstStyle/>
          <a:p>
            <a:pPr indent="-419100" lvl="0" marL="457200" rtl="0" algn="l">
              <a:spcBef>
                <a:spcPts val="0"/>
              </a:spcBef>
              <a:spcAft>
                <a:spcPts val="0"/>
              </a:spcAft>
              <a:buSzPts val="3000"/>
              <a:buAutoNum type="arabicPeriod"/>
            </a:pPr>
            <a:r>
              <a:rPr lang="es"/>
              <a:t>Aspectos generales de arquitecturas web</a:t>
            </a:r>
            <a:endParaRPr/>
          </a:p>
        </p:txBody>
      </p:sp>
      <p:sp>
        <p:nvSpPr>
          <p:cNvPr id="43" name="Google Shape;43;p9"/>
          <p:cNvSpPr txBox="1"/>
          <p:nvPr>
            <p:ph idx="1" type="body"/>
          </p:nvPr>
        </p:nvSpPr>
        <p:spPr>
          <a:xfrm>
            <a:off x="457200" y="1066150"/>
            <a:ext cx="8229600" cy="5508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s" sz="1800"/>
              <a:t>La arquitectura World Wide Web (</a:t>
            </a:r>
            <a:r>
              <a:rPr b="1" lang="es" sz="1800"/>
              <a:t>WWW</a:t>
            </a:r>
            <a:r>
              <a:rPr lang="es" sz="1800"/>
              <a:t>) de Internet provee un modelo de programación sumamente poderoso y flexible. Las aplicaciones y los contenidos son presentados en formatos de datos estándar y son localizados por aplicaciones conocidas como</a:t>
            </a:r>
            <a:r>
              <a:rPr b="1" lang="es" sz="1800"/>
              <a:t> "web browsers"</a:t>
            </a:r>
            <a:r>
              <a:rPr lang="es" sz="1800"/>
              <a:t>, que envían requerimientos de objetos a un servidor y éste responde con el dato codificado según un formato estándar. </a:t>
            </a:r>
            <a:endParaRPr sz="1800"/>
          </a:p>
          <a:p>
            <a:pPr indent="-336550" lvl="0" marL="457200" rtl="0" algn="l">
              <a:lnSpc>
                <a:spcPct val="115000"/>
              </a:lnSpc>
              <a:spcBef>
                <a:spcPts val="600"/>
              </a:spcBef>
              <a:spcAft>
                <a:spcPts val="0"/>
              </a:spcAft>
              <a:buSzPts val="1700"/>
              <a:buChar char="●"/>
            </a:pPr>
            <a:r>
              <a:rPr b="1" lang="es" sz="1700">
                <a:solidFill>
                  <a:srgbClr val="DA0002"/>
                </a:solidFill>
              </a:rPr>
              <a:t>Modelo estándar de nombres:</a:t>
            </a:r>
            <a:r>
              <a:rPr lang="es" sz="1700"/>
              <a:t> todos los servidores, así como el contenido de la WWW se denominan según un Localizador Uniforme de Recursos (Uniform Resource Locator: </a:t>
            </a:r>
            <a:r>
              <a:rPr lang="es" sz="1700" u="sng">
                <a:solidFill>
                  <a:schemeClr val="hlink"/>
                </a:solidFill>
                <a:hlinkClick r:id="rId3"/>
              </a:rPr>
              <a:t>URL</a:t>
            </a:r>
            <a:r>
              <a:rPr lang="es" sz="1700"/>
              <a:t>).</a:t>
            </a:r>
            <a:endParaRPr sz="1700"/>
          </a:p>
          <a:p>
            <a:pPr indent="-336550" lvl="0" marL="457200" rtl="0" algn="l">
              <a:lnSpc>
                <a:spcPct val="115000"/>
              </a:lnSpc>
              <a:spcBef>
                <a:spcPts val="0"/>
              </a:spcBef>
              <a:spcAft>
                <a:spcPts val="0"/>
              </a:spcAft>
              <a:buSzPts val="1700"/>
              <a:buChar char="●"/>
            </a:pPr>
            <a:r>
              <a:rPr b="1" lang="es" sz="1700">
                <a:solidFill>
                  <a:srgbClr val="DA0002"/>
                </a:solidFill>
              </a:rPr>
              <a:t>Contenido:</a:t>
            </a:r>
            <a:r>
              <a:rPr lang="es" sz="1700"/>
              <a:t> a todos los contenidos en la WWW se les especifica un determinado </a:t>
            </a:r>
            <a:r>
              <a:rPr lang="es" sz="1700" u="sng">
                <a:solidFill>
                  <a:schemeClr val="hlink"/>
                </a:solidFill>
                <a:hlinkClick r:id="rId4"/>
              </a:rPr>
              <a:t>tipo</a:t>
            </a:r>
            <a:r>
              <a:rPr lang="es" sz="1700"/>
              <a:t> permitiendo de esta forma que los browsers (navegadores) los interpreten  correctamente.</a:t>
            </a:r>
            <a:endParaRPr sz="1700"/>
          </a:p>
          <a:p>
            <a:pPr indent="-336550" lvl="0" marL="457200" rtl="0" algn="l">
              <a:lnSpc>
                <a:spcPct val="115000"/>
              </a:lnSpc>
              <a:spcBef>
                <a:spcPts val="0"/>
              </a:spcBef>
              <a:spcAft>
                <a:spcPts val="0"/>
              </a:spcAft>
              <a:buSzPts val="1700"/>
              <a:buChar char="●"/>
            </a:pPr>
            <a:r>
              <a:rPr b="1" lang="es" sz="1700">
                <a:solidFill>
                  <a:srgbClr val="DA0002"/>
                </a:solidFill>
              </a:rPr>
              <a:t>Formatos de contenidos estándar:</a:t>
            </a:r>
            <a:r>
              <a:rPr lang="es" sz="1700"/>
              <a:t> todos los navegadores soportan un conjunto de formatos estándar, por ejemplo HTML, ECMA, JavaScript, etc. </a:t>
            </a:r>
            <a:endParaRPr sz="1700"/>
          </a:p>
          <a:p>
            <a:pPr indent="-336550" lvl="0" marL="457200" rtl="0" algn="l">
              <a:lnSpc>
                <a:spcPct val="115000"/>
              </a:lnSpc>
              <a:spcBef>
                <a:spcPts val="0"/>
              </a:spcBef>
              <a:spcAft>
                <a:spcPts val="0"/>
              </a:spcAft>
              <a:buSzPts val="1700"/>
              <a:buChar char="●"/>
            </a:pPr>
            <a:r>
              <a:rPr b="1" lang="es" sz="1700">
                <a:solidFill>
                  <a:srgbClr val="DA0002"/>
                </a:solidFill>
              </a:rPr>
              <a:t>Protocolos estándar:</a:t>
            </a:r>
            <a:r>
              <a:rPr lang="es" sz="1700"/>
              <a:t> éstos permiten que cualquier navegador pueda comunicarse con cualquier  servidor web. El más comúnmente usado en WWW es HTTPS (Protocolo Seguro de Transporte de HiperTexto), que opera sobre el conjunto de protocolos TCP/IP.</a:t>
            </a:r>
            <a:br>
              <a:rPr lang="es" sz="1700"/>
            </a:b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10"/>
          <p:cNvSpPr txBox="1"/>
          <p:nvPr/>
        </p:nvSpPr>
        <p:spPr>
          <a:xfrm>
            <a:off x="507425" y="430550"/>
            <a:ext cx="4536000" cy="59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latin typeface="Ubuntu"/>
                <a:ea typeface="Ubuntu"/>
                <a:cs typeface="Ubuntu"/>
                <a:sym typeface="Ubuntu"/>
              </a:rPr>
              <a:t>Los aspectos generales a destacar en una arquitectura web son los siguientes: </a:t>
            </a:r>
            <a:endParaRPr sz="1800">
              <a:latin typeface="Ubuntu"/>
              <a:ea typeface="Ubuntu"/>
              <a:cs typeface="Ubuntu"/>
              <a:sym typeface="Ubuntu"/>
            </a:endParaRPr>
          </a:p>
          <a:p>
            <a:pPr indent="0" lvl="0" marL="0" rtl="0" algn="l">
              <a:spcBef>
                <a:spcPts val="0"/>
              </a:spcBef>
              <a:spcAft>
                <a:spcPts val="0"/>
              </a:spcAft>
              <a:buClr>
                <a:schemeClr val="dk1"/>
              </a:buClr>
              <a:buSzPts val="1100"/>
              <a:buFont typeface="Arial"/>
              <a:buNone/>
            </a:pPr>
            <a:r>
              <a:t/>
            </a:r>
            <a:endParaRPr sz="1800">
              <a:latin typeface="Ubuntu"/>
              <a:ea typeface="Ubuntu"/>
              <a:cs typeface="Ubuntu"/>
              <a:sym typeface="Ubuntu"/>
            </a:endParaRPr>
          </a:p>
          <a:p>
            <a:pPr indent="-342900" lvl="0" marL="457200" rtl="0" algn="l">
              <a:lnSpc>
                <a:spcPct val="150000"/>
              </a:lnSpc>
              <a:spcBef>
                <a:spcPts val="0"/>
              </a:spcBef>
              <a:spcAft>
                <a:spcPts val="0"/>
              </a:spcAft>
              <a:buSzPts val="1800"/>
              <a:buFont typeface="Ubuntu"/>
              <a:buChar char="●"/>
            </a:pPr>
            <a:r>
              <a:rPr b="1" lang="es" sz="1800">
                <a:solidFill>
                  <a:schemeClr val="accent1"/>
                </a:solidFill>
                <a:latin typeface="Ubuntu"/>
                <a:ea typeface="Ubuntu"/>
                <a:cs typeface="Ubuntu"/>
                <a:sym typeface="Ubuntu"/>
              </a:rPr>
              <a:t>Escalabilidad</a:t>
            </a:r>
            <a:r>
              <a:rPr lang="es" sz="1800">
                <a:latin typeface="Ubuntu"/>
                <a:ea typeface="Ubuntu"/>
                <a:cs typeface="Ubuntu"/>
                <a:sym typeface="Ubuntu"/>
              </a:rPr>
              <a:t>. </a:t>
            </a:r>
            <a:endParaRPr sz="1800">
              <a:latin typeface="Ubuntu"/>
              <a:ea typeface="Ubuntu"/>
              <a:cs typeface="Ubuntu"/>
              <a:sym typeface="Ubuntu"/>
            </a:endParaRPr>
          </a:p>
          <a:p>
            <a:pPr indent="-342900" lvl="0" marL="457200" rtl="0" algn="l">
              <a:lnSpc>
                <a:spcPct val="150000"/>
              </a:lnSpc>
              <a:spcBef>
                <a:spcPts val="0"/>
              </a:spcBef>
              <a:spcAft>
                <a:spcPts val="0"/>
              </a:spcAft>
              <a:buSzPts val="1800"/>
              <a:buFont typeface="Ubuntu"/>
              <a:buChar char="●"/>
            </a:pPr>
            <a:r>
              <a:rPr b="1" lang="es" sz="1800">
                <a:solidFill>
                  <a:schemeClr val="accent1"/>
                </a:solidFill>
                <a:latin typeface="Ubuntu"/>
                <a:ea typeface="Ubuntu"/>
                <a:cs typeface="Ubuntu"/>
                <a:sym typeface="Ubuntu"/>
              </a:rPr>
              <a:t>Separación de responsabilidades.</a:t>
            </a:r>
            <a:r>
              <a:rPr lang="es" sz="1800">
                <a:latin typeface="Ubuntu"/>
                <a:ea typeface="Ubuntu"/>
                <a:cs typeface="Ubuntu"/>
                <a:sym typeface="Ubuntu"/>
              </a:rPr>
              <a:t> </a:t>
            </a:r>
            <a:endParaRPr sz="1800">
              <a:latin typeface="Ubuntu"/>
              <a:ea typeface="Ubuntu"/>
              <a:cs typeface="Ubuntu"/>
              <a:sym typeface="Ubuntu"/>
            </a:endParaRPr>
          </a:p>
          <a:p>
            <a:pPr indent="-342900" lvl="0" marL="457200" rtl="0" algn="l">
              <a:lnSpc>
                <a:spcPct val="150000"/>
              </a:lnSpc>
              <a:spcBef>
                <a:spcPts val="0"/>
              </a:spcBef>
              <a:spcAft>
                <a:spcPts val="0"/>
              </a:spcAft>
              <a:buSzPts val="1800"/>
              <a:buFont typeface="Ubuntu"/>
              <a:buChar char="●"/>
            </a:pPr>
            <a:r>
              <a:rPr b="1" lang="es" sz="1800">
                <a:solidFill>
                  <a:schemeClr val="accent1"/>
                </a:solidFill>
                <a:latin typeface="Ubuntu"/>
                <a:ea typeface="Ubuntu"/>
                <a:cs typeface="Ubuntu"/>
                <a:sym typeface="Ubuntu"/>
              </a:rPr>
              <a:t>Portabilidad</a:t>
            </a:r>
            <a:r>
              <a:rPr lang="es" sz="1800">
                <a:latin typeface="Ubuntu"/>
                <a:ea typeface="Ubuntu"/>
                <a:cs typeface="Ubuntu"/>
                <a:sym typeface="Ubuntu"/>
              </a:rPr>
              <a:t>. </a:t>
            </a:r>
            <a:endParaRPr sz="1800">
              <a:latin typeface="Ubuntu"/>
              <a:ea typeface="Ubuntu"/>
              <a:cs typeface="Ubuntu"/>
              <a:sym typeface="Ubuntu"/>
            </a:endParaRPr>
          </a:p>
          <a:p>
            <a:pPr indent="-342900" lvl="0" marL="457200" marR="0" rtl="0" algn="l">
              <a:lnSpc>
                <a:spcPct val="150000"/>
              </a:lnSpc>
              <a:spcBef>
                <a:spcPts val="0"/>
              </a:spcBef>
              <a:spcAft>
                <a:spcPts val="0"/>
              </a:spcAft>
              <a:buSzPts val="1800"/>
              <a:buFont typeface="Ubuntu"/>
              <a:buChar char="●"/>
            </a:pPr>
            <a:r>
              <a:rPr lang="es" sz="1800">
                <a:latin typeface="Ubuntu"/>
                <a:ea typeface="Ubuntu"/>
                <a:cs typeface="Ubuntu"/>
                <a:sym typeface="Ubuntu"/>
              </a:rPr>
              <a:t>Utilización de </a:t>
            </a:r>
            <a:r>
              <a:rPr b="1" lang="es" sz="1800">
                <a:solidFill>
                  <a:schemeClr val="accent1"/>
                </a:solidFill>
                <a:latin typeface="Ubuntu"/>
                <a:ea typeface="Ubuntu"/>
                <a:cs typeface="Ubuntu"/>
                <a:sym typeface="Ubuntu"/>
              </a:rPr>
              <a:t>componentes</a:t>
            </a:r>
            <a:r>
              <a:rPr lang="es" sz="1800">
                <a:latin typeface="Ubuntu"/>
                <a:ea typeface="Ubuntu"/>
                <a:cs typeface="Ubuntu"/>
                <a:sym typeface="Ubuntu"/>
              </a:rPr>
              <a:t> en los servicios de infraestructura. </a:t>
            </a:r>
            <a:endParaRPr sz="1800">
              <a:latin typeface="Ubuntu"/>
              <a:ea typeface="Ubuntu"/>
              <a:cs typeface="Ubuntu"/>
              <a:sym typeface="Ubuntu"/>
            </a:endParaRPr>
          </a:p>
          <a:p>
            <a:pPr indent="-342900" lvl="0" marL="457200" rtl="0" algn="l">
              <a:lnSpc>
                <a:spcPct val="150000"/>
              </a:lnSpc>
              <a:spcBef>
                <a:spcPts val="0"/>
              </a:spcBef>
              <a:spcAft>
                <a:spcPts val="0"/>
              </a:spcAft>
              <a:buSzPts val="1800"/>
              <a:buFont typeface="Ubuntu"/>
              <a:buChar char="●"/>
            </a:pPr>
            <a:r>
              <a:rPr lang="es" sz="1800">
                <a:latin typeface="Ubuntu"/>
                <a:ea typeface="Ubuntu"/>
                <a:cs typeface="Ubuntu"/>
                <a:sym typeface="Ubuntu"/>
              </a:rPr>
              <a:t>Gestión de las </a:t>
            </a:r>
            <a:r>
              <a:rPr b="1" lang="es" sz="1800">
                <a:solidFill>
                  <a:schemeClr val="accent1"/>
                </a:solidFill>
                <a:latin typeface="Ubuntu"/>
                <a:ea typeface="Ubuntu"/>
                <a:cs typeface="Ubuntu"/>
                <a:sym typeface="Ubuntu"/>
              </a:rPr>
              <a:t>sesiones del usuario</a:t>
            </a:r>
            <a:r>
              <a:rPr lang="es" sz="1800">
                <a:latin typeface="Ubuntu"/>
                <a:ea typeface="Ubuntu"/>
                <a:cs typeface="Ubuntu"/>
                <a:sym typeface="Ubuntu"/>
              </a:rPr>
              <a:t>. </a:t>
            </a:r>
            <a:endParaRPr sz="1800">
              <a:latin typeface="Ubuntu"/>
              <a:ea typeface="Ubuntu"/>
              <a:cs typeface="Ubuntu"/>
              <a:sym typeface="Ubuntu"/>
            </a:endParaRPr>
          </a:p>
          <a:p>
            <a:pPr indent="-342900" lvl="0" marL="457200" rtl="0" algn="l">
              <a:lnSpc>
                <a:spcPct val="150000"/>
              </a:lnSpc>
              <a:spcBef>
                <a:spcPts val="0"/>
              </a:spcBef>
              <a:spcAft>
                <a:spcPts val="0"/>
              </a:spcAft>
              <a:buSzPts val="1800"/>
              <a:buFont typeface="Ubuntu"/>
              <a:buChar char="●"/>
            </a:pPr>
            <a:r>
              <a:rPr lang="es" sz="1800">
                <a:latin typeface="Ubuntu"/>
                <a:ea typeface="Ubuntu"/>
                <a:cs typeface="Ubuntu"/>
                <a:sym typeface="Ubuntu"/>
              </a:rPr>
              <a:t>Aplicación de </a:t>
            </a:r>
            <a:r>
              <a:rPr b="1" lang="es" sz="1800">
                <a:solidFill>
                  <a:schemeClr val="accent1"/>
                </a:solidFill>
                <a:latin typeface="Ubuntu"/>
                <a:ea typeface="Ubuntu"/>
                <a:cs typeface="Ubuntu"/>
                <a:sym typeface="Ubuntu"/>
              </a:rPr>
              <a:t>patrones de diseño</a:t>
            </a:r>
            <a:r>
              <a:rPr lang="es" sz="1800">
                <a:latin typeface="Ubuntu"/>
                <a:ea typeface="Ubuntu"/>
                <a:cs typeface="Ubuntu"/>
                <a:sym typeface="Ubuntu"/>
              </a:rPr>
              <a:t>.</a:t>
            </a:r>
            <a:endParaRPr sz="1800">
              <a:latin typeface="Ubuntu"/>
              <a:ea typeface="Ubuntu"/>
              <a:cs typeface="Ubuntu"/>
              <a:sym typeface="Ubuntu"/>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pic>
        <p:nvPicPr>
          <p:cNvPr descr="Archivo:Arquitectura ..." id="49" name="Google Shape;49;p10"/>
          <p:cNvPicPr preferRelativeResize="0"/>
          <p:nvPr/>
        </p:nvPicPr>
        <p:blipFill>
          <a:blip r:embed="rId3">
            <a:alphaModFix/>
          </a:blip>
          <a:stretch>
            <a:fillRect/>
          </a:stretch>
        </p:blipFill>
        <p:spPr>
          <a:xfrm>
            <a:off x="4967227" y="2964126"/>
            <a:ext cx="3903698" cy="325382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1"/>
          <p:cNvSpPr txBox="1"/>
          <p:nvPr/>
        </p:nvSpPr>
        <p:spPr>
          <a:xfrm>
            <a:off x="457200" y="1066150"/>
            <a:ext cx="8229600" cy="5508000"/>
          </a:xfrm>
          <a:prstGeom prst="rect">
            <a:avLst/>
          </a:prstGeom>
          <a:noFill/>
          <a:ln>
            <a:noFill/>
          </a:ln>
        </p:spPr>
        <p:txBody>
          <a:bodyPr anchorCtr="0" anchor="t" bIns="91425" lIns="91425" spcFirstLastPara="1" rIns="91425" wrap="square" tIns="91425">
            <a:noAutofit/>
          </a:bodyPr>
          <a:lstStyle/>
          <a:p>
            <a:pPr indent="-342900" lvl="0" marL="457200" rtl="0" algn="l">
              <a:spcBef>
                <a:spcPts val="600"/>
              </a:spcBef>
              <a:spcAft>
                <a:spcPts val="0"/>
              </a:spcAft>
              <a:buClr>
                <a:srgbClr val="000000"/>
              </a:buClr>
              <a:buSzPts val="1800"/>
              <a:buFont typeface="Ubuntu"/>
              <a:buAutoNum type="arabicPeriod"/>
            </a:pPr>
            <a:r>
              <a:rPr lang="es" sz="1800">
                <a:solidFill>
                  <a:srgbClr val="000000"/>
                </a:solidFill>
                <a:latin typeface="Ubuntu"/>
                <a:ea typeface="Ubuntu"/>
                <a:cs typeface="Ubuntu"/>
                <a:sym typeface="Ubuntu"/>
              </a:rPr>
              <a:t>Instalamos el servicio</a:t>
            </a:r>
            <a:endParaRPr sz="1800">
              <a:solidFill>
                <a:srgbClr val="000000"/>
              </a:solidFill>
              <a:latin typeface="Ubuntu"/>
              <a:ea typeface="Ubuntu"/>
              <a:cs typeface="Ubuntu"/>
              <a:sym typeface="Ubuntu"/>
            </a:endParaRPr>
          </a:p>
          <a:p>
            <a:pPr indent="0" lvl="0" marL="457200" rtl="0" algn="l">
              <a:spcBef>
                <a:spcPts val="600"/>
              </a:spcBef>
              <a:spcAft>
                <a:spcPts val="0"/>
              </a:spcAft>
              <a:buNone/>
            </a:pPr>
            <a:r>
              <a:rPr b="1" lang="es" sz="1800">
                <a:solidFill>
                  <a:srgbClr val="CC0202"/>
                </a:solidFill>
                <a:latin typeface="Courier New"/>
                <a:ea typeface="Courier New"/>
                <a:cs typeface="Courier New"/>
                <a:sym typeface="Courier New"/>
              </a:rPr>
              <a:t>sudo apt -y update</a:t>
            </a:r>
            <a:endParaRPr b="1" sz="1800">
              <a:solidFill>
                <a:srgbClr val="CC0202"/>
              </a:solidFill>
              <a:latin typeface="Courier New"/>
              <a:ea typeface="Courier New"/>
              <a:cs typeface="Courier New"/>
              <a:sym typeface="Courier New"/>
            </a:endParaRPr>
          </a:p>
          <a:p>
            <a:pPr indent="0" lvl="0" marL="457200" rtl="0" algn="l">
              <a:spcBef>
                <a:spcPts val="600"/>
              </a:spcBef>
              <a:spcAft>
                <a:spcPts val="0"/>
              </a:spcAft>
              <a:buNone/>
            </a:pPr>
            <a:r>
              <a:rPr b="1" lang="es" sz="1800">
                <a:solidFill>
                  <a:srgbClr val="CC0202"/>
                </a:solidFill>
                <a:latin typeface="Courier New"/>
                <a:ea typeface="Courier New"/>
                <a:cs typeface="Courier New"/>
                <a:sym typeface="Courier New"/>
              </a:rPr>
              <a:t>sudo apt -y install apache2</a:t>
            </a:r>
            <a:endParaRPr b="1" sz="1800">
              <a:solidFill>
                <a:srgbClr val="000000"/>
              </a:solidFill>
              <a:latin typeface="Courier New"/>
              <a:ea typeface="Courier New"/>
              <a:cs typeface="Courier New"/>
              <a:sym typeface="Courier New"/>
            </a:endParaRPr>
          </a:p>
          <a:p>
            <a:pPr indent="-342900" lvl="0" marL="457200" rtl="0" algn="l">
              <a:spcBef>
                <a:spcPts val="600"/>
              </a:spcBef>
              <a:spcAft>
                <a:spcPts val="0"/>
              </a:spcAft>
              <a:buClr>
                <a:srgbClr val="000000"/>
              </a:buClr>
              <a:buSzPts val="1800"/>
              <a:buFont typeface="Ubuntu"/>
              <a:buAutoNum type="arabicPeriod" startAt="2"/>
            </a:pPr>
            <a:r>
              <a:rPr lang="es" sz="1800">
                <a:solidFill>
                  <a:srgbClr val="000000"/>
                </a:solidFill>
                <a:latin typeface="Ubuntu"/>
                <a:ea typeface="Ubuntu"/>
                <a:cs typeface="Ubuntu"/>
                <a:sym typeface="Ubuntu"/>
              </a:rPr>
              <a:t>Comprobamos que el servidor está funcionando y escuchando en el puerto 80/TCP</a:t>
            </a:r>
            <a:endParaRPr sz="1800">
              <a:solidFill>
                <a:srgbClr val="000000"/>
              </a:solidFill>
              <a:latin typeface="Ubuntu"/>
              <a:ea typeface="Ubuntu"/>
              <a:cs typeface="Ubuntu"/>
              <a:sym typeface="Ubuntu"/>
            </a:endParaRPr>
          </a:p>
          <a:p>
            <a:pPr indent="0" lvl="0" marL="457200" rtl="0" algn="l">
              <a:spcBef>
                <a:spcPts val="600"/>
              </a:spcBef>
              <a:spcAft>
                <a:spcPts val="0"/>
              </a:spcAft>
              <a:buNone/>
            </a:pPr>
            <a:r>
              <a:rPr b="1" lang="es" sz="1800">
                <a:solidFill>
                  <a:srgbClr val="CC0202"/>
                </a:solidFill>
                <a:latin typeface="Courier New"/>
                <a:ea typeface="Courier New"/>
                <a:cs typeface="Courier New"/>
                <a:sym typeface="Courier New"/>
              </a:rPr>
              <a:t>s</a:t>
            </a:r>
            <a:r>
              <a:rPr b="1" lang="es" sz="1800">
                <a:solidFill>
                  <a:srgbClr val="CC0202"/>
                </a:solidFill>
                <a:latin typeface="Courier New"/>
                <a:ea typeface="Courier New"/>
                <a:cs typeface="Courier New"/>
                <a:sym typeface="Courier New"/>
              </a:rPr>
              <a:t>s -ltnp | grep 80; systemctl status apache2</a:t>
            </a:r>
            <a:endParaRPr b="1" sz="1800">
              <a:solidFill>
                <a:srgbClr val="CC0202"/>
              </a:solidFill>
              <a:latin typeface="Courier New"/>
              <a:ea typeface="Courier New"/>
              <a:cs typeface="Courier New"/>
              <a:sym typeface="Courier New"/>
            </a:endParaRPr>
          </a:p>
          <a:p>
            <a:pPr indent="0" lvl="0" marL="0" rtl="0" algn="l">
              <a:spcBef>
                <a:spcPts val="600"/>
              </a:spcBef>
              <a:spcAft>
                <a:spcPts val="0"/>
              </a:spcAft>
              <a:buNone/>
            </a:pPr>
            <a:r>
              <a:t/>
            </a:r>
            <a:endParaRPr b="1" sz="1600">
              <a:solidFill>
                <a:srgbClr val="000000"/>
              </a:solidFill>
              <a:latin typeface="Courier New"/>
              <a:ea typeface="Courier New"/>
              <a:cs typeface="Courier New"/>
              <a:sym typeface="Courier New"/>
            </a:endParaRPr>
          </a:p>
          <a:p>
            <a:pPr indent="0" lvl="0" marL="457200" rtl="0" algn="l">
              <a:spcBef>
                <a:spcPts val="600"/>
              </a:spcBef>
              <a:spcAft>
                <a:spcPts val="0"/>
              </a:spcAft>
              <a:buNone/>
            </a:pPr>
            <a:r>
              <a:t/>
            </a:r>
            <a:endParaRPr sz="1600">
              <a:solidFill>
                <a:srgbClr val="000000"/>
              </a:solidFill>
              <a:latin typeface="Ubuntu"/>
              <a:ea typeface="Ubuntu"/>
              <a:cs typeface="Ubuntu"/>
              <a:sym typeface="Ubuntu"/>
            </a:endParaRPr>
          </a:p>
          <a:p>
            <a:pPr indent="0" lvl="0" marL="0" rtl="0" algn="l">
              <a:spcBef>
                <a:spcPts val="600"/>
              </a:spcBef>
              <a:spcAft>
                <a:spcPts val="0"/>
              </a:spcAft>
              <a:buNone/>
            </a:pPr>
            <a:r>
              <a:t/>
            </a:r>
            <a:endParaRPr sz="1600">
              <a:solidFill>
                <a:srgbClr val="000000"/>
              </a:solidFill>
              <a:latin typeface="Ubuntu"/>
              <a:ea typeface="Ubuntu"/>
              <a:cs typeface="Ubuntu"/>
              <a:sym typeface="Ubuntu"/>
            </a:endParaRPr>
          </a:p>
        </p:txBody>
      </p:sp>
      <p:pic>
        <p:nvPicPr>
          <p:cNvPr descr="asf_logo.png" id="55" name="Google Shape;55;p11"/>
          <p:cNvPicPr preferRelativeResize="0"/>
          <p:nvPr/>
        </p:nvPicPr>
        <p:blipFill>
          <a:blip r:embed="rId3">
            <a:alphaModFix/>
          </a:blip>
          <a:stretch>
            <a:fillRect/>
          </a:stretch>
        </p:blipFill>
        <p:spPr>
          <a:xfrm>
            <a:off x="4880840" y="1142521"/>
            <a:ext cx="2802718" cy="1143300"/>
          </a:xfrm>
          <a:prstGeom prst="rect">
            <a:avLst/>
          </a:prstGeom>
          <a:noFill/>
          <a:ln>
            <a:noFill/>
          </a:ln>
        </p:spPr>
      </p:pic>
      <p:sp>
        <p:nvSpPr>
          <p:cNvPr id="56" name="Google Shape;56;p11"/>
          <p:cNvSpPr txBox="1"/>
          <p:nvPr/>
        </p:nvSpPr>
        <p:spPr>
          <a:xfrm>
            <a:off x="457200" y="-213187"/>
            <a:ext cx="8229600" cy="1143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s" sz="3000">
                <a:solidFill>
                  <a:srgbClr val="DA0002"/>
                </a:solidFill>
                <a:latin typeface="Ubuntu"/>
                <a:ea typeface="Ubuntu"/>
                <a:cs typeface="Ubuntu"/>
                <a:sym typeface="Ubuntu"/>
              </a:rPr>
              <a:t>Instalación de Apache en GNU/Linux</a:t>
            </a:r>
            <a:endParaRPr b="1" sz="3000">
              <a:solidFill>
                <a:srgbClr val="DA0002"/>
              </a:solidFill>
              <a:latin typeface="Ubuntu"/>
              <a:ea typeface="Ubuntu"/>
              <a:cs typeface="Ubuntu"/>
              <a:sym typeface="Ubuntu"/>
            </a:endParaRPr>
          </a:p>
        </p:txBody>
      </p:sp>
      <p:sp>
        <p:nvSpPr>
          <p:cNvPr id="57" name="Google Shape;57;p11"/>
          <p:cNvSpPr txBox="1"/>
          <p:nvPr/>
        </p:nvSpPr>
        <p:spPr>
          <a:xfrm>
            <a:off x="256800" y="3335175"/>
            <a:ext cx="8630400" cy="2555100"/>
          </a:xfrm>
          <a:prstGeom prst="rect">
            <a:avLst/>
          </a:prstGeom>
          <a:solidFill>
            <a:schemeClr val="dk1"/>
          </a:solidFill>
          <a:ln cap="flat" cmpd="sng" w="19050">
            <a:solidFill>
              <a:srgbClr val="00FF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a:solidFill>
                  <a:srgbClr val="00FF00"/>
                </a:solidFill>
                <a:latin typeface="Consolas"/>
                <a:ea typeface="Consolas"/>
                <a:cs typeface="Consolas"/>
                <a:sym typeface="Consolas"/>
              </a:rPr>
              <a:t>root@webServer:~#</a:t>
            </a:r>
            <a:r>
              <a:rPr lang="es">
                <a:solidFill>
                  <a:srgbClr val="F3F3F3"/>
                </a:solidFill>
                <a:latin typeface="Consolas"/>
                <a:ea typeface="Consolas"/>
                <a:cs typeface="Consolas"/>
                <a:sym typeface="Consolas"/>
              </a:rPr>
              <a:t> ss -ltnp</a:t>
            </a:r>
            <a:endParaRPr>
              <a:solidFill>
                <a:srgbClr val="F3F3F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a:solidFill>
                  <a:srgbClr val="F3F3F3"/>
                </a:solidFill>
                <a:latin typeface="Consolas"/>
                <a:ea typeface="Consolas"/>
                <a:cs typeface="Consolas"/>
                <a:sym typeface="Consolas"/>
              </a:rPr>
              <a:t>State          Recv-Q         Send-Q                 Local Address:Port                  Peer Address:Port         Process                                                                                                            </a:t>
            </a:r>
            <a:endParaRPr>
              <a:solidFill>
                <a:srgbClr val="F3F3F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a:solidFill>
                  <a:srgbClr val="F3F3F3"/>
                </a:solidFill>
                <a:latin typeface="Consolas"/>
                <a:ea typeface="Consolas"/>
                <a:cs typeface="Consolas"/>
                <a:sym typeface="Consolas"/>
              </a:rPr>
              <a:t>LISTEN         0              100                        127.0.0.1:25                         0.0.0.0:*             users:(("master",pid=289,fd=13))                                                                                  LISTEN         0              511                                *:80                               *:*             users:(("apache2",pid=646,fd=4),("apache2",pid=645,fd=4),("apache2",pid=644,fd=4))                                </a:t>
            </a:r>
            <a:endParaRPr>
              <a:solidFill>
                <a:srgbClr val="F3F3F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a:solidFill>
                  <a:srgbClr val="F3F3F3"/>
                </a:solidFill>
                <a:latin typeface="Consolas"/>
                <a:ea typeface="Consolas"/>
                <a:cs typeface="Consolas"/>
                <a:sym typeface="Consolas"/>
              </a:rPr>
              <a:t>LISTEN         0              4096                               *:22                               *:*             users:(("systemd",pid=1,fd=39))</a:t>
            </a:r>
            <a:endParaRPr>
              <a:solidFill>
                <a:srgbClr val="F3F3F3"/>
              </a:solidFill>
              <a:latin typeface="Consolas"/>
              <a:ea typeface="Consolas"/>
              <a:cs typeface="Consolas"/>
              <a:sym typeface="Consolas"/>
            </a:endParaRPr>
          </a:p>
          <a:p>
            <a:pPr indent="0" lvl="0" marL="0" rtl="0" algn="l">
              <a:spcBef>
                <a:spcPts val="0"/>
              </a:spcBef>
              <a:spcAft>
                <a:spcPts val="0"/>
              </a:spcAft>
              <a:buNone/>
            </a:pPr>
            <a:r>
              <a:t/>
            </a:r>
            <a:endParaRPr>
              <a:solidFill>
                <a:srgbClr val="F3F3F3"/>
              </a:solidFill>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2"/>
          <p:cNvSpPr txBox="1"/>
          <p:nvPr/>
        </p:nvSpPr>
        <p:spPr>
          <a:xfrm>
            <a:off x="455475" y="240625"/>
            <a:ext cx="8232900" cy="6368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600"/>
              </a:spcBef>
              <a:spcAft>
                <a:spcPts val="0"/>
              </a:spcAft>
              <a:buClr>
                <a:srgbClr val="000000"/>
              </a:buClr>
              <a:buSzPts val="1800"/>
              <a:buFont typeface="Ubuntu"/>
              <a:buAutoNum type="arabicPeriod" startAt="3"/>
            </a:pPr>
            <a:r>
              <a:rPr lang="es" sz="1800">
                <a:solidFill>
                  <a:srgbClr val="000000"/>
                </a:solidFill>
                <a:latin typeface="Ubuntu"/>
                <a:ea typeface="Ubuntu"/>
                <a:cs typeface="Ubuntu"/>
                <a:sym typeface="Ubuntu"/>
              </a:rPr>
              <a:t>Para ver la versión en la que se ha compilado Apache:</a:t>
            </a:r>
            <a:endParaRPr sz="1800">
              <a:solidFill>
                <a:srgbClr val="000000"/>
              </a:solidFill>
              <a:latin typeface="Ubuntu"/>
              <a:ea typeface="Ubuntu"/>
              <a:cs typeface="Ubuntu"/>
              <a:sym typeface="Ubuntu"/>
            </a:endParaRPr>
          </a:p>
          <a:p>
            <a:pPr indent="0" lvl="0" marL="457200" rtl="0" algn="l">
              <a:lnSpc>
                <a:spcPct val="115000"/>
              </a:lnSpc>
              <a:spcBef>
                <a:spcPts val="1000"/>
              </a:spcBef>
              <a:spcAft>
                <a:spcPts val="0"/>
              </a:spcAft>
              <a:buClr>
                <a:srgbClr val="000000"/>
              </a:buClr>
              <a:buSzPts val="1100"/>
              <a:buFont typeface="Arial"/>
              <a:buNone/>
            </a:pPr>
            <a:r>
              <a:rPr b="1" lang="es" sz="1800">
                <a:solidFill>
                  <a:srgbClr val="CC0202"/>
                </a:solidFill>
                <a:latin typeface="Courier New"/>
                <a:ea typeface="Courier New"/>
                <a:cs typeface="Courier New"/>
                <a:sym typeface="Courier New"/>
              </a:rPr>
              <a:t>apache2 -v</a:t>
            </a:r>
            <a:endParaRPr b="1" sz="1800">
              <a:solidFill>
                <a:srgbClr val="000000"/>
              </a:solidFill>
              <a:latin typeface="Courier New"/>
              <a:ea typeface="Courier New"/>
              <a:cs typeface="Courier New"/>
              <a:sym typeface="Courier New"/>
            </a:endParaRPr>
          </a:p>
          <a:p>
            <a:pPr indent="-342900" lvl="0" marL="457200" rtl="0" algn="l">
              <a:lnSpc>
                <a:spcPct val="115000"/>
              </a:lnSpc>
              <a:spcBef>
                <a:spcPts val="1000"/>
              </a:spcBef>
              <a:spcAft>
                <a:spcPts val="0"/>
              </a:spcAft>
              <a:buClr>
                <a:srgbClr val="000000"/>
              </a:buClr>
              <a:buSzPts val="1800"/>
              <a:buFont typeface="Ubuntu"/>
              <a:buAutoNum type="arabicPeriod" startAt="4"/>
            </a:pPr>
            <a:r>
              <a:rPr lang="es" sz="1800">
                <a:solidFill>
                  <a:srgbClr val="000000"/>
                </a:solidFill>
                <a:latin typeface="Ubuntu"/>
                <a:ea typeface="Ubuntu"/>
                <a:cs typeface="Ubuntu"/>
                <a:sym typeface="Ubuntu"/>
              </a:rPr>
              <a:t>Consulta el contenido del directorio </a:t>
            </a:r>
            <a:r>
              <a:rPr b="1" lang="es" sz="1800">
                <a:solidFill>
                  <a:srgbClr val="CC0202"/>
                </a:solidFill>
                <a:latin typeface="Courier New"/>
                <a:ea typeface="Courier New"/>
                <a:cs typeface="Courier New"/>
                <a:sym typeface="Courier New"/>
              </a:rPr>
              <a:t>/var/www/html</a:t>
            </a:r>
            <a:r>
              <a:rPr lang="es" sz="1800">
                <a:solidFill>
                  <a:srgbClr val="000000"/>
                </a:solidFill>
                <a:latin typeface="Ubuntu"/>
                <a:ea typeface="Ubuntu"/>
                <a:cs typeface="Ubuntu"/>
                <a:sym typeface="Ubuntu"/>
              </a:rPr>
              <a:t> y del fichero </a:t>
            </a:r>
            <a:r>
              <a:rPr b="1" lang="es" sz="1800">
                <a:solidFill>
                  <a:srgbClr val="CC0202"/>
                </a:solidFill>
                <a:latin typeface="Courier New"/>
                <a:ea typeface="Courier New"/>
                <a:cs typeface="Courier New"/>
                <a:sym typeface="Courier New"/>
              </a:rPr>
              <a:t>/var/www/html/index.html</a:t>
            </a:r>
            <a:r>
              <a:rPr b="1" lang="es" sz="1800">
                <a:solidFill>
                  <a:srgbClr val="000000"/>
                </a:solidFill>
                <a:latin typeface="Courier New"/>
                <a:ea typeface="Courier New"/>
                <a:cs typeface="Courier New"/>
                <a:sym typeface="Courier New"/>
              </a:rPr>
              <a:t>. </a:t>
            </a:r>
            <a:r>
              <a:rPr lang="es" sz="1800">
                <a:solidFill>
                  <a:srgbClr val="000000"/>
                </a:solidFill>
                <a:latin typeface="Ubuntu"/>
                <a:ea typeface="Ubuntu"/>
                <a:cs typeface="Ubuntu"/>
                <a:sym typeface="Ubuntu"/>
              </a:rPr>
              <a:t>Realiza una pequeña modificación en este último y muéstrala.</a:t>
            </a:r>
            <a:endParaRPr sz="1800">
              <a:solidFill>
                <a:srgbClr val="000000"/>
              </a:solidFill>
              <a:latin typeface="Ubuntu"/>
              <a:ea typeface="Ubuntu"/>
              <a:cs typeface="Ubuntu"/>
              <a:sym typeface="Ubuntu"/>
            </a:endParaRPr>
          </a:p>
          <a:p>
            <a:pPr indent="-342900" lvl="0" marL="457200" rtl="0" algn="l">
              <a:lnSpc>
                <a:spcPct val="115000"/>
              </a:lnSpc>
              <a:spcBef>
                <a:spcPts val="1000"/>
              </a:spcBef>
              <a:spcAft>
                <a:spcPts val="0"/>
              </a:spcAft>
              <a:buClr>
                <a:srgbClr val="000000"/>
              </a:buClr>
              <a:buSzPts val="1800"/>
              <a:buFont typeface="Ubuntu"/>
              <a:buAutoNum type="arabicPeriod" startAt="4"/>
            </a:pPr>
            <a:r>
              <a:rPr lang="es" sz="1800">
                <a:solidFill>
                  <a:srgbClr val="000000"/>
                </a:solidFill>
                <a:latin typeface="Ubuntu"/>
                <a:ea typeface="Ubuntu"/>
                <a:cs typeface="Ubuntu"/>
                <a:sym typeface="Ubuntu"/>
              </a:rPr>
              <a:t>Abre el navegador y accede a la IP del servidor </a:t>
            </a:r>
            <a:r>
              <a:rPr b="1" lang="es" sz="1800">
                <a:solidFill>
                  <a:srgbClr val="CC0202"/>
                </a:solidFill>
                <a:latin typeface="Courier New"/>
                <a:ea typeface="Courier New"/>
                <a:cs typeface="Courier New"/>
                <a:sym typeface="Courier New"/>
              </a:rPr>
              <a:t>http://ip_servidor</a:t>
            </a:r>
            <a:endParaRPr sz="1800"/>
          </a:p>
          <a:p>
            <a:pPr indent="-342900" lvl="0" marL="457200" rtl="0" algn="l">
              <a:lnSpc>
                <a:spcPct val="115000"/>
              </a:lnSpc>
              <a:spcBef>
                <a:spcPts val="1000"/>
              </a:spcBef>
              <a:spcAft>
                <a:spcPts val="0"/>
              </a:spcAft>
              <a:buSzPts val="1800"/>
              <a:buAutoNum type="arabicPeriod" startAt="6"/>
            </a:pPr>
            <a:r>
              <a:rPr lang="es" sz="1800"/>
              <a:t>Fichero de configuración:</a:t>
            </a:r>
            <a:endParaRPr sz="1800"/>
          </a:p>
          <a:p>
            <a:pPr indent="0" lvl="0" marL="0" rtl="0" algn="l">
              <a:lnSpc>
                <a:spcPct val="115000"/>
              </a:lnSpc>
              <a:spcBef>
                <a:spcPts val="1000"/>
              </a:spcBef>
              <a:spcAft>
                <a:spcPts val="0"/>
              </a:spcAft>
              <a:buNone/>
            </a:pPr>
            <a:r>
              <a:rPr lang="es" sz="1800"/>
              <a:t>	</a:t>
            </a:r>
            <a:r>
              <a:rPr b="1" lang="es" sz="1800">
                <a:solidFill>
                  <a:srgbClr val="CC0202"/>
                </a:solidFill>
                <a:latin typeface="Courier New"/>
                <a:ea typeface="Courier New"/>
                <a:cs typeface="Courier New"/>
                <a:sym typeface="Courier New"/>
              </a:rPr>
              <a:t>/etc/apache/apache2.conf</a:t>
            </a:r>
            <a:endParaRPr sz="1800">
              <a:latin typeface="Ubuntu"/>
              <a:ea typeface="Ubuntu"/>
              <a:cs typeface="Ubuntu"/>
              <a:sym typeface="Ubuntu"/>
            </a:endParaRPr>
          </a:p>
          <a:p>
            <a:pPr indent="-342900" lvl="0" marL="457200" rtl="0" algn="l">
              <a:lnSpc>
                <a:spcPct val="115000"/>
              </a:lnSpc>
              <a:spcBef>
                <a:spcPts val="1000"/>
              </a:spcBef>
              <a:spcAft>
                <a:spcPts val="0"/>
              </a:spcAft>
              <a:buSzPts val="1800"/>
              <a:buFont typeface="Ubuntu"/>
              <a:buAutoNum type="arabicPeriod" startAt="7"/>
            </a:pPr>
            <a:r>
              <a:rPr lang="es" sz="1800">
                <a:latin typeface="Ubuntu"/>
                <a:ea typeface="Ubuntu"/>
                <a:cs typeface="Ubuntu"/>
                <a:sym typeface="Ubuntu"/>
              </a:rPr>
              <a:t>Servidor virtual por defecto:</a:t>
            </a:r>
            <a:endParaRPr sz="1800">
              <a:latin typeface="Ubuntu"/>
              <a:ea typeface="Ubuntu"/>
              <a:cs typeface="Ubuntu"/>
              <a:sym typeface="Ubuntu"/>
            </a:endParaRPr>
          </a:p>
          <a:p>
            <a:pPr indent="-342900" lvl="1" marL="914400" rtl="0" algn="l">
              <a:lnSpc>
                <a:spcPct val="115000"/>
              </a:lnSpc>
              <a:spcBef>
                <a:spcPts val="1000"/>
              </a:spcBef>
              <a:spcAft>
                <a:spcPts val="0"/>
              </a:spcAft>
              <a:buSzPts val="1800"/>
              <a:buFont typeface="Ubuntu"/>
              <a:buAutoNum type="alphaLcPeriod"/>
            </a:pPr>
            <a:r>
              <a:rPr lang="es" sz="1800">
                <a:latin typeface="Ubuntu"/>
                <a:ea typeface="Ubuntu"/>
                <a:cs typeface="Ubuntu"/>
                <a:sym typeface="Ubuntu"/>
              </a:rPr>
              <a:t>Accede al directorio </a:t>
            </a:r>
            <a:r>
              <a:rPr b="1" lang="es" sz="1800">
                <a:solidFill>
                  <a:srgbClr val="CC0202"/>
                </a:solidFill>
                <a:latin typeface="Courier New"/>
                <a:ea typeface="Courier New"/>
                <a:cs typeface="Courier New"/>
                <a:sym typeface="Courier New"/>
              </a:rPr>
              <a:t>/etc/apache2/sites-available</a:t>
            </a:r>
            <a:r>
              <a:rPr lang="es" sz="1800">
                <a:latin typeface="Ubuntu"/>
                <a:ea typeface="Ubuntu"/>
                <a:cs typeface="Ubuntu"/>
                <a:sym typeface="Ubuntu"/>
              </a:rPr>
              <a:t> y comprueba que está creado el archivo </a:t>
            </a:r>
            <a:r>
              <a:rPr b="1" lang="es" sz="1800">
                <a:solidFill>
                  <a:srgbClr val="CC0202"/>
                </a:solidFill>
                <a:latin typeface="Courier New"/>
                <a:ea typeface="Courier New"/>
                <a:cs typeface="Courier New"/>
                <a:sym typeface="Courier New"/>
              </a:rPr>
              <a:t>default</a:t>
            </a:r>
            <a:r>
              <a:rPr lang="es" sz="1800">
                <a:latin typeface="Ubuntu"/>
                <a:ea typeface="Ubuntu"/>
                <a:cs typeface="Ubuntu"/>
                <a:sym typeface="Ubuntu"/>
              </a:rPr>
              <a:t> que contiene la configuración del servidor virtual por defecto.</a:t>
            </a:r>
            <a:endParaRPr sz="1800">
              <a:latin typeface="Ubuntu"/>
              <a:ea typeface="Ubuntu"/>
              <a:cs typeface="Ubuntu"/>
              <a:sym typeface="Ubuntu"/>
            </a:endParaRPr>
          </a:p>
          <a:p>
            <a:pPr indent="-342900" lvl="1" marL="914400" rtl="0" algn="l">
              <a:lnSpc>
                <a:spcPct val="115000"/>
              </a:lnSpc>
              <a:spcBef>
                <a:spcPts val="1000"/>
              </a:spcBef>
              <a:spcAft>
                <a:spcPts val="0"/>
              </a:spcAft>
              <a:buSzPts val="1800"/>
              <a:buFont typeface="Ubuntu"/>
              <a:buAutoNum type="alphaLcPeriod"/>
            </a:pPr>
            <a:r>
              <a:rPr lang="es" sz="1800">
                <a:latin typeface="Ubuntu"/>
                <a:ea typeface="Ubuntu"/>
                <a:cs typeface="Ubuntu"/>
                <a:sym typeface="Ubuntu"/>
              </a:rPr>
              <a:t>Accede a </a:t>
            </a:r>
            <a:r>
              <a:rPr b="1" lang="es" sz="1800">
                <a:solidFill>
                  <a:srgbClr val="CC0202"/>
                </a:solidFill>
                <a:latin typeface="Courier New"/>
                <a:ea typeface="Courier New"/>
                <a:cs typeface="Courier New"/>
                <a:sym typeface="Courier New"/>
              </a:rPr>
              <a:t>/etc/apache2/sites-enabled</a:t>
            </a:r>
            <a:r>
              <a:rPr lang="es" sz="1800">
                <a:latin typeface="Ubuntu"/>
                <a:ea typeface="Ubuntu"/>
                <a:cs typeface="Ubuntu"/>
                <a:sym typeface="Ubuntu"/>
              </a:rPr>
              <a:t> y comprueba que existe el </a:t>
            </a:r>
            <a:r>
              <a:rPr b="1" lang="es" sz="1800">
                <a:solidFill>
                  <a:srgbClr val="CC0202"/>
                </a:solidFill>
                <a:latin typeface="Courier New"/>
                <a:ea typeface="Courier New"/>
                <a:cs typeface="Courier New"/>
                <a:sym typeface="Courier New"/>
              </a:rPr>
              <a:t>fichero 000-default.conf</a:t>
            </a:r>
            <a:r>
              <a:rPr lang="es" sz="1800">
                <a:latin typeface="Ubuntu"/>
                <a:ea typeface="Ubuntu"/>
                <a:cs typeface="Ubuntu"/>
                <a:sym typeface="Ubuntu"/>
              </a:rPr>
              <a:t> que es un enlace simbólico a </a:t>
            </a:r>
            <a:r>
              <a:rPr b="1" lang="es" sz="1800">
                <a:solidFill>
                  <a:srgbClr val="CC0202"/>
                </a:solidFill>
                <a:latin typeface="Courier New"/>
                <a:ea typeface="Courier New"/>
                <a:cs typeface="Courier New"/>
                <a:sym typeface="Courier New"/>
              </a:rPr>
              <a:t>default</a:t>
            </a:r>
            <a:r>
              <a:rPr lang="es" sz="1800">
                <a:latin typeface="Ubuntu"/>
                <a:ea typeface="Ubuntu"/>
                <a:cs typeface="Ubuntu"/>
                <a:sym typeface="Ubuntu"/>
              </a:rPr>
              <a:t>.</a:t>
            </a:r>
            <a:endParaRPr sz="1800">
              <a:latin typeface="Ubuntu"/>
              <a:ea typeface="Ubuntu"/>
              <a:cs typeface="Ubuntu"/>
              <a:sym typeface="Ubuntu"/>
            </a:endParaRPr>
          </a:p>
          <a:p>
            <a:pPr indent="0" lvl="0" marL="457200" rtl="0" algn="l">
              <a:spcBef>
                <a:spcPts val="1000"/>
              </a:spcBef>
              <a:spcAft>
                <a:spcPts val="0"/>
              </a:spcAft>
              <a:buNone/>
            </a:pPr>
            <a:r>
              <a:t/>
            </a:r>
            <a:endParaRPr sz="1600">
              <a:latin typeface="Ubuntu"/>
              <a:ea typeface="Ubuntu"/>
              <a:cs typeface="Ubuntu"/>
              <a:sym typeface="Ubuntu"/>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nvSpPr>
        <p:spPr>
          <a:xfrm>
            <a:off x="457200" y="-77162"/>
            <a:ext cx="8229600" cy="1143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s" sz="3000">
                <a:solidFill>
                  <a:srgbClr val="DA0002"/>
                </a:solidFill>
                <a:latin typeface="Ubuntu"/>
                <a:ea typeface="Ubuntu"/>
                <a:cs typeface="Ubuntu"/>
                <a:sym typeface="Ubuntu"/>
              </a:rPr>
              <a:t>Instalación de Apache en Windows 2008</a:t>
            </a:r>
            <a:endParaRPr b="1" sz="3000">
              <a:solidFill>
                <a:srgbClr val="DA0002"/>
              </a:solidFill>
              <a:latin typeface="Ubuntu"/>
              <a:ea typeface="Ubuntu"/>
              <a:cs typeface="Ubuntu"/>
              <a:sym typeface="Ubuntu"/>
            </a:endParaRPr>
          </a:p>
        </p:txBody>
      </p:sp>
      <p:sp>
        <p:nvSpPr>
          <p:cNvPr id="68" name="Google Shape;68;p13"/>
          <p:cNvSpPr txBox="1"/>
          <p:nvPr/>
        </p:nvSpPr>
        <p:spPr>
          <a:xfrm>
            <a:off x="457200" y="1066150"/>
            <a:ext cx="8229600" cy="55080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600"/>
              </a:spcBef>
              <a:spcAft>
                <a:spcPts val="0"/>
              </a:spcAft>
              <a:buClr>
                <a:srgbClr val="000000"/>
              </a:buClr>
              <a:buSzPts val="1800"/>
              <a:buFont typeface="Ubuntu"/>
              <a:buAutoNum type="arabicPeriod"/>
            </a:pPr>
            <a:r>
              <a:rPr lang="es" sz="1800">
                <a:solidFill>
                  <a:srgbClr val="000000"/>
                </a:solidFill>
                <a:latin typeface="Ubuntu"/>
                <a:ea typeface="Ubuntu"/>
                <a:cs typeface="Ubuntu"/>
                <a:sym typeface="Ubuntu"/>
              </a:rPr>
              <a:t>Descarga e instala Apache  </a:t>
            </a:r>
            <a:r>
              <a:rPr b="1" lang="es" sz="1800" u="sng">
                <a:solidFill>
                  <a:srgbClr val="144C72"/>
                </a:solidFill>
                <a:latin typeface="Courier New"/>
                <a:ea typeface="Courier New"/>
                <a:cs typeface="Courier New"/>
                <a:sym typeface="Courier New"/>
                <a:hlinkClick r:id="rId3">
                  <a:extLst>
                    <a:ext uri="{A12FA001-AC4F-418D-AE19-62706E023703}">
                      <ahyp:hlinkClr val="tx"/>
                    </a:ext>
                  </a:extLst>
                </a:hlinkClick>
              </a:rPr>
              <a:t>http://httpd.apache.org/download</a:t>
            </a:r>
            <a:endParaRPr sz="1800">
              <a:solidFill>
                <a:srgbClr val="000000"/>
              </a:solidFill>
              <a:latin typeface="Ubuntu"/>
              <a:ea typeface="Ubuntu"/>
              <a:cs typeface="Ubuntu"/>
              <a:sym typeface="Ubuntu"/>
            </a:endParaRPr>
          </a:p>
          <a:p>
            <a:pPr indent="0" lvl="0" marL="0" rtl="0" algn="l">
              <a:lnSpc>
                <a:spcPct val="115000"/>
              </a:lnSpc>
              <a:spcBef>
                <a:spcPts val="1000"/>
              </a:spcBef>
              <a:spcAft>
                <a:spcPts val="0"/>
              </a:spcAft>
              <a:buNone/>
            </a:pPr>
            <a:r>
              <a:t/>
            </a:r>
            <a:endParaRPr sz="1800">
              <a:solidFill>
                <a:srgbClr val="000000"/>
              </a:solidFill>
              <a:latin typeface="Ubuntu"/>
              <a:ea typeface="Ubuntu"/>
              <a:cs typeface="Ubuntu"/>
              <a:sym typeface="Ubuntu"/>
            </a:endParaRPr>
          </a:p>
          <a:p>
            <a:pPr indent="0" lvl="0" marL="0" rtl="0" algn="l">
              <a:lnSpc>
                <a:spcPct val="115000"/>
              </a:lnSpc>
              <a:spcBef>
                <a:spcPts val="1000"/>
              </a:spcBef>
              <a:spcAft>
                <a:spcPts val="0"/>
              </a:spcAft>
              <a:buNone/>
            </a:pPr>
            <a:r>
              <a:t/>
            </a:r>
            <a:endParaRPr sz="1800">
              <a:solidFill>
                <a:srgbClr val="000000"/>
              </a:solidFill>
              <a:latin typeface="Ubuntu"/>
              <a:ea typeface="Ubuntu"/>
              <a:cs typeface="Ubuntu"/>
              <a:sym typeface="Ubuntu"/>
            </a:endParaRPr>
          </a:p>
          <a:p>
            <a:pPr indent="0" lvl="0" marL="0" rtl="0" algn="l">
              <a:lnSpc>
                <a:spcPct val="115000"/>
              </a:lnSpc>
              <a:spcBef>
                <a:spcPts val="1000"/>
              </a:spcBef>
              <a:spcAft>
                <a:spcPts val="0"/>
              </a:spcAft>
              <a:buNone/>
            </a:pPr>
            <a:r>
              <a:t/>
            </a:r>
            <a:endParaRPr sz="1800">
              <a:solidFill>
                <a:srgbClr val="000000"/>
              </a:solidFill>
              <a:latin typeface="Ubuntu"/>
              <a:ea typeface="Ubuntu"/>
              <a:cs typeface="Ubuntu"/>
              <a:sym typeface="Ubuntu"/>
            </a:endParaRPr>
          </a:p>
          <a:p>
            <a:pPr indent="-342900" lvl="0" marL="457200" rtl="0" algn="l">
              <a:lnSpc>
                <a:spcPct val="115000"/>
              </a:lnSpc>
              <a:spcBef>
                <a:spcPts val="1000"/>
              </a:spcBef>
              <a:spcAft>
                <a:spcPts val="0"/>
              </a:spcAft>
              <a:buClr>
                <a:srgbClr val="000000"/>
              </a:buClr>
              <a:buSzPts val="1800"/>
              <a:buFont typeface="Ubuntu"/>
              <a:buAutoNum type="arabicPeriod"/>
            </a:pPr>
            <a:r>
              <a:rPr lang="es" sz="1800">
                <a:solidFill>
                  <a:srgbClr val="000000"/>
                </a:solidFill>
                <a:latin typeface="Ubuntu"/>
                <a:ea typeface="Ubuntu"/>
                <a:cs typeface="Ubuntu"/>
                <a:sym typeface="Ubuntu"/>
              </a:rPr>
              <a:t>Comprueba que el servidor está escuchando en el puerto 80/TCP:</a:t>
            </a:r>
            <a:endParaRPr sz="1800">
              <a:solidFill>
                <a:srgbClr val="000000"/>
              </a:solidFill>
              <a:latin typeface="Ubuntu"/>
              <a:ea typeface="Ubuntu"/>
              <a:cs typeface="Ubuntu"/>
              <a:sym typeface="Ubuntu"/>
            </a:endParaRPr>
          </a:p>
          <a:p>
            <a:pPr indent="0" lvl="0" marL="457200" rtl="0" algn="l">
              <a:lnSpc>
                <a:spcPct val="115000"/>
              </a:lnSpc>
              <a:spcBef>
                <a:spcPts val="1000"/>
              </a:spcBef>
              <a:spcAft>
                <a:spcPts val="0"/>
              </a:spcAft>
              <a:buNone/>
            </a:pPr>
            <a:r>
              <a:rPr b="1" lang="es" sz="1800">
                <a:solidFill>
                  <a:schemeClr val="accent1"/>
                </a:solidFill>
                <a:latin typeface="Courier New"/>
                <a:ea typeface="Courier New"/>
                <a:cs typeface="Courier New"/>
                <a:sym typeface="Courier New"/>
              </a:rPr>
              <a:t> 	 </a:t>
            </a:r>
            <a:r>
              <a:rPr b="1" lang="es" sz="1800">
                <a:solidFill>
                  <a:schemeClr val="accent1"/>
                </a:solidFill>
                <a:latin typeface="Courier New"/>
                <a:ea typeface="Courier New"/>
                <a:cs typeface="Courier New"/>
                <a:sym typeface="Courier New"/>
              </a:rPr>
              <a:t>netstat -a -p TCP -n</a:t>
            </a:r>
            <a:endParaRPr b="1" sz="1800">
              <a:solidFill>
                <a:schemeClr val="accent1"/>
              </a:solidFill>
              <a:latin typeface="Courier New"/>
              <a:ea typeface="Courier New"/>
              <a:cs typeface="Courier New"/>
              <a:sym typeface="Courier New"/>
            </a:endParaRPr>
          </a:p>
          <a:p>
            <a:pPr indent="-342900" lvl="0" marL="457200" rtl="0" algn="l">
              <a:lnSpc>
                <a:spcPct val="115000"/>
              </a:lnSpc>
              <a:spcBef>
                <a:spcPts val="1000"/>
              </a:spcBef>
              <a:spcAft>
                <a:spcPts val="0"/>
              </a:spcAft>
              <a:buClr>
                <a:srgbClr val="000000"/>
              </a:buClr>
              <a:buSzPts val="1800"/>
              <a:buFont typeface="Ubuntu"/>
              <a:buAutoNum type="arabicPeriod" startAt="3"/>
            </a:pPr>
            <a:r>
              <a:rPr b="1" lang="es" sz="1800">
                <a:solidFill>
                  <a:schemeClr val="accent1"/>
                </a:solidFill>
                <a:latin typeface="Ubuntu"/>
                <a:ea typeface="Ubuntu"/>
                <a:cs typeface="Ubuntu"/>
                <a:sym typeface="Ubuntu"/>
              </a:rPr>
              <a:t>Habilita una regla en el Firewall </a:t>
            </a:r>
            <a:r>
              <a:rPr lang="es" sz="1800">
                <a:latin typeface="Ubuntu"/>
                <a:ea typeface="Ubuntu"/>
                <a:cs typeface="Ubuntu"/>
                <a:sym typeface="Ubuntu"/>
              </a:rPr>
              <a:t>para que permita las conexiones de Apache (Inicio&gt; Panel de Control&gt; Seguridad&gt; Dejar pasar un programa a través del Firewall de Windows).</a:t>
            </a:r>
            <a:endParaRPr sz="1800">
              <a:latin typeface="Ubuntu"/>
              <a:ea typeface="Ubuntu"/>
              <a:cs typeface="Ubuntu"/>
              <a:sym typeface="Ubuntu"/>
            </a:endParaRPr>
          </a:p>
          <a:p>
            <a:pPr indent="-342900" lvl="0" marL="457200" rtl="0" algn="l">
              <a:lnSpc>
                <a:spcPct val="115000"/>
              </a:lnSpc>
              <a:spcBef>
                <a:spcPts val="1000"/>
              </a:spcBef>
              <a:spcAft>
                <a:spcPts val="1000"/>
              </a:spcAft>
              <a:buClr>
                <a:srgbClr val="000000"/>
              </a:buClr>
              <a:buSzPts val="1800"/>
              <a:buFont typeface="Ubuntu"/>
              <a:buAutoNum type="arabicPeriod" startAt="3"/>
            </a:pPr>
            <a:r>
              <a:rPr b="1" lang="es" sz="1800">
                <a:solidFill>
                  <a:schemeClr val="accent1"/>
                </a:solidFill>
                <a:latin typeface="Ubuntu"/>
                <a:ea typeface="Ubuntu"/>
                <a:cs typeface="Ubuntu"/>
                <a:sym typeface="Ubuntu"/>
              </a:rPr>
              <a:t>Edita el PATH</a:t>
            </a:r>
            <a:r>
              <a:rPr lang="es" sz="1800">
                <a:latin typeface="Ubuntu"/>
                <a:ea typeface="Ubuntu"/>
                <a:cs typeface="Ubuntu"/>
                <a:sym typeface="Ubuntu"/>
              </a:rPr>
              <a:t> para ejecutar Apache en cualquier localización: Inicio&gt; Panel de Control&gt; Sistema y mantenimiento&gt; Sistema&gt; Configuración avanzada del sistema&gt; Variables de entorno. Seleccionar Path y editar añadiendo: </a:t>
            </a:r>
            <a:r>
              <a:rPr lang="es" sz="1600">
                <a:latin typeface="Ubuntu"/>
                <a:ea typeface="Ubuntu"/>
                <a:cs typeface="Ubuntu"/>
                <a:sym typeface="Ubuntu"/>
              </a:rPr>
              <a:t>C:\Program Files\Apache Software Foundation\Apache 2.2\bin</a:t>
            </a:r>
            <a:endParaRPr sz="1800">
              <a:solidFill>
                <a:schemeClr val="accent1"/>
              </a:solidFill>
              <a:latin typeface="Ubuntu"/>
              <a:ea typeface="Ubuntu"/>
              <a:cs typeface="Ubuntu"/>
              <a:sym typeface="Ubuntu"/>
            </a:endParaRPr>
          </a:p>
        </p:txBody>
      </p:sp>
      <p:pic>
        <p:nvPicPr>
          <p:cNvPr descr="asf_logo.png" id="69" name="Google Shape;69;p13"/>
          <p:cNvPicPr preferRelativeResize="0"/>
          <p:nvPr/>
        </p:nvPicPr>
        <p:blipFill>
          <a:blip r:embed="rId4">
            <a:alphaModFix/>
          </a:blip>
          <a:stretch>
            <a:fillRect/>
          </a:stretch>
        </p:blipFill>
        <p:spPr>
          <a:xfrm>
            <a:off x="3170640" y="1591196"/>
            <a:ext cx="2802718" cy="1143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nvSpPr>
        <p:spPr>
          <a:xfrm>
            <a:off x="480700" y="245700"/>
            <a:ext cx="8225400" cy="6345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600"/>
              </a:spcBef>
              <a:spcAft>
                <a:spcPts val="0"/>
              </a:spcAft>
              <a:buClr>
                <a:schemeClr val="dk1"/>
              </a:buClr>
              <a:buSzPts val="1800"/>
              <a:buFont typeface="Ubuntu"/>
              <a:buAutoNum type="arabicPeriod" startAt="4"/>
            </a:pPr>
            <a:r>
              <a:rPr lang="es" sz="1800">
                <a:solidFill>
                  <a:schemeClr val="dk1"/>
                </a:solidFill>
                <a:latin typeface="Ubuntu"/>
                <a:ea typeface="Ubuntu"/>
                <a:cs typeface="Ubuntu"/>
                <a:sym typeface="Ubuntu"/>
              </a:rPr>
              <a:t>Consulta el contenido del directorio </a:t>
            </a:r>
            <a:r>
              <a:rPr b="1" lang="es" sz="1800">
                <a:solidFill>
                  <a:schemeClr val="accent1"/>
                </a:solidFill>
                <a:latin typeface="Courier New"/>
                <a:ea typeface="Courier New"/>
                <a:cs typeface="Courier New"/>
                <a:sym typeface="Courier New"/>
              </a:rPr>
              <a:t>C:\Program Files\Apache Software Foundation\Apache2.2\htdocs</a:t>
            </a:r>
            <a:endParaRPr sz="1800">
              <a:solidFill>
                <a:schemeClr val="accent1"/>
              </a:solidFill>
              <a:latin typeface="Ubuntu"/>
              <a:ea typeface="Ubuntu"/>
              <a:cs typeface="Ubuntu"/>
              <a:sym typeface="Ubuntu"/>
            </a:endParaRPr>
          </a:p>
          <a:p>
            <a:pPr indent="-342900" lvl="0" marL="457200" rtl="0" algn="l">
              <a:lnSpc>
                <a:spcPct val="115000"/>
              </a:lnSpc>
              <a:spcBef>
                <a:spcPts val="1000"/>
              </a:spcBef>
              <a:spcAft>
                <a:spcPts val="0"/>
              </a:spcAft>
              <a:buClr>
                <a:schemeClr val="dk1"/>
              </a:buClr>
              <a:buSzPts val="1800"/>
              <a:buFont typeface="Ubuntu"/>
              <a:buAutoNum type="arabicPeriod" startAt="4"/>
            </a:pPr>
            <a:r>
              <a:rPr lang="es" sz="1800">
                <a:solidFill>
                  <a:schemeClr val="dk1"/>
                </a:solidFill>
                <a:latin typeface="Ubuntu"/>
                <a:ea typeface="Ubuntu"/>
                <a:cs typeface="Ubuntu"/>
                <a:sym typeface="Ubuntu"/>
              </a:rPr>
              <a:t>Consulta el contenido del fichero </a:t>
            </a:r>
            <a:r>
              <a:rPr b="1" lang="es" sz="1800">
                <a:solidFill>
                  <a:schemeClr val="accent1"/>
                </a:solidFill>
                <a:latin typeface="Courier New"/>
                <a:ea typeface="Courier New"/>
                <a:cs typeface="Courier New"/>
                <a:sym typeface="Courier New"/>
              </a:rPr>
              <a:t>index.html</a:t>
            </a:r>
            <a:r>
              <a:rPr lang="es" sz="1800">
                <a:solidFill>
                  <a:schemeClr val="dk1"/>
                </a:solidFill>
                <a:latin typeface="Ubuntu"/>
                <a:ea typeface="Ubuntu"/>
                <a:cs typeface="Ubuntu"/>
                <a:sym typeface="Ubuntu"/>
              </a:rPr>
              <a:t> del anterior directorio. Realiza una pequeña modificación y muéstrala.</a:t>
            </a:r>
            <a:endParaRPr sz="1800">
              <a:solidFill>
                <a:schemeClr val="accent1"/>
              </a:solidFill>
              <a:latin typeface="Ubuntu"/>
              <a:ea typeface="Ubuntu"/>
              <a:cs typeface="Ubuntu"/>
              <a:sym typeface="Ubuntu"/>
            </a:endParaRPr>
          </a:p>
          <a:p>
            <a:pPr indent="-342900" lvl="0" marL="457200" rtl="0" algn="l">
              <a:lnSpc>
                <a:spcPct val="115000"/>
              </a:lnSpc>
              <a:spcBef>
                <a:spcPts val="1000"/>
              </a:spcBef>
              <a:spcAft>
                <a:spcPts val="0"/>
              </a:spcAft>
              <a:buClr>
                <a:schemeClr val="dk1"/>
              </a:buClr>
              <a:buSzPts val="1800"/>
              <a:buFont typeface="Ubuntu"/>
              <a:buAutoNum type="arabicPeriod" startAt="4"/>
            </a:pPr>
            <a:r>
              <a:rPr lang="es" sz="1800">
                <a:solidFill>
                  <a:schemeClr val="dk1"/>
                </a:solidFill>
                <a:latin typeface="Ubuntu"/>
                <a:ea typeface="Ubuntu"/>
                <a:cs typeface="Ubuntu"/>
                <a:sym typeface="Ubuntu"/>
              </a:rPr>
              <a:t>Abre el navegador y accede a la IP del servidor </a:t>
            </a:r>
            <a:r>
              <a:rPr b="1" lang="es" sz="1800">
                <a:solidFill>
                  <a:schemeClr val="accent1"/>
                </a:solidFill>
                <a:latin typeface="Courier New"/>
                <a:ea typeface="Courier New"/>
                <a:cs typeface="Courier New"/>
                <a:sym typeface="Courier New"/>
              </a:rPr>
              <a:t>http://ip_servidor</a:t>
            </a:r>
            <a:endParaRPr sz="1800">
              <a:solidFill>
                <a:schemeClr val="dk1"/>
              </a:solidFill>
              <a:latin typeface="Ubuntu"/>
              <a:ea typeface="Ubuntu"/>
              <a:cs typeface="Ubuntu"/>
              <a:sym typeface="Ubuntu"/>
            </a:endParaRPr>
          </a:p>
          <a:p>
            <a:pPr indent="-342900" lvl="0" marL="457200" rtl="0" algn="l">
              <a:lnSpc>
                <a:spcPct val="115000"/>
              </a:lnSpc>
              <a:spcBef>
                <a:spcPts val="1000"/>
              </a:spcBef>
              <a:spcAft>
                <a:spcPts val="0"/>
              </a:spcAft>
              <a:buClr>
                <a:schemeClr val="dk1"/>
              </a:buClr>
              <a:buSzPts val="1800"/>
              <a:buFont typeface="Ubuntu"/>
              <a:buAutoNum type="arabicPeriod" startAt="4"/>
            </a:pPr>
            <a:r>
              <a:rPr lang="es" sz="1800">
                <a:solidFill>
                  <a:schemeClr val="dk1"/>
                </a:solidFill>
                <a:latin typeface="Ubuntu"/>
                <a:ea typeface="Ubuntu"/>
                <a:cs typeface="Ubuntu"/>
                <a:sym typeface="Ubuntu"/>
              </a:rPr>
              <a:t>Prueba la conexión al servidor desde el cliente Windows.</a:t>
            </a:r>
            <a:endParaRPr sz="1800">
              <a:solidFill>
                <a:schemeClr val="dk1"/>
              </a:solidFill>
              <a:latin typeface="Ubuntu"/>
              <a:ea typeface="Ubuntu"/>
              <a:cs typeface="Ubuntu"/>
              <a:sym typeface="Ubuntu"/>
            </a:endParaRPr>
          </a:p>
          <a:p>
            <a:pPr indent="0" lvl="0" marL="0" rtl="0" algn="l">
              <a:lnSpc>
                <a:spcPct val="115000"/>
              </a:lnSpc>
              <a:spcBef>
                <a:spcPts val="1000"/>
              </a:spcBef>
              <a:spcAft>
                <a:spcPts val="0"/>
              </a:spcAft>
              <a:buNone/>
            </a:pPr>
            <a:r>
              <a:t/>
            </a:r>
            <a:endParaRPr sz="1800">
              <a:solidFill>
                <a:schemeClr val="dk1"/>
              </a:solidFill>
              <a:latin typeface="Ubuntu"/>
              <a:ea typeface="Ubuntu"/>
              <a:cs typeface="Ubuntu"/>
              <a:sym typeface="Ubuntu"/>
            </a:endParaRPr>
          </a:p>
          <a:p>
            <a:pPr indent="0" lvl="0" marL="0" rtl="0" algn="l">
              <a:lnSpc>
                <a:spcPct val="115000"/>
              </a:lnSpc>
              <a:spcBef>
                <a:spcPts val="1000"/>
              </a:spcBef>
              <a:spcAft>
                <a:spcPts val="0"/>
              </a:spcAft>
              <a:buNone/>
            </a:pPr>
            <a:r>
              <a:t/>
            </a:r>
            <a:endParaRPr sz="1800">
              <a:solidFill>
                <a:schemeClr val="dk1"/>
              </a:solidFill>
              <a:latin typeface="Ubuntu"/>
              <a:ea typeface="Ubuntu"/>
              <a:cs typeface="Ubuntu"/>
              <a:sym typeface="Ubuntu"/>
            </a:endParaRPr>
          </a:p>
          <a:p>
            <a:pPr indent="0" lvl="0" marL="0" rtl="0" algn="l">
              <a:lnSpc>
                <a:spcPct val="115000"/>
              </a:lnSpc>
              <a:spcBef>
                <a:spcPts val="1000"/>
              </a:spcBef>
              <a:spcAft>
                <a:spcPts val="1000"/>
              </a:spcAft>
              <a:buNone/>
            </a:pPr>
            <a:r>
              <a:t/>
            </a:r>
            <a:endParaRPr b="1" sz="1800">
              <a:solidFill>
                <a:schemeClr val="accent1"/>
              </a:solidFill>
              <a:latin typeface="Courier New"/>
              <a:ea typeface="Courier New"/>
              <a:cs typeface="Courier New"/>
              <a:sym typeface="Courier New"/>
            </a:endParaRPr>
          </a:p>
        </p:txBody>
      </p:sp>
      <p:pic>
        <p:nvPicPr>
          <p:cNvPr descr="apachewin.png" id="75" name="Google Shape;75;p14"/>
          <p:cNvPicPr preferRelativeResize="0"/>
          <p:nvPr/>
        </p:nvPicPr>
        <p:blipFill>
          <a:blip r:embed="rId3">
            <a:alphaModFix/>
          </a:blip>
          <a:stretch>
            <a:fillRect/>
          </a:stretch>
        </p:blipFill>
        <p:spPr>
          <a:xfrm>
            <a:off x="2089250" y="2991025"/>
            <a:ext cx="4965500" cy="35999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457200" y="-106362"/>
            <a:ext cx="8229600" cy="1143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Configuración y directivas en Apache</a:t>
            </a:r>
            <a:endParaRPr/>
          </a:p>
        </p:txBody>
      </p:sp>
      <p:sp>
        <p:nvSpPr>
          <p:cNvPr id="81" name="Google Shape;81;p15"/>
          <p:cNvSpPr txBox="1"/>
          <p:nvPr>
            <p:ph idx="1" type="body"/>
          </p:nvPr>
        </p:nvSpPr>
        <p:spPr>
          <a:xfrm>
            <a:off x="457200" y="1066150"/>
            <a:ext cx="8229600" cy="55080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AutoNum type="arabicPeriod"/>
            </a:pPr>
            <a:r>
              <a:rPr b="1" lang="es" sz="1800"/>
              <a:t>Fichero de configuración de Apache:</a:t>
            </a:r>
            <a:endParaRPr b="1" sz="1800"/>
          </a:p>
          <a:p>
            <a:pPr indent="0" lvl="0" marL="457200" rtl="0" algn="l">
              <a:lnSpc>
                <a:spcPct val="115000"/>
              </a:lnSpc>
              <a:spcBef>
                <a:spcPts val="0"/>
              </a:spcBef>
              <a:spcAft>
                <a:spcPts val="0"/>
              </a:spcAft>
              <a:buNone/>
            </a:pPr>
            <a:r>
              <a:rPr b="1" lang="es" sz="1800">
                <a:solidFill>
                  <a:schemeClr val="accent1"/>
                </a:solidFill>
                <a:latin typeface="Courier New"/>
                <a:ea typeface="Courier New"/>
                <a:cs typeface="Courier New"/>
                <a:sym typeface="Courier New"/>
              </a:rPr>
              <a:t>/etc/apache2/apache2.conf</a:t>
            </a:r>
            <a:endParaRPr b="1" sz="1800">
              <a:solidFill>
                <a:schemeClr val="accent1"/>
              </a:solidFill>
              <a:latin typeface="Courier New"/>
              <a:ea typeface="Courier New"/>
              <a:cs typeface="Courier New"/>
              <a:sym typeface="Courier New"/>
            </a:endParaRPr>
          </a:p>
          <a:p>
            <a:pPr indent="0" lvl="0" marL="457200" rtl="0" algn="l">
              <a:lnSpc>
                <a:spcPct val="115000"/>
              </a:lnSpc>
              <a:spcBef>
                <a:spcPts val="0"/>
              </a:spcBef>
              <a:spcAft>
                <a:spcPts val="1000"/>
              </a:spcAft>
              <a:buNone/>
            </a:pPr>
            <a:r>
              <a:rPr lang="es" sz="1800"/>
              <a:t>Comprobar que con la directiva Include se incluyen otros ficheros y directorios:</a:t>
            </a:r>
            <a:endParaRPr sz="1800"/>
          </a:p>
        </p:txBody>
      </p:sp>
      <p:grpSp>
        <p:nvGrpSpPr>
          <p:cNvPr id="82" name="Google Shape;82;p15"/>
          <p:cNvGrpSpPr/>
          <p:nvPr/>
        </p:nvGrpSpPr>
        <p:grpSpPr>
          <a:xfrm>
            <a:off x="1634931" y="2528753"/>
            <a:ext cx="5874141" cy="3949254"/>
            <a:chOff x="1870500" y="2877548"/>
            <a:chExt cx="5403000" cy="3632500"/>
          </a:xfrm>
        </p:grpSpPr>
        <p:pic>
          <p:nvPicPr>
            <p:cNvPr id="83" name="Google Shape;83;p15"/>
            <p:cNvPicPr preferRelativeResize="0"/>
            <p:nvPr/>
          </p:nvPicPr>
          <p:blipFill>
            <a:blip r:embed="rId3">
              <a:alphaModFix/>
            </a:blip>
            <a:stretch>
              <a:fillRect/>
            </a:stretch>
          </p:blipFill>
          <p:spPr>
            <a:xfrm>
              <a:off x="1870500" y="2877548"/>
              <a:ext cx="5403000" cy="3632500"/>
            </a:xfrm>
            <a:prstGeom prst="rect">
              <a:avLst/>
            </a:prstGeom>
            <a:noFill/>
            <a:ln>
              <a:noFill/>
            </a:ln>
          </p:spPr>
        </p:pic>
        <p:sp>
          <p:nvSpPr>
            <p:cNvPr id="84" name="Google Shape;84;p15"/>
            <p:cNvSpPr/>
            <p:nvPr/>
          </p:nvSpPr>
          <p:spPr>
            <a:xfrm>
              <a:off x="1890750" y="5330450"/>
              <a:ext cx="2830800" cy="3312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p:nvPr/>
          </p:nvSpPr>
          <p:spPr>
            <a:xfrm>
              <a:off x="1890750" y="5757725"/>
              <a:ext cx="2980500" cy="3312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457200" y="-106362"/>
            <a:ext cx="8229600" cy="1143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Configuración y directivas en Apache</a:t>
            </a:r>
            <a:endParaRPr/>
          </a:p>
        </p:txBody>
      </p:sp>
      <p:sp>
        <p:nvSpPr>
          <p:cNvPr id="91" name="Google Shape;91;p16"/>
          <p:cNvSpPr txBox="1"/>
          <p:nvPr/>
        </p:nvSpPr>
        <p:spPr>
          <a:xfrm>
            <a:off x="459325" y="1223625"/>
            <a:ext cx="8225400" cy="5367000"/>
          </a:xfrm>
          <a:prstGeom prst="rect">
            <a:avLst/>
          </a:prstGeom>
          <a:noFill/>
          <a:ln>
            <a:noFill/>
          </a:ln>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SzPts val="1800"/>
              <a:buFont typeface="Ubuntu"/>
              <a:buAutoNum type="arabicPeriod" startAt="2"/>
            </a:pPr>
            <a:r>
              <a:rPr b="1" lang="es" sz="1800">
                <a:latin typeface="Ubuntu"/>
                <a:ea typeface="Ubuntu"/>
                <a:cs typeface="Ubuntu"/>
                <a:sym typeface="Ubuntu"/>
              </a:rPr>
              <a:t>Accede a la configuración del servidor virtual por defecto:</a:t>
            </a:r>
            <a:endParaRPr b="1" sz="1800">
              <a:latin typeface="Ubuntu"/>
              <a:ea typeface="Ubuntu"/>
              <a:cs typeface="Ubuntu"/>
              <a:sym typeface="Ubuntu"/>
            </a:endParaRPr>
          </a:p>
          <a:p>
            <a:pPr indent="0" lvl="0" marL="457200" rtl="0" algn="l">
              <a:lnSpc>
                <a:spcPct val="100000"/>
              </a:lnSpc>
              <a:spcBef>
                <a:spcPts val="1000"/>
              </a:spcBef>
              <a:spcAft>
                <a:spcPts val="0"/>
              </a:spcAft>
              <a:buNone/>
            </a:pPr>
            <a:r>
              <a:rPr b="1" lang="es" sz="1800">
                <a:solidFill>
                  <a:schemeClr val="accent1"/>
                </a:solidFill>
                <a:latin typeface="Courier New"/>
                <a:ea typeface="Courier New"/>
                <a:cs typeface="Courier New"/>
                <a:sym typeface="Courier New"/>
              </a:rPr>
              <a:t>/etc/apache2/sites-available/000-default.conf</a:t>
            </a:r>
            <a:endParaRPr b="1" sz="1800">
              <a:solidFill>
                <a:schemeClr val="accent1"/>
              </a:solidFill>
              <a:latin typeface="Courier New"/>
              <a:ea typeface="Courier New"/>
              <a:cs typeface="Courier New"/>
              <a:sym typeface="Courier New"/>
            </a:endParaRPr>
          </a:p>
          <a:p>
            <a:pPr indent="0" lvl="0" marL="457200" rtl="0" algn="l">
              <a:lnSpc>
                <a:spcPct val="100000"/>
              </a:lnSpc>
              <a:spcBef>
                <a:spcPts val="1000"/>
              </a:spcBef>
              <a:spcAft>
                <a:spcPts val="0"/>
              </a:spcAft>
              <a:buNone/>
            </a:pPr>
            <a:r>
              <a:rPr lang="es" sz="1800">
                <a:latin typeface="Ubuntu"/>
                <a:ea typeface="Ubuntu"/>
                <a:cs typeface="Ubuntu"/>
                <a:sym typeface="Ubuntu"/>
              </a:rPr>
              <a:t>Accede a /etc/apache2/sites-enabled. Comprueba que existe el archivo: </a:t>
            </a:r>
            <a:endParaRPr sz="1800">
              <a:latin typeface="Ubuntu"/>
              <a:ea typeface="Ubuntu"/>
              <a:cs typeface="Ubuntu"/>
              <a:sym typeface="Ubuntu"/>
            </a:endParaRPr>
          </a:p>
          <a:p>
            <a:pPr indent="457200" lvl="0" marL="0" rtl="0" algn="l">
              <a:lnSpc>
                <a:spcPct val="100000"/>
              </a:lnSpc>
              <a:spcBef>
                <a:spcPts val="1000"/>
              </a:spcBef>
              <a:spcAft>
                <a:spcPts val="0"/>
              </a:spcAft>
              <a:buNone/>
            </a:pPr>
            <a:r>
              <a:rPr b="1" lang="es" sz="1800">
                <a:solidFill>
                  <a:schemeClr val="accent1"/>
                </a:solidFill>
                <a:latin typeface="Courier New"/>
                <a:ea typeface="Courier New"/>
                <a:cs typeface="Courier New"/>
                <a:sym typeface="Courier New"/>
              </a:rPr>
              <a:t>000-default.conf</a:t>
            </a:r>
            <a:endParaRPr b="1" sz="1800">
              <a:solidFill>
                <a:schemeClr val="accent1"/>
              </a:solidFill>
              <a:latin typeface="Courier New"/>
              <a:ea typeface="Courier New"/>
              <a:cs typeface="Courier New"/>
              <a:sym typeface="Courier New"/>
            </a:endParaRPr>
          </a:p>
          <a:p>
            <a:pPr indent="0" lvl="0" marL="0" rtl="0" algn="l">
              <a:lnSpc>
                <a:spcPct val="100000"/>
              </a:lnSpc>
              <a:spcBef>
                <a:spcPts val="1000"/>
              </a:spcBef>
              <a:spcAft>
                <a:spcPts val="0"/>
              </a:spcAft>
              <a:buNone/>
            </a:pPr>
            <a:r>
              <a:t/>
            </a:r>
            <a:endParaRPr sz="1800">
              <a:latin typeface="Ubuntu"/>
              <a:ea typeface="Ubuntu"/>
              <a:cs typeface="Ubuntu"/>
              <a:sym typeface="Ubuntu"/>
            </a:endParaRPr>
          </a:p>
          <a:p>
            <a:pPr indent="0" lvl="0" marL="0" rtl="0" algn="l">
              <a:lnSpc>
                <a:spcPct val="100000"/>
              </a:lnSpc>
              <a:spcBef>
                <a:spcPts val="1000"/>
              </a:spcBef>
              <a:spcAft>
                <a:spcPts val="0"/>
              </a:spcAft>
              <a:buNone/>
            </a:pPr>
            <a:r>
              <a:t/>
            </a:r>
            <a:endParaRPr sz="1800">
              <a:latin typeface="Ubuntu"/>
              <a:ea typeface="Ubuntu"/>
              <a:cs typeface="Ubuntu"/>
              <a:sym typeface="Ubuntu"/>
            </a:endParaRPr>
          </a:p>
          <a:p>
            <a:pPr indent="0" lvl="0" marL="0" rtl="0" algn="l">
              <a:lnSpc>
                <a:spcPct val="100000"/>
              </a:lnSpc>
              <a:spcBef>
                <a:spcPts val="1000"/>
              </a:spcBef>
              <a:spcAft>
                <a:spcPts val="0"/>
              </a:spcAft>
              <a:buNone/>
            </a:pPr>
            <a:r>
              <a:t/>
            </a:r>
            <a:endParaRPr sz="1800">
              <a:latin typeface="Ubuntu"/>
              <a:ea typeface="Ubuntu"/>
              <a:cs typeface="Ubuntu"/>
              <a:sym typeface="Ubuntu"/>
            </a:endParaRPr>
          </a:p>
          <a:p>
            <a:pPr indent="0" lvl="0" marL="0" rtl="0" algn="l">
              <a:lnSpc>
                <a:spcPct val="100000"/>
              </a:lnSpc>
              <a:spcBef>
                <a:spcPts val="1000"/>
              </a:spcBef>
              <a:spcAft>
                <a:spcPts val="0"/>
              </a:spcAft>
              <a:buNone/>
            </a:pPr>
            <a:r>
              <a:t/>
            </a:r>
            <a:endParaRPr sz="1800">
              <a:latin typeface="Ubuntu"/>
              <a:ea typeface="Ubuntu"/>
              <a:cs typeface="Ubuntu"/>
              <a:sym typeface="Ubuntu"/>
            </a:endParaRPr>
          </a:p>
          <a:p>
            <a:pPr indent="0" lvl="0" marL="0" rtl="0" algn="l">
              <a:spcBef>
                <a:spcPts val="1000"/>
              </a:spcBef>
              <a:spcAft>
                <a:spcPts val="0"/>
              </a:spcAft>
              <a:buNone/>
            </a:pPr>
            <a:r>
              <a:t/>
            </a:r>
            <a:endParaRPr sz="1800">
              <a:solidFill>
                <a:schemeClr val="dk1"/>
              </a:solidFill>
              <a:latin typeface="Courier New"/>
              <a:ea typeface="Courier New"/>
              <a:cs typeface="Courier New"/>
              <a:sym typeface="Courier New"/>
            </a:endParaRPr>
          </a:p>
          <a:p>
            <a:pPr indent="0" lvl="0" marL="0" rtl="0" algn="l">
              <a:spcBef>
                <a:spcPts val="1000"/>
              </a:spcBef>
              <a:spcAft>
                <a:spcPts val="1000"/>
              </a:spcAft>
              <a:buNone/>
            </a:pPr>
            <a:r>
              <a:t/>
            </a:r>
            <a:endParaRPr sz="1800">
              <a:solidFill>
                <a:schemeClr val="dk1"/>
              </a:solidFill>
              <a:latin typeface="Ubuntu"/>
              <a:ea typeface="Ubuntu"/>
              <a:cs typeface="Ubuntu"/>
              <a:sym typeface="Ubuntu"/>
            </a:endParaRPr>
          </a:p>
        </p:txBody>
      </p:sp>
      <p:pic>
        <p:nvPicPr>
          <p:cNvPr id="92" name="Google Shape;92;p16"/>
          <p:cNvPicPr preferRelativeResize="0"/>
          <p:nvPr/>
        </p:nvPicPr>
        <p:blipFill>
          <a:blip r:embed="rId3">
            <a:alphaModFix/>
          </a:blip>
          <a:stretch>
            <a:fillRect/>
          </a:stretch>
        </p:blipFill>
        <p:spPr>
          <a:xfrm>
            <a:off x="1211963" y="3021111"/>
            <a:ext cx="6720075" cy="121246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457200" y="-106362"/>
            <a:ext cx="8229600" cy="1143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Configuración y directivas en Apache</a:t>
            </a:r>
            <a:endParaRPr/>
          </a:p>
        </p:txBody>
      </p:sp>
      <p:sp>
        <p:nvSpPr>
          <p:cNvPr id="98" name="Google Shape;98;p17"/>
          <p:cNvSpPr txBox="1"/>
          <p:nvPr/>
        </p:nvSpPr>
        <p:spPr>
          <a:xfrm>
            <a:off x="459325" y="1223625"/>
            <a:ext cx="8225400" cy="5367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Ubuntu"/>
              <a:buAutoNum type="arabicPeriod" startAt="2"/>
            </a:pPr>
            <a:r>
              <a:rPr lang="es" sz="1800">
                <a:solidFill>
                  <a:schemeClr val="dk1"/>
                </a:solidFill>
                <a:latin typeface="Ubuntu"/>
                <a:ea typeface="Ubuntu"/>
                <a:cs typeface="Ubuntu"/>
                <a:sym typeface="Ubuntu"/>
              </a:rPr>
              <a:t>Directivas de Apache:</a:t>
            </a:r>
            <a:endParaRPr sz="1800">
              <a:solidFill>
                <a:schemeClr val="dk1"/>
              </a:solidFill>
              <a:latin typeface="Ubuntu"/>
              <a:ea typeface="Ubuntu"/>
              <a:cs typeface="Ubuntu"/>
              <a:sym typeface="Ubuntu"/>
            </a:endParaRPr>
          </a:p>
          <a:p>
            <a:pPr indent="0" lvl="0" marL="457200" rtl="0" algn="l">
              <a:spcBef>
                <a:spcPts val="1000"/>
              </a:spcBef>
              <a:spcAft>
                <a:spcPts val="0"/>
              </a:spcAft>
              <a:buNone/>
            </a:pPr>
            <a:r>
              <a:rPr b="1" lang="es" sz="1800">
                <a:solidFill>
                  <a:srgbClr val="CC0202"/>
                </a:solidFill>
                <a:latin typeface="Courier New"/>
                <a:ea typeface="Courier New"/>
                <a:cs typeface="Courier New"/>
                <a:sym typeface="Courier New"/>
              </a:rPr>
              <a:t>/etc/apache2/apache2.conf</a:t>
            </a:r>
            <a:endParaRPr b="1" sz="1800">
              <a:solidFill>
                <a:srgbClr val="CC0202"/>
              </a:solidFill>
              <a:latin typeface="Courier New"/>
              <a:ea typeface="Courier New"/>
              <a:cs typeface="Courier New"/>
              <a:sym typeface="Courier New"/>
            </a:endParaRPr>
          </a:p>
          <a:p>
            <a:pPr indent="-342900" lvl="0" marL="914400" rtl="0" algn="l">
              <a:spcBef>
                <a:spcPts val="1000"/>
              </a:spcBef>
              <a:spcAft>
                <a:spcPts val="0"/>
              </a:spcAft>
              <a:buClr>
                <a:schemeClr val="dk1"/>
              </a:buClr>
              <a:buSzPts val="1800"/>
              <a:buFont typeface="Courier New"/>
              <a:buChar char="●"/>
            </a:pPr>
            <a:r>
              <a:rPr lang="es" sz="1800">
                <a:solidFill>
                  <a:schemeClr val="dk1"/>
                </a:solidFill>
                <a:latin typeface="Courier New"/>
                <a:ea typeface="Courier New"/>
                <a:cs typeface="Courier New"/>
                <a:sym typeface="Courier New"/>
              </a:rPr>
              <a:t>ServerRoot</a:t>
            </a:r>
            <a:endParaRPr sz="1800">
              <a:solidFill>
                <a:schemeClr val="dk1"/>
              </a:solidFill>
              <a:latin typeface="Courier New"/>
              <a:ea typeface="Courier New"/>
              <a:cs typeface="Courier New"/>
              <a:sym typeface="Courier New"/>
            </a:endParaRPr>
          </a:p>
          <a:p>
            <a:pPr indent="-342900" lvl="0" marL="914400" rtl="0" algn="l">
              <a:spcBef>
                <a:spcPts val="0"/>
              </a:spcBef>
              <a:spcAft>
                <a:spcPts val="0"/>
              </a:spcAft>
              <a:buClr>
                <a:schemeClr val="dk1"/>
              </a:buClr>
              <a:buSzPts val="1800"/>
              <a:buFont typeface="Courier New"/>
              <a:buChar char="●"/>
            </a:pPr>
            <a:r>
              <a:rPr lang="es" sz="1800">
                <a:solidFill>
                  <a:schemeClr val="dk1"/>
                </a:solidFill>
                <a:latin typeface="Courier New"/>
                <a:ea typeface="Courier New"/>
                <a:cs typeface="Courier New"/>
                <a:sym typeface="Courier New"/>
              </a:rPr>
              <a:t>User y Group</a:t>
            </a:r>
            <a:endParaRPr sz="1800">
              <a:solidFill>
                <a:schemeClr val="dk1"/>
              </a:solidFill>
              <a:latin typeface="Courier New"/>
              <a:ea typeface="Courier New"/>
              <a:cs typeface="Courier New"/>
              <a:sym typeface="Courier New"/>
            </a:endParaRPr>
          </a:p>
          <a:p>
            <a:pPr indent="-342900" lvl="0" marL="914400" rtl="0" algn="l">
              <a:spcBef>
                <a:spcPts val="0"/>
              </a:spcBef>
              <a:spcAft>
                <a:spcPts val="0"/>
              </a:spcAft>
              <a:buClr>
                <a:schemeClr val="dk1"/>
              </a:buClr>
              <a:buSzPts val="1800"/>
              <a:buFont typeface="Courier New"/>
              <a:buChar char="●"/>
            </a:pPr>
            <a:r>
              <a:rPr lang="es" sz="1800">
                <a:solidFill>
                  <a:schemeClr val="dk1"/>
                </a:solidFill>
                <a:latin typeface="Courier New"/>
                <a:ea typeface="Courier New"/>
                <a:cs typeface="Courier New"/>
                <a:sym typeface="Courier New"/>
              </a:rPr>
              <a:t>TimeOut</a:t>
            </a:r>
            <a:endParaRPr sz="1800">
              <a:solidFill>
                <a:schemeClr val="dk1"/>
              </a:solidFill>
              <a:latin typeface="Courier New"/>
              <a:ea typeface="Courier New"/>
              <a:cs typeface="Courier New"/>
              <a:sym typeface="Courier New"/>
            </a:endParaRPr>
          </a:p>
          <a:p>
            <a:pPr indent="-342900" lvl="0" marL="914400" rtl="0" algn="l">
              <a:spcBef>
                <a:spcPts val="0"/>
              </a:spcBef>
              <a:spcAft>
                <a:spcPts val="0"/>
              </a:spcAft>
              <a:buClr>
                <a:schemeClr val="dk1"/>
              </a:buClr>
              <a:buSzPts val="1800"/>
              <a:buFont typeface="Courier New"/>
              <a:buChar char="●"/>
            </a:pPr>
            <a:r>
              <a:rPr lang="es" sz="1800">
                <a:solidFill>
                  <a:schemeClr val="dk1"/>
                </a:solidFill>
                <a:latin typeface="Courier New"/>
                <a:ea typeface="Courier New"/>
                <a:cs typeface="Courier New"/>
                <a:sym typeface="Courier New"/>
              </a:rPr>
              <a:t>ErrorLog</a:t>
            </a:r>
            <a:endParaRPr sz="1800">
              <a:solidFill>
                <a:schemeClr val="dk1"/>
              </a:solidFill>
              <a:latin typeface="Courier New"/>
              <a:ea typeface="Courier New"/>
              <a:cs typeface="Courier New"/>
              <a:sym typeface="Courier New"/>
            </a:endParaRPr>
          </a:p>
          <a:p>
            <a:pPr indent="-342900" lvl="0" marL="914400" rtl="0" algn="l">
              <a:spcBef>
                <a:spcPts val="0"/>
              </a:spcBef>
              <a:spcAft>
                <a:spcPts val="0"/>
              </a:spcAft>
              <a:buClr>
                <a:schemeClr val="dk1"/>
              </a:buClr>
              <a:buSzPts val="1800"/>
              <a:buFont typeface="Courier New"/>
              <a:buChar char="●"/>
            </a:pPr>
            <a:r>
              <a:rPr lang="es" sz="1800">
                <a:solidFill>
                  <a:schemeClr val="dk1"/>
                </a:solidFill>
                <a:latin typeface="Courier New"/>
                <a:ea typeface="Courier New"/>
                <a:cs typeface="Courier New"/>
                <a:sym typeface="Courier New"/>
              </a:rPr>
              <a:t>KeepAlive</a:t>
            </a:r>
            <a:endParaRPr sz="1800">
              <a:solidFill>
                <a:schemeClr val="dk1"/>
              </a:solidFill>
              <a:latin typeface="Courier New"/>
              <a:ea typeface="Courier New"/>
              <a:cs typeface="Courier New"/>
              <a:sym typeface="Courier New"/>
            </a:endParaRPr>
          </a:p>
          <a:p>
            <a:pPr indent="-342900" lvl="0" marL="914400" rtl="0" algn="l">
              <a:spcBef>
                <a:spcPts val="0"/>
              </a:spcBef>
              <a:spcAft>
                <a:spcPts val="0"/>
              </a:spcAft>
              <a:buClr>
                <a:schemeClr val="dk1"/>
              </a:buClr>
              <a:buSzPts val="1800"/>
              <a:buFont typeface="Courier New"/>
              <a:buChar char="●"/>
            </a:pPr>
            <a:r>
              <a:rPr lang="es" sz="1800">
                <a:solidFill>
                  <a:schemeClr val="dk1"/>
                </a:solidFill>
                <a:latin typeface="Courier New"/>
                <a:ea typeface="Courier New"/>
                <a:cs typeface="Courier New"/>
                <a:sym typeface="Courier New"/>
              </a:rPr>
              <a:t>...</a:t>
            </a:r>
            <a:endParaRPr sz="1800">
              <a:solidFill>
                <a:schemeClr val="dk1"/>
              </a:solidFill>
              <a:latin typeface="Courier New"/>
              <a:ea typeface="Courier New"/>
              <a:cs typeface="Courier New"/>
              <a:sym typeface="Courier New"/>
            </a:endParaRPr>
          </a:p>
          <a:p>
            <a:pPr indent="0" lvl="0" marL="0" rtl="0" algn="l">
              <a:spcBef>
                <a:spcPts val="1000"/>
              </a:spcBef>
              <a:spcAft>
                <a:spcPts val="1000"/>
              </a:spcAft>
              <a:buNone/>
            </a:pPr>
            <a:r>
              <a:t/>
            </a:r>
            <a:endParaRPr sz="1800">
              <a:solidFill>
                <a:schemeClr val="dk1"/>
              </a:solidFill>
              <a:latin typeface="Ubuntu"/>
              <a:ea typeface="Ubuntu"/>
              <a:cs typeface="Ubuntu"/>
              <a:sym typeface="Ubuntu"/>
            </a:endParaRPr>
          </a:p>
        </p:txBody>
      </p:sp>
      <p:pic>
        <p:nvPicPr>
          <p:cNvPr id="99" name="Google Shape;99;p17"/>
          <p:cNvPicPr preferRelativeResize="0"/>
          <p:nvPr/>
        </p:nvPicPr>
        <p:blipFill>
          <a:blip r:embed="rId3">
            <a:alphaModFix/>
          </a:blip>
          <a:stretch>
            <a:fillRect/>
          </a:stretch>
        </p:blipFill>
        <p:spPr>
          <a:xfrm>
            <a:off x="3533200" y="3017825"/>
            <a:ext cx="5151526" cy="3573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457200" y="-106362"/>
            <a:ext cx="8229600" cy="1143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Servidor principal y servidores virtuales</a:t>
            </a:r>
            <a:endParaRPr/>
          </a:p>
        </p:txBody>
      </p:sp>
      <p:sp>
        <p:nvSpPr>
          <p:cNvPr id="105" name="Google Shape;105;p18"/>
          <p:cNvSpPr txBox="1"/>
          <p:nvPr/>
        </p:nvSpPr>
        <p:spPr>
          <a:xfrm>
            <a:off x="455300" y="1183675"/>
            <a:ext cx="8280900" cy="5389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s" sz="1800">
                <a:solidFill>
                  <a:schemeClr val="accent1"/>
                </a:solidFill>
                <a:latin typeface="Ubuntu"/>
                <a:ea typeface="Ubuntu"/>
                <a:cs typeface="Ubuntu"/>
                <a:sym typeface="Ubuntu"/>
              </a:rPr>
              <a:t>SERVIDOR PRINCIPAL</a:t>
            </a:r>
            <a:endParaRPr b="1" sz="1800">
              <a:solidFill>
                <a:schemeClr val="accent1"/>
              </a:solidFill>
              <a:latin typeface="Ubuntu"/>
              <a:ea typeface="Ubuntu"/>
              <a:cs typeface="Ubuntu"/>
              <a:sym typeface="Ubuntu"/>
            </a:endParaRPr>
          </a:p>
          <a:p>
            <a:pPr indent="0" lvl="0" marL="457200" rtl="0" algn="just">
              <a:lnSpc>
                <a:spcPct val="115000"/>
              </a:lnSpc>
              <a:spcBef>
                <a:spcPts val="1000"/>
              </a:spcBef>
              <a:spcAft>
                <a:spcPts val="0"/>
              </a:spcAft>
              <a:buNone/>
            </a:pPr>
            <a:r>
              <a:rPr lang="es" sz="1800">
                <a:latin typeface="Ubuntu"/>
                <a:ea typeface="Ubuntu"/>
                <a:cs typeface="Ubuntu"/>
                <a:sym typeface="Ubuntu"/>
              </a:rPr>
              <a:t>Servidor que atiende las peticiones si no se configuran servidores virtuales. Su configuración se define a nivel general en los ficheros de configuración.</a:t>
            </a:r>
            <a:endParaRPr sz="1800">
              <a:latin typeface="Ubuntu"/>
              <a:ea typeface="Ubuntu"/>
              <a:cs typeface="Ubuntu"/>
              <a:sym typeface="Ubuntu"/>
            </a:endParaRPr>
          </a:p>
          <a:p>
            <a:pPr indent="0" lvl="0" marL="0" rtl="0" algn="just">
              <a:lnSpc>
                <a:spcPct val="115000"/>
              </a:lnSpc>
              <a:spcBef>
                <a:spcPts val="1000"/>
              </a:spcBef>
              <a:spcAft>
                <a:spcPts val="0"/>
              </a:spcAft>
              <a:buNone/>
            </a:pPr>
            <a:r>
              <a:rPr b="1" lang="es" sz="1800">
                <a:solidFill>
                  <a:schemeClr val="accent1"/>
                </a:solidFill>
                <a:latin typeface="Ubuntu"/>
                <a:ea typeface="Ubuntu"/>
                <a:cs typeface="Ubuntu"/>
                <a:sym typeface="Ubuntu"/>
              </a:rPr>
              <a:t>SERVIDORES VIRTUALES</a:t>
            </a:r>
            <a:endParaRPr sz="1800">
              <a:latin typeface="Ubuntu"/>
              <a:ea typeface="Ubuntu"/>
              <a:cs typeface="Ubuntu"/>
              <a:sym typeface="Ubuntu"/>
            </a:endParaRPr>
          </a:p>
          <a:p>
            <a:pPr indent="0" lvl="0" marL="457200" rtl="0" algn="just">
              <a:lnSpc>
                <a:spcPct val="115000"/>
              </a:lnSpc>
              <a:spcBef>
                <a:spcPts val="1000"/>
              </a:spcBef>
              <a:spcAft>
                <a:spcPts val="0"/>
              </a:spcAft>
              <a:buNone/>
            </a:pPr>
            <a:r>
              <a:rPr lang="es" sz="1800">
                <a:latin typeface="Ubuntu"/>
                <a:ea typeface="Ubuntu"/>
                <a:cs typeface="Ubuntu"/>
                <a:sym typeface="Ubuntu"/>
              </a:rPr>
              <a:t>Apache soporta sitios o servidores virtuales basados en IP, en nombres y en puertos. Si se activan los servidores virtuales por nombre (directiva </a:t>
            </a:r>
            <a:r>
              <a:rPr b="1" lang="es" sz="1800">
                <a:solidFill>
                  <a:schemeClr val="accent1"/>
                </a:solidFill>
                <a:latin typeface="Ubuntu"/>
                <a:ea typeface="Ubuntu"/>
                <a:cs typeface="Ubuntu"/>
                <a:sym typeface="Ubuntu"/>
              </a:rPr>
              <a:t>NameVirtualHost</a:t>
            </a:r>
            <a:r>
              <a:rPr lang="es" sz="1800">
                <a:latin typeface="Ubuntu"/>
                <a:ea typeface="Ubuntu"/>
                <a:cs typeface="Ubuntu"/>
                <a:sym typeface="Ubuntu"/>
              </a:rPr>
              <a:t>) el servidor principal no tiene efecto.</a:t>
            </a:r>
            <a:endParaRPr sz="1800">
              <a:latin typeface="Ubuntu"/>
              <a:ea typeface="Ubuntu"/>
              <a:cs typeface="Ubuntu"/>
              <a:sym typeface="Ubuntu"/>
            </a:endParaRPr>
          </a:p>
          <a:p>
            <a:pPr indent="0" lvl="0" marL="457200" rtl="0" algn="just">
              <a:lnSpc>
                <a:spcPct val="115000"/>
              </a:lnSpc>
              <a:spcBef>
                <a:spcPts val="1000"/>
              </a:spcBef>
              <a:spcAft>
                <a:spcPts val="0"/>
              </a:spcAft>
              <a:buNone/>
            </a:pPr>
            <a:r>
              <a:rPr lang="es" sz="1800">
                <a:latin typeface="Ubuntu"/>
                <a:ea typeface="Ubuntu"/>
                <a:cs typeface="Ubuntu"/>
                <a:sym typeface="Ubuntu"/>
              </a:rPr>
              <a:t> La configuración de cada servidor virtual se realiza utilizando la directiva:</a:t>
            </a:r>
            <a:endParaRPr sz="1800">
              <a:latin typeface="Ubuntu"/>
              <a:ea typeface="Ubuntu"/>
              <a:cs typeface="Ubuntu"/>
              <a:sym typeface="Ubuntu"/>
            </a:endParaRPr>
          </a:p>
          <a:p>
            <a:pPr indent="0" lvl="0" marL="914400" rtl="0" algn="just">
              <a:lnSpc>
                <a:spcPct val="115000"/>
              </a:lnSpc>
              <a:spcBef>
                <a:spcPts val="1000"/>
              </a:spcBef>
              <a:spcAft>
                <a:spcPts val="0"/>
              </a:spcAft>
              <a:buNone/>
            </a:pPr>
            <a:r>
              <a:rPr b="1" lang="es" sz="1800">
                <a:latin typeface="Courier New"/>
                <a:ea typeface="Courier New"/>
                <a:cs typeface="Courier New"/>
                <a:sym typeface="Courier New"/>
              </a:rPr>
              <a:t>&lt;VirtualHost&gt; … &lt;/VirtualHost&gt;</a:t>
            </a:r>
            <a:endParaRPr b="1" sz="1800">
              <a:latin typeface="Courier New"/>
              <a:ea typeface="Courier New"/>
              <a:cs typeface="Courier New"/>
              <a:sym typeface="Courier New"/>
            </a:endParaRPr>
          </a:p>
          <a:p>
            <a:pPr indent="0" lvl="0" marL="0" rtl="0" algn="just">
              <a:lnSpc>
                <a:spcPct val="115000"/>
              </a:lnSpc>
              <a:spcBef>
                <a:spcPts val="1000"/>
              </a:spcBef>
              <a:spcAft>
                <a:spcPts val="0"/>
              </a:spcAft>
              <a:buNone/>
            </a:pPr>
            <a:r>
              <a:rPr lang="es" sz="1800">
                <a:latin typeface="Ubuntu"/>
                <a:ea typeface="Ubuntu"/>
                <a:cs typeface="Ubuntu"/>
                <a:sym typeface="Ubuntu"/>
              </a:rPr>
              <a:t>La versión </a:t>
            </a:r>
            <a:r>
              <a:rPr b="1" lang="es" sz="1800">
                <a:solidFill>
                  <a:schemeClr val="accent1"/>
                </a:solidFill>
                <a:latin typeface="Ubuntu"/>
                <a:ea typeface="Ubuntu"/>
                <a:cs typeface="Ubuntu"/>
                <a:sym typeface="Ubuntu"/>
              </a:rPr>
              <a:t>2.2</a:t>
            </a:r>
            <a:r>
              <a:rPr lang="es" sz="1800">
                <a:latin typeface="Ubuntu"/>
                <a:ea typeface="Ubuntu"/>
                <a:cs typeface="Ubuntu"/>
                <a:sym typeface="Ubuntu"/>
              </a:rPr>
              <a:t> precompilada (paquete </a:t>
            </a:r>
            <a:r>
              <a:rPr b="1" lang="es" sz="1800">
                <a:solidFill>
                  <a:schemeClr val="accent1"/>
                </a:solidFill>
                <a:latin typeface="Courier New"/>
                <a:ea typeface="Courier New"/>
                <a:cs typeface="Courier New"/>
                <a:sym typeface="Courier New"/>
              </a:rPr>
              <a:t>.deb</a:t>
            </a:r>
            <a:r>
              <a:rPr lang="es" sz="1800">
                <a:latin typeface="Ubuntu"/>
                <a:ea typeface="Ubuntu"/>
                <a:cs typeface="Ubuntu"/>
                <a:sym typeface="Ubuntu"/>
              </a:rPr>
              <a:t> ) para Debian/Ubuntu  tiene una configuración predeterminada preparada para servidores virtuales por nombre (por lo tanto </a:t>
            </a:r>
            <a:r>
              <a:rPr b="1" lang="es" sz="1800">
                <a:solidFill>
                  <a:schemeClr val="accent1"/>
                </a:solidFill>
                <a:latin typeface="Ubuntu"/>
                <a:ea typeface="Ubuntu"/>
                <a:cs typeface="Ubuntu"/>
                <a:sym typeface="Ubuntu"/>
              </a:rPr>
              <a:t>el servidor principal queda anulado</a:t>
            </a:r>
            <a:r>
              <a:rPr lang="es" sz="1800">
                <a:latin typeface="Ubuntu"/>
                <a:ea typeface="Ubuntu"/>
                <a:cs typeface="Ubuntu"/>
                <a:sym typeface="Ubuntu"/>
              </a:rPr>
              <a:t>).</a:t>
            </a:r>
            <a:endParaRPr sz="1800">
              <a:latin typeface="Ubuntu"/>
              <a:ea typeface="Ubuntu"/>
              <a:cs typeface="Ubuntu"/>
              <a:sym typeface="Ubuntu"/>
            </a:endParaRPr>
          </a:p>
          <a:p>
            <a:pPr indent="0" lvl="0" marL="0" rtl="0" algn="l">
              <a:spcBef>
                <a:spcPts val="1000"/>
              </a:spcBef>
              <a:spcAft>
                <a:spcPts val="0"/>
              </a:spcAft>
              <a:buNone/>
            </a:pPr>
            <a:r>
              <a:t/>
            </a:r>
            <a:endParaRPr sz="1800">
              <a:latin typeface="Ubuntu"/>
              <a:ea typeface="Ubuntu"/>
              <a:cs typeface="Ubuntu"/>
              <a:sym typeface="Ubuntu"/>
            </a:endParaRPr>
          </a:p>
        </p:txBody>
      </p:sp>
      <p:pic>
        <p:nvPicPr>
          <p:cNvPr descr="Ayuda, Información, Pregunta ..." id="106" name="Google Shape;106;p18"/>
          <p:cNvPicPr preferRelativeResize="0"/>
          <p:nvPr/>
        </p:nvPicPr>
        <p:blipFill>
          <a:blip r:embed="rId3">
            <a:alphaModFix/>
          </a:blip>
          <a:stretch>
            <a:fillRect/>
          </a:stretch>
        </p:blipFill>
        <p:spPr>
          <a:xfrm>
            <a:off x="8003850" y="5890525"/>
            <a:ext cx="682951" cy="6829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457200" y="-106362"/>
            <a:ext cx="8229600" cy="1143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sz="2800"/>
              <a:t>Directorios de configuración de sitios virtuales</a:t>
            </a:r>
            <a:endParaRPr sz="2800"/>
          </a:p>
        </p:txBody>
      </p:sp>
      <p:sp>
        <p:nvSpPr>
          <p:cNvPr id="112" name="Google Shape;112;p19"/>
          <p:cNvSpPr txBox="1"/>
          <p:nvPr/>
        </p:nvSpPr>
        <p:spPr>
          <a:xfrm>
            <a:off x="455300" y="1269100"/>
            <a:ext cx="8280900" cy="530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s" sz="1800">
                <a:solidFill>
                  <a:schemeClr val="accent1"/>
                </a:solidFill>
                <a:latin typeface="Courier New"/>
                <a:ea typeface="Courier New"/>
                <a:cs typeface="Courier New"/>
                <a:sym typeface="Courier New"/>
              </a:rPr>
              <a:t>/etc/apache2/sites-available/</a:t>
            </a:r>
            <a:endParaRPr b="1" sz="1800">
              <a:solidFill>
                <a:schemeClr val="accent1"/>
              </a:solidFill>
              <a:latin typeface="Courier New"/>
              <a:ea typeface="Courier New"/>
              <a:cs typeface="Courier New"/>
              <a:sym typeface="Courier New"/>
            </a:endParaRPr>
          </a:p>
          <a:p>
            <a:pPr indent="-342900" lvl="0" marL="457200" rtl="0" algn="l">
              <a:lnSpc>
                <a:spcPct val="100000"/>
              </a:lnSpc>
              <a:spcBef>
                <a:spcPts val="1000"/>
              </a:spcBef>
              <a:spcAft>
                <a:spcPts val="0"/>
              </a:spcAft>
              <a:buClr>
                <a:schemeClr val="dk1"/>
              </a:buClr>
              <a:buSzPts val="1800"/>
              <a:buFont typeface="Ubuntu"/>
              <a:buChar char="●"/>
            </a:pPr>
            <a:r>
              <a:rPr lang="es" sz="1800">
                <a:solidFill>
                  <a:schemeClr val="dk1"/>
                </a:solidFill>
                <a:latin typeface="Ubuntu"/>
                <a:ea typeface="Ubuntu"/>
                <a:cs typeface="Ubuntu"/>
                <a:sym typeface="Ubuntu"/>
              </a:rPr>
              <a:t>Directorio de configuración de sitios virtuales disponibles.</a:t>
            </a:r>
            <a:endParaRPr sz="1800">
              <a:solidFill>
                <a:schemeClr val="dk1"/>
              </a:solidFill>
              <a:latin typeface="Ubuntu"/>
              <a:ea typeface="Ubuntu"/>
              <a:cs typeface="Ubuntu"/>
              <a:sym typeface="Ubuntu"/>
            </a:endParaRPr>
          </a:p>
          <a:p>
            <a:pPr indent="-342900" lvl="0" marL="457200" rtl="0" algn="l">
              <a:lnSpc>
                <a:spcPct val="100000"/>
              </a:lnSpc>
              <a:spcBef>
                <a:spcPts val="1000"/>
              </a:spcBef>
              <a:spcAft>
                <a:spcPts val="0"/>
              </a:spcAft>
              <a:buClr>
                <a:schemeClr val="dk1"/>
              </a:buClr>
              <a:buSzPts val="1800"/>
              <a:buFont typeface="Ubuntu"/>
              <a:buChar char="●"/>
            </a:pPr>
            <a:r>
              <a:rPr lang="es" sz="1800">
                <a:solidFill>
                  <a:schemeClr val="dk1"/>
                </a:solidFill>
                <a:latin typeface="Ubuntu"/>
                <a:ea typeface="Ubuntu"/>
                <a:cs typeface="Ubuntu"/>
                <a:sym typeface="Ubuntu"/>
              </a:rPr>
              <a:t>Contiene los ficheros de configuración de los sitios virtuales disponibles.</a:t>
            </a:r>
            <a:endParaRPr sz="1800">
              <a:solidFill>
                <a:schemeClr val="dk1"/>
              </a:solidFill>
              <a:latin typeface="Ubuntu"/>
              <a:ea typeface="Ubuntu"/>
              <a:cs typeface="Ubuntu"/>
              <a:sym typeface="Ubuntu"/>
            </a:endParaRPr>
          </a:p>
          <a:p>
            <a:pPr indent="-342900" lvl="0" marL="457200" rtl="0" algn="l">
              <a:lnSpc>
                <a:spcPct val="100000"/>
              </a:lnSpc>
              <a:spcBef>
                <a:spcPts val="1000"/>
              </a:spcBef>
              <a:spcAft>
                <a:spcPts val="0"/>
              </a:spcAft>
              <a:buClr>
                <a:schemeClr val="dk1"/>
              </a:buClr>
              <a:buSzPts val="1800"/>
              <a:buFont typeface="Ubuntu"/>
              <a:buChar char="●"/>
            </a:pPr>
            <a:r>
              <a:rPr lang="es" sz="1800">
                <a:solidFill>
                  <a:schemeClr val="dk1"/>
                </a:solidFill>
                <a:latin typeface="Ubuntu"/>
                <a:ea typeface="Ubuntu"/>
                <a:cs typeface="Ubuntu"/>
                <a:sym typeface="Ubuntu"/>
              </a:rPr>
              <a:t>Por defecto está creado el chero  default con la configuración del denominado servidor virtual por defecto.</a:t>
            </a:r>
            <a:endParaRPr sz="1800">
              <a:solidFill>
                <a:schemeClr val="dk1"/>
              </a:solidFill>
              <a:latin typeface="Ubuntu"/>
              <a:ea typeface="Ubuntu"/>
              <a:cs typeface="Ubuntu"/>
              <a:sym typeface="Ubuntu"/>
            </a:endParaRPr>
          </a:p>
          <a:p>
            <a:pPr indent="0" lvl="0" marL="0" rtl="0" algn="l">
              <a:lnSpc>
                <a:spcPct val="100000"/>
              </a:lnSpc>
              <a:spcBef>
                <a:spcPts val="1000"/>
              </a:spcBef>
              <a:spcAft>
                <a:spcPts val="0"/>
              </a:spcAft>
              <a:buNone/>
            </a:pPr>
            <a:r>
              <a:rPr b="1" lang="es" sz="1800">
                <a:solidFill>
                  <a:schemeClr val="accent1"/>
                </a:solidFill>
                <a:latin typeface="Courier New"/>
                <a:ea typeface="Courier New"/>
                <a:cs typeface="Courier New"/>
                <a:sym typeface="Courier New"/>
              </a:rPr>
              <a:t>/etc/apache2/sites-enabled/</a:t>
            </a:r>
            <a:endParaRPr b="1" sz="1800">
              <a:solidFill>
                <a:schemeClr val="accent1"/>
              </a:solidFill>
              <a:latin typeface="Courier New"/>
              <a:ea typeface="Courier New"/>
              <a:cs typeface="Courier New"/>
              <a:sym typeface="Courier New"/>
            </a:endParaRPr>
          </a:p>
          <a:p>
            <a:pPr indent="-342900" lvl="0" marL="457200" rtl="0" algn="l">
              <a:lnSpc>
                <a:spcPct val="100000"/>
              </a:lnSpc>
              <a:spcBef>
                <a:spcPts val="1000"/>
              </a:spcBef>
              <a:spcAft>
                <a:spcPts val="0"/>
              </a:spcAft>
              <a:buClr>
                <a:schemeClr val="dk1"/>
              </a:buClr>
              <a:buSzPts val="1800"/>
              <a:buFont typeface="Ubuntu"/>
              <a:buChar char="●"/>
            </a:pPr>
            <a:r>
              <a:rPr lang="es" sz="1800">
                <a:solidFill>
                  <a:schemeClr val="dk1"/>
                </a:solidFill>
                <a:latin typeface="Ubuntu"/>
                <a:ea typeface="Ubuntu"/>
                <a:cs typeface="Ubuntu"/>
                <a:sym typeface="Ubuntu"/>
              </a:rPr>
              <a:t>Directorio de configuración de sitios virtuales habilitados.</a:t>
            </a:r>
            <a:endParaRPr sz="1800">
              <a:solidFill>
                <a:schemeClr val="dk1"/>
              </a:solidFill>
              <a:latin typeface="Ubuntu"/>
              <a:ea typeface="Ubuntu"/>
              <a:cs typeface="Ubuntu"/>
              <a:sym typeface="Ubuntu"/>
            </a:endParaRPr>
          </a:p>
          <a:p>
            <a:pPr indent="-342900" lvl="0" marL="457200" rtl="0" algn="l">
              <a:lnSpc>
                <a:spcPct val="100000"/>
              </a:lnSpc>
              <a:spcBef>
                <a:spcPts val="1000"/>
              </a:spcBef>
              <a:spcAft>
                <a:spcPts val="0"/>
              </a:spcAft>
              <a:buClr>
                <a:schemeClr val="dk1"/>
              </a:buClr>
              <a:buSzPts val="1800"/>
              <a:buFont typeface="Ubuntu"/>
              <a:buChar char="●"/>
            </a:pPr>
            <a:r>
              <a:rPr lang="es" sz="1800">
                <a:solidFill>
                  <a:schemeClr val="dk1"/>
                </a:solidFill>
                <a:latin typeface="Ubuntu"/>
                <a:ea typeface="Ubuntu"/>
                <a:cs typeface="Ubuntu"/>
                <a:sym typeface="Ubuntu"/>
              </a:rPr>
              <a:t>Contiene enlaces simbólicos a los ficheros de  sites-available.</a:t>
            </a:r>
            <a:endParaRPr sz="1800">
              <a:solidFill>
                <a:schemeClr val="dk1"/>
              </a:solidFill>
              <a:latin typeface="Ubuntu"/>
              <a:ea typeface="Ubuntu"/>
              <a:cs typeface="Ubuntu"/>
              <a:sym typeface="Ubuntu"/>
            </a:endParaRPr>
          </a:p>
          <a:p>
            <a:pPr indent="-342900" lvl="0" marL="457200" rtl="0" algn="l">
              <a:lnSpc>
                <a:spcPct val="100000"/>
              </a:lnSpc>
              <a:spcBef>
                <a:spcPts val="1000"/>
              </a:spcBef>
              <a:spcAft>
                <a:spcPts val="0"/>
              </a:spcAft>
              <a:buClr>
                <a:schemeClr val="dk1"/>
              </a:buClr>
              <a:buSzPts val="1800"/>
              <a:buFont typeface="Ubuntu"/>
              <a:buChar char="●"/>
            </a:pPr>
            <a:r>
              <a:rPr lang="es" sz="1800">
                <a:solidFill>
                  <a:schemeClr val="dk1"/>
                </a:solidFill>
                <a:latin typeface="Ubuntu"/>
                <a:ea typeface="Ubuntu"/>
                <a:cs typeface="Ubuntu"/>
                <a:sym typeface="Ubuntu"/>
              </a:rPr>
              <a:t>Los enlaces que se encuentren en este directorio serán los servidores virtuales de Apache.</a:t>
            </a:r>
            <a:endParaRPr sz="1800">
              <a:solidFill>
                <a:schemeClr val="dk1"/>
              </a:solidFill>
              <a:latin typeface="Ubuntu"/>
              <a:ea typeface="Ubuntu"/>
              <a:cs typeface="Ubuntu"/>
              <a:sym typeface="Ubuntu"/>
            </a:endParaRPr>
          </a:p>
          <a:p>
            <a:pPr indent="-342900" lvl="0" marL="457200" rtl="0" algn="l">
              <a:lnSpc>
                <a:spcPct val="100000"/>
              </a:lnSpc>
              <a:spcBef>
                <a:spcPts val="1000"/>
              </a:spcBef>
              <a:spcAft>
                <a:spcPts val="0"/>
              </a:spcAft>
              <a:buClr>
                <a:schemeClr val="dk1"/>
              </a:buClr>
              <a:buSzPts val="1800"/>
              <a:buFont typeface="Ubuntu"/>
              <a:buChar char="●"/>
            </a:pPr>
            <a:r>
              <a:rPr lang="es" sz="1800">
                <a:solidFill>
                  <a:schemeClr val="dk1"/>
                </a:solidFill>
                <a:latin typeface="Ubuntu"/>
                <a:ea typeface="Ubuntu"/>
                <a:cs typeface="Ubuntu"/>
                <a:sym typeface="Ubuntu"/>
              </a:rPr>
              <a:t>Se incluyen en el fichero  </a:t>
            </a:r>
            <a:r>
              <a:rPr b="1" lang="es" sz="1800">
                <a:solidFill>
                  <a:schemeClr val="accent1"/>
                </a:solidFill>
                <a:latin typeface="Courier New"/>
                <a:ea typeface="Courier New"/>
                <a:cs typeface="Courier New"/>
                <a:sym typeface="Courier New"/>
              </a:rPr>
              <a:t>apache2.conf</a:t>
            </a:r>
            <a:r>
              <a:rPr lang="es" sz="1800">
                <a:solidFill>
                  <a:schemeClr val="dk1"/>
                </a:solidFill>
                <a:latin typeface="Ubuntu"/>
                <a:ea typeface="Ubuntu"/>
                <a:cs typeface="Ubuntu"/>
                <a:sym typeface="Ubuntu"/>
              </a:rPr>
              <a:t> por orden alfabético.</a:t>
            </a:r>
            <a:endParaRPr sz="1800">
              <a:solidFill>
                <a:schemeClr val="dk1"/>
              </a:solidFill>
              <a:latin typeface="Ubuntu"/>
              <a:ea typeface="Ubuntu"/>
              <a:cs typeface="Ubuntu"/>
              <a:sym typeface="Ubuntu"/>
            </a:endParaRPr>
          </a:p>
          <a:p>
            <a:pPr indent="-342900" lvl="0" marL="457200" rtl="0" algn="l">
              <a:lnSpc>
                <a:spcPct val="100000"/>
              </a:lnSpc>
              <a:spcBef>
                <a:spcPts val="1000"/>
              </a:spcBef>
              <a:spcAft>
                <a:spcPts val="0"/>
              </a:spcAft>
              <a:buClr>
                <a:schemeClr val="dk1"/>
              </a:buClr>
              <a:buSzPts val="1800"/>
              <a:buFont typeface="Ubuntu"/>
              <a:buChar char="●"/>
            </a:pPr>
            <a:r>
              <a:rPr lang="es" sz="1800">
                <a:solidFill>
                  <a:schemeClr val="dk1"/>
                </a:solidFill>
                <a:latin typeface="Ubuntu"/>
                <a:ea typeface="Ubuntu"/>
                <a:cs typeface="Ubuntu"/>
                <a:sym typeface="Ubuntu"/>
              </a:rPr>
              <a:t>Por defecto está creado el fichero  </a:t>
            </a:r>
            <a:r>
              <a:rPr b="1" lang="es" sz="1800">
                <a:solidFill>
                  <a:schemeClr val="accent1"/>
                </a:solidFill>
                <a:latin typeface="Courier New"/>
                <a:ea typeface="Courier New"/>
                <a:cs typeface="Courier New"/>
                <a:sym typeface="Courier New"/>
              </a:rPr>
              <a:t>000-default.conf</a:t>
            </a:r>
            <a:r>
              <a:rPr lang="es" sz="1800">
                <a:solidFill>
                  <a:schemeClr val="dk1"/>
                </a:solidFill>
                <a:latin typeface="Ubuntu"/>
                <a:ea typeface="Ubuntu"/>
                <a:cs typeface="Ubuntu"/>
                <a:sym typeface="Ubuntu"/>
              </a:rPr>
              <a:t> que es un enlace al fichero  default de  </a:t>
            </a:r>
            <a:r>
              <a:rPr b="1" lang="es" sz="1800">
                <a:solidFill>
                  <a:srgbClr val="DA0002"/>
                </a:solidFill>
                <a:latin typeface="Courier New"/>
                <a:ea typeface="Courier New"/>
                <a:cs typeface="Courier New"/>
                <a:sym typeface="Courier New"/>
              </a:rPr>
              <a:t>sites-availables</a:t>
            </a:r>
            <a:r>
              <a:rPr lang="es" sz="1800">
                <a:solidFill>
                  <a:schemeClr val="dk1"/>
                </a:solidFill>
                <a:latin typeface="Ubuntu"/>
                <a:ea typeface="Ubuntu"/>
                <a:cs typeface="Ubuntu"/>
                <a:sym typeface="Ubuntu"/>
              </a:rPr>
              <a:t>.</a:t>
            </a:r>
            <a:endParaRPr sz="1800">
              <a:solidFill>
                <a:schemeClr val="dk1"/>
              </a:solidFill>
              <a:latin typeface="Ubuntu"/>
              <a:ea typeface="Ubuntu"/>
              <a:cs typeface="Ubuntu"/>
              <a:sym typeface="Ubuntu"/>
            </a:endParaRPr>
          </a:p>
          <a:p>
            <a:pPr indent="0" lvl="0" marL="0" rtl="0" algn="l">
              <a:spcBef>
                <a:spcPts val="1000"/>
              </a:spcBef>
              <a:spcAft>
                <a:spcPts val="0"/>
              </a:spcAft>
              <a:buNone/>
            </a:pPr>
            <a:r>
              <a:t/>
            </a:r>
            <a:endParaRPr sz="1800">
              <a:latin typeface="Ubuntu"/>
              <a:ea typeface="Ubuntu"/>
              <a:cs typeface="Ubuntu"/>
              <a:sym typeface="Ubuntu"/>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457200" y="-106362"/>
            <a:ext cx="8229600" cy="1143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sz="2800"/>
              <a:t>Directorios de configuración de sitios virtuales</a:t>
            </a:r>
            <a:endParaRPr/>
          </a:p>
        </p:txBody>
      </p:sp>
      <p:sp>
        <p:nvSpPr>
          <p:cNvPr id="118" name="Google Shape;118;p20"/>
          <p:cNvSpPr txBox="1"/>
          <p:nvPr>
            <p:ph idx="1" type="body"/>
          </p:nvPr>
        </p:nvSpPr>
        <p:spPr>
          <a:xfrm>
            <a:off x="457200" y="1066150"/>
            <a:ext cx="8229600" cy="5508000"/>
          </a:xfrm>
          <a:prstGeom prst="rect">
            <a:avLst/>
          </a:prstGeom>
        </p:spPr>
        <p:txBody>
          <a:bodyPr anchorCtr="0" anchor="t" bIns="91425" lIns="91425" spcFirstLastPara="1" rIns="91425" wrap="square" tIns="91425">
            <a:noAutofit/>
          </a:bodyPr>
          <a:lstStyle/>
          <a:p>
            <a:pPr indent="0" lvl="0" marL="0" rtl="0" algn="ctr">
              <a:lnSpc>
                <a:spcPct val="115000"/>
              </a:lnSpc>
              <a:spcBef>
                <a:spcPts val="600"/>
              </a:spcBef>
              <a:spcAft>
                <a:spcPts val="0"/>
              </a:spcAft>
              <a:buClr>
                <a:schemeClr val="dk1"/>
              </a:buClr>
              <a:buSzPts val="1100"/>
              <a:buFont typeface="Arial"/>
              <a:buNone/>
            </a:pPr>
            <a:r>
              <a:t/>
            </a:r>
            <a:endParaRPr b="1" sz="2200">
              <a:solidFill>
                <a:schemeClr val="accent1"/>
              </a:solidFill>
              <a:latin typeface="Courier New"/>
              <a:ea typeface="Courier New"/>
              <a:cs typeface="Courier New"/>
              <a:sym typeface="Courier New"/>
            </a:endParaRPr>
          </a:p>
          <a:p>
            <a:pPr indent="0" lvl="0" marL="0" rtl="0" algn="l">
              <a:lnSpc>
                <a:spcPct val="115000"/>
              </a:lnSpc>
              <a:spcBef>
                <a:spcPts val="1000"/>
              </a:spcBef>
              <a:spcAft>
                <a:spcPts val="0"/>
              </a:spcAft>
              <a:buClr>
                <a:schemeClr val="dk1"/>
              </a:buClr>
              <a:buSzPts val="1100"/>
              <a:buFont typeface="Arial"/>
              <a:buNone/>
            </a:pPr>
            <a:r>
              <a:rPr lang="es" sz="2200"/>
              <a:t>Para habilitar un sitio virtual:</a:t>
            </a:r>
            <a:endParaRPr sz="2200"/>
          </a:p>
          <a:p>
            <a:pPr indent="0" lvl="0" marL="0" rtl="0" algn="ctr">
              <a:lnSpc>
                <a:spcPct val="115000"/>
              </a:lnSpc>
              <a:spcBef>
                <a:spcPts val="1000"/>
              </a:spcBef>
              <a:spcAft>
                <a:spcPts val="0"/>
              </a:spcAft>
              <a:buClr>
                <a:schemeClr val="dk1"/>
              </a:buClr>
              <a:buSzPts val="1100"/>
              <a:buFont typeface="Arial"/>
              <a:buNone/>
            </a:pPr>
            <a:r>
              <a:rPr b="1" lang="es" sz="2200">
                <a:solidFill>
                  <a:schemeClr val="accent1"/>
                </a:solidFill>
                <a:latin typeface="Courier New"/>
                <a:ea typeface="Courier New"/>
                <a:cs typeface="Courier New"/>
                <a:sym typeface="Courier New"/>
              </a:rPr>
              <a:t>$ sudo a2ensite nombre_del_sitio</a:t>
            </a:r>
            <a:endParaRPr b="1" sz="2200">
              <a:solidFill>
                <a:schemeClr val="accent1"/>
              </a:solidFill>
              <a:latin typeface="Courier New"/>
              <a:ea typeface="Courier New"/>
              <a:cs typeface="Courier New"/>
              <a:sym typeface="Courier New"/>
            </a:endParaRPr>
          </a:p>
          <a:p>
            <a:pPr indent="0" lvl="0" marL="0" rtl="0" algn="l">
              <a:lnSpc>
                <a:spcPct val="115000"/>
              </a:lnSpc>
              <a:spcBef>
                <a:spcPts val="1000"/>
              </a:spcBef>
              <a:spcAft>
                <a:spcPts val="0"/>
              </a:spcAft>
              <a:buClr>
                <a:schemeClr val="dk1"/>
              </a:buClr>
              <a:buSzPts val="1100"/>
              <a:buFont typeface="Arial"/>
              <a:buNone/>
            </a:pPr>
            <a:r>
              <a:rPr lang="es" sz="2200"/>
              <a:t>Para deshabilitar un sitio virtual:</a:t>
            </a:r>
            <a:endParaRPr sz="2200"/>
          </a:p>
          <a:p>
            <a:pPr indent="0" lvl="0" marL="0" rtl="0" algn="ctr">
              <a:lnSpc>
                <a:spcPct val="115000"/>
              </a:lnSpc>
              <a:spcBef>
                <a:spcPts val="1000"/>
              </a:spcBef>
              <a:spcAft>
                <a:spcPts val="0"/>
              </a:spcAft>
              <a:buClr>
                <a:schemeClr val="dk1"/>
              </a:buClr>
              <a:buSzPts val="1100"/>
              <a:buFont typeface="Arial"/>
              <a:buNone/>
            </a:pPr>
            <a:r>
              <a:rPr b="1" lang="es" sz="2200">
                <a:solidFill>
                  <a:schemeClr val="accent1"/>
                </a:solidFill>
                <a:latin typeface="Courier New"/>
                <a:ea typeface="Courier New"/>
                <a:cs typeface="Courier New"/>
                <a:sym typeface="Courier New"/>
              </a:rPr>
              <a:t>$ sudo a2dissite nombre_del_sitio</a:t>
            </a:r>
            <a:endParaRPr sz="2200"/>
          </a:p>
          <a:p>
            <a:pPr indent="0" lvl="0" marL="0" rtl="0" algn="l">
              <a:lnSpc>
                <a:spcPct val="115000"/>
              </a:lnSpc>
              <a:spcBef>
                <a:spcPts val="1000"/>
              </a:spcBef>
              <a:spcAft>
                <a:spcPts val="1000"/>
              </a:spcAft>
              <a:buClr>
                <a:schemeClr val="dk1"/>
              </a:buClr>
              <a:buSzPts val="1100"/>
              <a:buFont typeface="Arial"/>
              <a:buNone/>
            </a:pPr>
            <a:r>
              <a:rPr lang="es" sz="2200"/>
              <a:t>Para que los cambios surtan efecto se debe reiniciar el servidor.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457200" y="-106362"/>
            <a:ext cx="8229600" cy="1143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Configuración de /etc/apache2/ports.conf</a:t>
            </a:r>
            <a:endParaRPr/>
          </a:p>
        </p:txBody>
      </p:sp>
      <p:sp>
        <p:nvSpPr>
          <p:cNvPr id="124" name="Google Shape;124;p21"/>
          <p:cNvSpPr txBox="1"/>
          <p:nvPr>
            <p:ph idx="1" type="body"/>
          </p:nvPr>
        </p:nvSpPr>
        <p:spPr>
          <a:xfrm>
            <a:off x="457200" y="1066150"/>
            <a:ext cx="8229600" cy="5508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s" sz="1800"/>
              <a:t>Ejemplo de configuración de </a:t>
            </a:r>
            <a:r>
              <a:rPr b="1" lang="es" sz="1800">
                <a:solidFill>
                  <a:schemeClr val="accent1"/>
                </a:solidFill>
              </a:rPr>
              <a:t>ports.conf</a:t>
            </a:r>
            <a:r>
              <a:rPr lang="es" sz="1800"/>
              <a:t> en distintas IP y puertos.</a:t>
            </a:r>
            <a:endParaRPr sz="1800"/>
          </a:p>
        </p:txBody>
      </p:sp>
      <p:pic>
        <p:nvPicPr>
          <p:cNvPr id="125" name="Google Shape;125;p21"/>
          <p:cNvPicPr preferRelativeResize="0"/>
          <p:nvPr/>
        </p:nvPicPr>
        <p:blipFill>
          <a:blip r:embed="rId3">
            <a:alphaModFix/>
          </a:blip>
          <a:stretch>
            <a:fillRect/>
          </a:stretch>
        </p:blipFill>
        <p:spPr>
          <a:xfrm>
            <a:off x="666750" y="2095500"/>
            <a:ext cx="7810500" cy="2667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457200" y="-106362"/>
            <a:ext cx="8229600" cy="1143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Directiva Directory</a:t>
            </a:r>
            <a:endParaRPr/>
          </a:p>
        </p:txBody>
      </p:sp>
      <p:sp>
        <p:nvSpPr>
          <p:cNvPr id="131" name="Google Shape;131;p22"/>
          <p:cNvSpPr txBox="1"/>
          <p:nvPr>
            <p:ph idx="1" type="body"/>
          </p:nvPr>
        </p:nvSpPr>
        <p:spPr>
          <a:xfrm>
            <a:off x="457200" y="1066150"/>
            <a:ext cx="8229600" cy="550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800">
                <a:latin typeface="Courier New"/>
                <a:ea typeface="Courier New"/>
                <a:cs typeface="Courier New"/>
                <a:sym typeface="Courier New"/>
              </a:rPr>
              <a:t># Directiva Directory que incluye un grupo de </a:t>
            </a:r>
            <a:endParaRPr sz="1800">
              <a:latin typeface="Courier New"/>
              <a:ea typeface="Courier New"/>
              <a:cs typeface="Courier New"/>
              <a:sym typeface="Courier New"/>
            </a:endParaRPr>
          </a:p>
          <a:p>
            <a:pPr indent="0" lvl="0" marL="0" rtl="0" algn="l">
              <a:spcBef>
                <a:spcPts val="0"/>
              </a:spcBef>
              <a:spcAft>
                <a:spcPts val="0"/>
              </a:spcAft>
              <a:buNone/>
            </a:pPr>
            <a:r>
              <a:rPr lang="es" sz="1800">
                <a:latin typeface="Courier New"/>
                <a:ea typeface="Courier New"/>
                <a:cs typeface="Courier New"/>
                <a:sym typeface="Courier New"/>
              </a:rPr>
              <a:t># especificaciones que se aplican solo al directorio del </a:t>
            </a:r>
            <a:endParaRPr sz="1800">
              <a:latin typeface="Courier New"/>
              <a:ea typeface="Courier New"/>
              <a:cs typeface="Courier New"/>
              <a:sym typeface="Courier New"/>
            </a:endParaRPr>
          </a:p>
          <a:p>
            <a:pPr indent="0" lvl="0" marL="0" rtl="0" algn="l">
              <a:spcBef>
                <a:spcPts val="0"/>
              </a:spcBef>
              <a:spcAft>
                <a:spcPts val="0"/>
              </a:spcAft>
              <a:buNone/>
            </a:pPr>
            <a:r>
              <a:rPr lang="es" sz="1800">
                <a:latin typeface="Courier New"/>
                <a:ea typeface="Courier New"/>
                <a:cs typeface="Courier New"/>
                <a:sym typeface="Courier New"/>
              </a:rPr>
              <a:t># sistema de archivos, subdirectorios y su contenido</a:t>
            </a:r>
            <a:endParaRPr sz="1800">
              <a:latin typeface="Courier New"/>
              <a:ea typeface="Courier New"/>
              <a:cs typeface="Courier New"/>
              <a:sym typeface="Courier New"/>
            </a:endParaRPr>
          </a:p>
          <a:p>
            <a:pPr indent="0" lvl="0" marL="0" rtl="0" algn="l">
              <a:spcBef>
                <a:spcPts val="1000"/>
              </a:spcBef>
              <a:spcAft>
                <a:spcPts val="0"/>
              </a:spcAft>
              <a:buNone/>
            </a:pPr>
            <a:r>
              <a:rPr lang="es" sz="1800">
                <a:latin typeface="Courier New"/>
                <a:ea typeface="Courier New"/>
                <a:cs typeface="Courier New"/>
                <a:sym typeface="Courier New"/>
              </a:rPr>
              <a:t>&lt;Directory /var/www/html&gt;</a:t>
            </a:r>
            <a:br>
              <a:rPr lang="es" sz="1800">
                <a:latin typeface="Courier New"/>
                <a:ea typeface="Courier New"/>
                <a:cs typeface="Courier New"/>
                <a:sym typeface="Courier New"/>
              </a:rPr>
            </a:br>
            <a:r>
              <a:rPr lang="es" sz="1800">
                <a:latin typeface="Courier New"/>
                <a:ea typeface="Courier New"/>
                <a:cs typeface="Courier New"/>
                <a:sym typeface="Courier New"/>
              </a:rPr>
              <a:t>	DirectoryIndex daw.html</a:t>
            </a:r>
            <a:br>
              <a:rPr lang="es" sz="1800">
                <a:latin typeface="Courier New"/>
                <a:ea typeface="Courier New"/>
                <a:cs typeface="Courier New"/>
                <a:sym typeface="Courier New"/>
              </a:rPr>
            </a:br>
            <a:r>
              <a:rPr lang="es" sz="1800">
                <a:latin typeface="Courier New"/>
                <a:ea typeface="Courier New"/>
                <a:cs typeface="Courier New"/>
                <a:sym typeface="Courier New"/>
              </a:rPr>
              <a:t>	Options Indexes FollowSymLinks</a:t>
            </a:r>
            <a:br>
              <a:rPr lang="es" sz="1800">
                <a:latin typeface="Courier New"/>
                <a:ea typeface="Courier New"/>
                <a:cs typeface="Courier New"/>
                <a:sym typeface="Courier New"/>
              </a:rPr>
            </a:br>
            <a:r>
              <a:rPr lang="es" sz="1800">
                <a:latin typeface="Courier New"/>
                <a:ea typeface="Courier New"/>
                <a:cs typeface="Courier New"/>
                <a:sym typeface="Courier New"/>
              </a:rPr>
              <a:t>	AllowOverride None</a:t>
            </a:r>
            <a:br>
              <a:rPr lang="es" sz="1800">
                <a:latin typeface="Courier New"/>
                <a:ea typeface="Courier New"/>
                <a:cs typeface="Courier New"/>
                <a:sym typeface="Courier New"/>
              </a:rPr>
            </a:br>
            <a:r>
              <a:rPr lang="es" sz="1800">
                <a:latin typeface="Courier New"/>
                <a:ea typeface="Courier New"/>
                <a:cs typeface="Courier New"/>
                <a:sym typeface="Courier New"/>
              </a:rPr>
              <a:t>	Require all granted</a:t>
            </a:r>
            <a:br>
              <a:rPr lang="es" sz="1800">
                <a:latin typeface="Courier New"/>
                <a:ea typeface="Courier New"/>
                <a:cs typeface="Courier New"/>
                <a:sym typeface="Courier New"/>
              </a:rPr>
            </a:br>
            <a:r>
              <a:rPr lang="es" sz="1800">
                <a:latin typeface="Courier New"/>
                <a:ea typeface="Courier New"/>
                <a:cs typeface="Courier New"/>
                <a:sym typeface="Courier New"/>
              </a:rPr>
              <a:t>&lt;/Directory&gt;</a:t>
            </a:r>
            <a:endParaRPr sz="1800">
              <a:latin typeface="Courier New"/>
              <a:ea typeface="Courier New"/>
              <a:cs typeface="Courier New"/>
              <a:sym typeface="Courier New"/>
            </a:endParaRPr>
          </a:p>
          <a:p>
            <a:pPr indent="0" lvl="0" marL="0" rtl="0" algn="l">
              <a:spcBef>
                <a:spcPts val="1000"/>
              </a:spcBef>
              <a:spcAft>
                <a:spcPts val="0"/>
              </a:spcAft>
              <a:buNone/>
            </a:pPr>
            <a:r>
              <a:t/>
            </a:r>
            <a:endParaRPr sz="1800">
              <a:latin typeface="Courier New"/>
              <a:ea typeface="Courier New"/>
              <a:cs typeface="Courier New"/>
              <a:sym typeface="Courier New"/>
            </a:endParaRPr>
          </a:p>
          <a:p>
            <a:pPr indent="0" lvl="0" marL="0" rtl="0" algn="l">
              <a:spcBef>
                <a:spcPts val="1000"/>
              </a:spcBef>
              <a:spcAft>
                <a:spcPts val="0"/>
              </a:spcAft>
              <a:buNone/>
            </a:pPr>
            <a:r>
              <a:rPr lang="es" sz="1800">
                <a:latin typeface="Courier New"/>
                <a:ea typeface="Courier New"/>
                <a:cs typeface="Courier New"/>
                <a:sym typeface="Courier New"/>
              </a:rPr>
              <a:t>Redirect /fp http://www.todofp.es</a:t>
            </a:r>
            <a:endParaRPr sz="1800">
              <a:latin typeface="Courier New"/>
              <a:ea typeface="Courier New"/>
              <a:cs typeface="Courier New"/>
              <a:sym typeface="Courier New"/>
            </a:endParaRPr>
          </a:p>
          <a:p>
            <a:pPr indent="0" lvl="0" marL="0" rtl="0" algn="l">
              <a:spcBef>
                <a:spcPts val="1000"/>
              </a:spcBef>
              <a:spcAft>
                <a:spcPts val="1000"/>
              </a:spcAft>
              <a:buNone/>
            </a:pPr>
            <a:br>
              <a:rPr lang="es" sz="1800">
                <a:latin typeface="Courier New"/>
                <a:ea typeface="Courier New"/>
                <a:cs typeface="Courier New"/>
                <a:sym typeface="Courier New"/>
              </a:rPr>
            </a:br>
            <a:r>
              <a:rPr lang="es" sz="1800">
                <a:latin typeface="Courier New"/>
                <a:ea typeface="Courier New"/>
                <a:cs typeface="Courier New"/>
                <a:sym typeface="Courier New"/>
              </a:rPr>
              <a:t>&lt;Directory /var/www/html/ciclo&gt;</a:t>
            </a:r>
            <a:br>
              <a:rPr lang="es" sz="1800">
                <a:latin typeface="Courier New"/>
                <a:ea typeface="Courier New"/>
                <a:cs typeface="Courier New"/>
                <a:sym typeface="Courier New"/>
              </a:rPr>
            </a:br>
            <a:r>
              <a:rPr lang="es" sz="1800">
                <a:latin typeface="Courier New"/>
                <a:ea typeface="Courier New"/>
                <a:cs typeface="Courier New"/>
                <a:sym typeface="Courier New"/>
              </a:rPr>
              <a:t>	DirectoryIndex despliegue.html</a:t>
            </a:r>
            <a:br>
              <a:rPr lang="es" sz="1800">
                <a:latin typeface="Courier New"/>
                <a:ea typeface="Courier New"/>
                <a:cs typeface="Courier New"/>
                <a:sym typeface="Courier New"/>
              </a:rPr>
            </a:br>
            <a:r>
              <a:rPr lang="es" sz="1800">
                <a:latin typeface="Courier New"/>
                <a:ea typeface="Courier New"/>
                <a:cs typeface="Courier New"/>
                <a:sym typeface="Courier New"/>
              </a:rPr>
              <a:t>	Options Indexes FollowSymLinks</a:t>
            </a:r>
            <a:br>
              <a:rPr lang="es" sz="1800">
                <a:latin typeface="Courier New"/>
                <a:ea typeface="Courier New"/>
                <a:cs typeface="Courier New"/>
                <a:sym typeface="Courier New"/>
              </a:rPr>
            </a:br>
            <a:r>
              <a:rPr lang="es" sz="1800">
                <a:latin typeface="Courier New"/>
                <a:ea typeface="Courier New"/>
                <a:cs typeface="Courier New"/>
                <a:sym typeface="Courier New"/>
              </a:rPr>
              <a:t>	AllowOverride None</a:t>
            </a:r>
            <a:br>
              <a:rPr lang="es" sz="1800">
                <a:latin typeface="Courier New"/>
                <a:ea typeface="Courier New"/>
                <a:cs typeface="Courier New"/>
                <a:sym typeface="Courier New"/>
              </a:rPr>
            </a:br>
            <a:r>
              <a:rPr lang="es" sz="1800">
                <a:latin typeface="Courier New"/>
                <a:ea typeface="Courier New"/>
                <a:cs typeface="Courier New"/>
                <a:sym typeface="Courier New"/>
              </a:rPr>
              <a:t>	Require all granted</a:t>
            </a:r>
            <a:br>
              <a:rPr lang="es" sz="1800">
                <a:latin typeface="Courier New"/>
                <a:ea typeface="Courier New"/>
                <a:cs typeface="Courier New"/>
                <a:sym typeface="Courier New"/>
              </a:rPr>
            </a:br>
            <a:r>
              <a:rPr lang="es" sz="1800">
                <a:latin typeface="Courier New"/>
                <a:ea typeface="Courier New"/>
                <a:cs typeface="Courier New"/>
                <a:sym typeface="Courier New"/>
              </a:rPr>
              <a:t>&lt;/Directory&gt;</a:t>
            </a:r>
            <a:br>
              <a:rPr lang="es"/>
            </a:b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457200" y="-106362"/>
            <a:ext cx="8229600" cy="1143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Módulos en Apache2</a:t>
            </a:r>
            <a:endParaRPr/>
          </a:p>
        </p:txBody>
      </p:sp>
      <p:sp>
        <p:nvSpPr>
          <p:cNvPr id="137" name="Google Shape;137;p23"/>
          <p:cNvSpPr txBox="1"/>
          <p:nvPr>
            <p:ph idx="1" type="body"/>
          </p:nvPr>
        </p:nvSpPr>
        <p:spPr>
          <a:xfrm>
            <a:off x="457200" y="1066150"/>
            <a:ext cx="8229600" cy="55080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s" sz="2200"/>
              <a:t>Para comprobar los módulos estáticos que se han cargado al compilar el servidor:</a:t>
            </a:r>
            <a:endParaRPr sz="2200"/>
          </a:p>
          <a:p>
            <a:pPr indent="0" lvl="0" marL="0" rtl="0" algn="ctr">
              <a:lnSpc>
                <a:spcPct val="115000"/>
              </a:lnSpc>
              <a:spcBef>
                <a:spcPts val="1000"/>
              </a:spcBef>
              <a:spcAft>
                <a:spcPts val="0"/>
              </a:spcAft>
              <a:buNone/>
            </a:pPr>
            <a:r>
              <a:rPr b="1" lang="es" sz="2200">
                <a:solidFill>
                  <a:schemeClr val="accent1"/>
                </a:solidFill>
                <a:latin typeface="Courier New"/>
                <a:ea typeface="Courier New"/>
                <a:cs typeface="Courier New"/>
                <a:sym typeface="Courier New"/>
              </a:rPr>
              <a:t>$ sudo apache2ctl -l</a:t>
            </a:r>
            <a:endParaRPr sz="2200"/>
          </a:p>
          <a:p>
            <a:pPr indent="0" lvl="0" marL="0" rtl="0" algn="l">
              <a:lnSpc>
                <a:spcPct val="115000"/>
              </a:lnSpc>
              <a:spcBef>
                <a:spcPts val="1000"/>
              </a:spcBef>
              <a:spcAft>
                <a:spcPts val="0"/>
              </a:spcAft>
              <a:buNone/>
            </a:pPr>
            <a:r>
              <a:rPr lang="es" sz="2200"/>
              <a:t>Para comprobar los módulos que se han cargado dinámicamente al arrancar el servidor se debe consultar el directorio:</a:t>
            </a:r>
            <a:endParaRPr sz="2200"/>
          </a:p>
          <a:p>
            <a:pPr indent="0" lvl="0" marL="0" rtl="0" algn="ctr">
              <a:lnSpc>
                <a:spcPct val="115000"/>
              </a:lnSpc>
              <a:spcBef>
                <a:spcPts val="1000"/>
              </a:spcBef>
              <a:spcAft>
                <a:spcPts val="0"/>
              </a:spcAft>
              <a:buNone/>
            </a:pPr>
            <a:r>
              <a:rPr b="1" lang="es" sz="2200">
                <a:solidFill>
                  <a:schemeClr val="accent1"/>
                </a:solidFill>
                <a:latin typeface="Courier New"/>
                <a:ea typeface="Courier New"/>
                <a:cs typeface="Courier New"/>
                <a:sym typeface="Courier New"/>
              </a:rPr>
              <a:t>/etc/apache2/mods-enabled</a:t>
            </a:r>
            <a:endParaRPr b="1" sz="2200">
              <a:solidFill>
                <a:schemeClr val="accent1"/>
              </a:solidFill>
              <a:latin typeface="Courier New"/>
              <a:ea typeface="Courier New"/>
              <a:cs typeface="Courier New"/>
              <a:sym typeface="Courier New"/>
            </a:endParaRPr>
          </a:p>
          <a:p>
            <a:pPr indent="0" lvl="0" marL="0" rtl="0" algn="l">
              <a:lnSpc>
                <a:spcPct val="115000"/>
              </a:lnSpc>
              <a:spcBef>
                <a:spcPts val="1000"/>
              </a:spcBef>
              <a:spcAft>
                <a:spcPts val="0"/>
              </a:spcAft>
              <a:buNone/>
            </a:pPr>
            <a:r>
              <a:rPr lang="es" sz="2200"/>
              <a:t>Los ficheros que aparecen en el directorio anterior son enlaces simbólicos </a:t>
            </a:r>
            <a:endParaRPr sz="2200"/>
          </a:p>
          <a:p>
            <a:pPr indent="0" lvl="0" marL="0" rtl="0" algn="ctr">
              <a:lnSpc>
                <a:spcPct val="115000"/>
              </a:lnSpc>
              <a:spcBef>
                <a:spcPts val="1000"/>
              </a:spcBef>
              <a:spcAft>
                <a:spcPts val="0"/>
              </a:spcAft>
              <a:buNone/>
            </a:pPr>
            <a:r>
              <a:rPr b="1" lang="es" sz="2200">
                <a:solidFill>
                  <a:schemeClr val="accent1"/>
                </a:solidFill>
                <a:latin typeface="Courier New"/>
                <a:ea typeface="Courier New"/>
                <a:cs typeface="Courier New"/>
                <a:sym typeface="Courier New"/>
              </a:rPr>
              <a:t>$ ln -s archivo.txt nuevo_nombre.txt</a:t>
            </a:r>
            <a:endParaRPr sz="2200"/>
          </a:p>
          <a:p>
            <a:pPr indent="0" lvl="0" marL="0" rtl="0" algn="just">
              <a:lnSpc>
                <a:spcPct val="115000"/>
              </a:lnSpc>
              <a:spcBef>
                <a:spcPts val="1000"/>
              </a:spcBef>
              <a:spcAft>
                <a:spcPts val="0"/>
              </a:spcAft>
              <a:buNone/>
            </a:pPr>
            <a:r>
              <a:rPr lang="es" sz="2200"/>
              <a:t>a los ficheros ubicados en el directorio:</a:t>
            </a:r>
            <a:endParaRPr sz="2200"/>
          </a:p>
          <a:p>
            <a:pPr indent="0" lvl="0" marL="0" rtl="0" algn="ctr">
              <a:lnSpc>
                <a:spcPct val="115000"/>
              </a:lnSpc>
              <a:spcBef>
                <a:spcPts val="1000"/>
              </a:spcBef>
              <a:spcAft>
                <a:spcPts val="0"/>
              </a:spcAft>
              <a:buNone/>
            </a:pPr>
            <a:r>
              <a:rPr b="1" lang="es" sz="2200">
                <a:solidFill>
                  <a:schemeClr val="accent1"/>
                </a:solidFill>
                <a:latin typeface="Courier New"/>
                <a:ea typeface="Courier New"/>
                <a:cs typeface="Courier New"/>
                <a:sym typeface="Courier New"/>
              </a:rPr>
              <a:t>/etc/apache2/mods-available</a:t>
            </a:r>
            <a:endParaRPr b="1" sz="2200">
              <a:solidFill>
                <a:schemeClr val="accent1"/>
              </a:solidFill>
              <a:latin typeface="Courier New"/>
              <a:ea typeface="Courier New"/>
              <a:cs typeface="Courier New"/>
              <a:sym typeface="Courier New"/>
            </a:endParaRPr>
          </a:p>
          <a:p>
            <a:pPr indent="0" lvl="0" marL="0" rtl="0" algn="ctr">
              <a:lnSpc>
                <a:spcPct val="115000"/>
              </a:lnSpc>
              <a:spcBef>
                <a:spcPts val="1000"/>
              </a:spcBef>
              <a:spcAft>
                <a:spcPts val="0"/>
              </a:spcAft>
              <a:buNone/>
            </a:pPr>
            <a:r>
              <a:t/>
            </a:r>
            <a:endParaRPr b="1" sz="1800">
              <a:solidFill>
                <a:schemeClr val="accent1"/>
              </a:solidFill>
              <a:latin typeface="Courier New"/>
              <a:ea typeface="Courier New"/>
              <a:cs typeface="Courier New"/>
              <a:sym typeface="Courier New"/>
            </a:endParaRPr>
          </a:p>
          <a:p>
            <a:pPr indent="0" lvl="0" marL="0" rtl="0" algn="l">
              <a:spcBef>
                <a:spcPts val="1000"/>
              </a:spcBef>
              <a:spcAft>
                <a:spcPts val="0"/>
              </a:spcAft>
              <a:buNone/>
            </a:pPr>
            <a:r>
              <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457200" y="-106362"/>
            <a:ext cx="8229600" cy="1143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Módulos en Apache2</a:t>
            </a:r>
            <a:endParaRPr/>
          </a:p>
        </p:txBody>
      </p:sp>
      <p:sp>
        <p:nvSpPr>
          <p:cNvPr id="143" name="Google Shape;143;p24"/>
          <p:cNvSpPr txBox="1"/>
          <p:nvPr>
            <p:ph idx="1" type="body"/>
          </p:nvPr>
        </p:nvSpPr>
        <p:spPr>
          <a:xfrm>
            <a:off x="457200" y="1066150"/>
            <a:ext cx="8229600" cy="5508000"/>
          </a:xfrm>
          <a:prstGeom prst="rect">
            <a:avLst/>
          </a:prstGeom>
        </p:spPr>
        <p:txBody>
          <a:bodyPr anchorCtr="0" anchor="t" bIns="91425" lIns="91425" spcFirstLastPara="1" rIns="91425" wrap="square" tIns="91425">
            <a:noAutofit/>
          </a:bodyPr>
          <a:lstStyle/>
          <a:p>
            <a:pPr indent="0" lvl="0" marL="0" rtl="0" algn="just">
              <a:lnSpc>
                <a:spcPct val="115000"/>
              </a:lnSpc>
              <a:spcBef>
                <a:spcPts val="600"/>
              </a:spcBef>
              <a:spcAft>
                <a:spcPts val="0"/>
              </a:spcAft>
              <a:buNone/>
            </a:pPr>
            <a:r>
              <a:t/>
            </a:r>
            <a:endParaRPr sz="2200"/>
          </a:p>
          <a:p>
            <a:pPr indent="0" lvl="0" marL="0" rtl="0" algn="just">
              <a:lnSpc>
                <a:spcPct val="115000"/>
              </a:lnSpc>
              <a:spcBef>
                <a:spcPts val="1000"/>
              </a:spcBef>
              <a:spcAft>
                <a:spcPts val="0"/>
              </a:spcAft>
              <a:buClr>
                <a:schemeClr val="dk1"/>
              </a:buClr>
              <a:buSzPts val="1100"/>
              <a:buFont typeface="Arial"/>
              <a:buNone/>
            </a:pPr>
            <a:r>
              <a:rPr lang="es" sz="2200"/>
              <a:t>Para mostrar los paquetes disponibles en los repositorios de Ubuntu que permiten instalar módulos adicionales:</a:t>
            </a:r>
            <a:endParaRPr sz="2200"/>
          </a:p>
          <a:p>
            <a:pPr indent="0" lvl="0" marL="0" rtl="0" algn="ctr">
              <a:lnSpc>
                <a:spcPct val="115000"/>
              </a:lnSpc>
              <a:spcBef>
                <a:spcPts val="1000"/>
              </a:spcBef>
              <a:spcAft>
                <a:spcPts val="0"/>
              </a:spcAft>
              <a:buNone/>
            </a:pPr>
            <a:r>
              <a:rPr b="1" lang="es" sz="2200">
                <a:solidFill>
                  <a:schemeClr val="accent1"/>
                </a:solidFill>
                <a:latin typeface="Courier New"/>
                <a:ea typeface="Courier New"/>
                <a:cs typeface="Courier New"/>
                <a:sym typeface="Courier New"/>
              </a:rPr>
              <a:t>$ sudo apt search libapache2-mod</a:t>
            </a:r>
            <a:endParaRPr b="1" sz="2200">
              <a:solidFill>
                <a:schemeClr val="accent1"/>
              </a:solidFill>
              <a:latin typeface="Courier New"/>
              <a:ea typeface="Courier New"/>
              <a:cs typeface="Courier New"/>
              <a:sym typeface="Courier New"/>
            </a:endParaRPr>
          </a:p>
          <a:p>
            <a:pPr indent="0" lvl="0" marL="0" rtl="0" algn="l">
              <a:lnSpc>
                <a:spcPct val="115000"/>
              </a:lnSpc>
              <a:spcBef>
                <a:spcPts val="1000"/>
              </a:spcBef>
              <a:spcAft>
                <a:spcPts val="0"/>
              </a:spcAft>
              <a:buNone/>
            </a:pPr>
            <a:r>
              <a:rPr lang="es" sz="2200">
                <a:solidFill>
                  <a:srgbClr val="000000"/>
                </a:solidFill>
              </a:rPr>
              <a:t>Para habilitar un módulo:</a:t>
            </a:r>
            <a:endParaRPr sz="2200">
              <a:solidFill>
                <a:srgbClr val="000000"/>
              </a:solidFill>
            </a:endParaRPr>
          </a:p>
          <a:p>
            <a:pPr indent="0" lvl="0" marL="0" rtl="0" algn="ctr">
              <a:lnSpc>
                <a:spcPct val="115000"/>
              </a:lnSpc>
              <a:spcBef>
                <a:spcPts val="1000"/>
              </a:spcBef>
              <a:spcAft>
                <a:spcPts val="0"/>
              </a:spcAft>
              <a:buNone/>
            </a:pPr>
            <a:r>
              <a:rPr b="1" lang="es" sz="2200">
                <a:solidFill>
                  <a:schemeClr val="accent1"/>
                </a:solidFill>
                <a:latin typeface="Courier New"/>
                <a:ea typeface="Courier New"/>
                <a:cs typeface="Courier New"/>
                <a:sym typeface="Courier New"/>
              </a:rPr>
              <a:t>$ sudo a2enmod nombre_del_modulo</a:t>
            </a:r>
            <a:endParaRPr b="1" sz="2200">
              <a:solidFill>
                <a:schemeClr val="accent1"/>
              </a:solidFill>
              <a:latin typeface="Courier New"/>
              <a:ea typeface="Courier New"/>
              <a:cs typeface="Courier New"/>
              <a:sym typeface="Courier New"/>
            </a:endParaRPr>
          </a:p>
          <a:p>
            <a:pPr indent="0" lvl="0" marL="0" rtl="0" algn="l">
              <a:lnSpc>
                <a:spcPct val="115000"/>
              </a:lnSpc>
              <a:spcBef>
                <a:spcPts val="1000"/>
              </a:spcBef>
              <a:spcAft>
                <a:spcPts val="0"/>
              </a:spcAft>
              <a:buNone/>
            </a:pPr>
            <a:r>
              <a:rPr lang="es" sz="2200">
                <a:solidFill>
                  <a:srgbClr val="000000"/>
                </a:solidFill>
              </a:rPr>
              <a:t>Para deshabilitar un módulo:</a:t>
            </a:r>
            <a:endParaRPr sz="2200">
              <a:solidFill>
                <a:srgbClr val="000000"/>
              </a:solidFill>
            </a:endParaRPr>
          </a:p>
          <a:p>
            <a:pPr indent="0" lvl="0" marL="0" rtl="0" algn="ctr">
              <a:lnSpc>
                <a:spcPct val="115000"/>
              </a:lnSpc>
              <a:spcBef>
                <a:spcPts val="1000"/>
              </a:spcBef>
              <a:spcAft>
                <a:spcPts val="0"/>
              </a:spcAft>
              <a:buNone/>
            </a:pPr>
            <a:r>
              <a:rPr b="1" lang="es" sz="2200">
                <a:solidFill>
                  <a:schemeClr val="accent1"/>
                </a:solidFill>
                <a:latin typeface="Courier New"/>
                <a:ea typeface="Courier New"/>
                <a:cs typeface="Courier New"/>
                <a:sym typeface="Courier New"/>
              </a:rPr>
              <a:t>$ sudo a2dismod nombre_del_modulo</a:t>
            </a:r>
            <a:endParaRPr sz="2200">
              <a:solidFill>
                <a:srgbClr val="000000"/>
              </a:solidFill>
            </a:endParaRPr>
          </a:p>
          <a:p>
            <a:pPr indent="0" lvl="0" marL="0" rtl="0" algn="l">
              <a:lnSpc>
                <a:spcPct val="115000"/>
              </a:lnSpc>
              <a:spcBef>
                <a:spcPts val="1000"/>
              </a:spcBef>
              <a:spcAft>
                <a:spcPts val="1000"/>
              </a:spcAft>
              <a:buClr>
                <a:schemeClr val="dk1"/>
              </a:buClr>
              <a:buSzPts val="1100"/>
              <a:buFont typeface="Arial"/>
              <a:buNone/>
            </a:pPr>
            <a:r>
              <a:rPr lang="es" sz="2200">
                <a:solidFill>
                  <a:srgbClr val="000000"/>
                </a:solidFill>
              </a:rPr>
              <a:t>Para que los cambios surtan efecto se debe reiniciar el servidor.</a:t>
            </a:r>
            <a:endParaRPr sz="220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457200" y="-106362"/>
            <a:ext cx="8229600" cy="1143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Apache seguro con SSL</a:t>
            </a:r>
            <a:endParaRPr/>
          </a:p>
        </p:txBody>
      </p:sp>
      <p:sp>
        <p:nvSpPr>
          <p:cNvPr id="149" name="Google Shape;149;p25"/>
          <p:cNvSpPr txBox="1"/>
          <p:nvPr>
            <p:ph idx="1" type="body"/>
          </p:nvPr>
        </p:nvSpPr>
        <p:spPr>
          <a:xfrm>
            <a:off x="457200" y="1066150"/>
            <a:ext cx="8229600" cy="5508000"/>
          </a:xfrm>
          <a:prstGeom prst="rect">
            <a:avLst/>
          </a:prstGeom>
        </p:spPr>
        <p:txBody>
          <a:bodyPr anchorCtr="0" anchor="t" bIns="91425" lIns="91425" spcFirstLastPara="1" rIns="91425" wrap="square" tIns="91425">
            <a:noAutofit/>
          </a:bodyPr>
          <a:lstStyle/>
          <a:p>
            <a:pPr indent="-330200" lvl="0" marL="457200" rtl="0" algn="l">
              <a:lnSpc>
                <a:spcPct val="100000"/>
              </a:lnSpc>
              <a:spcBef>
                <a:spcPts val="1000"/>
              </a:spcBef>
              <a:spcAft>
                <a:spcPts val="0"/>
              </a:spcAft>
              <a:buSzPts val="1600"/>
              <a:buChar char="●"/>
            </a:pPr>
            <a:r>
              <a:rPr lang="es"/>
              <a:t>Crea una clave privada R.SA de 2048 bit, Figura 4.118:</a:t>
            </a:r>
            <a:endParaRPr/>
          </a:p>
          <a:p>
            <a:pPr indent="-317500" lvl="1" marL="914400" rtl="0" algn="l">
              <a:lnSpc>
                <a:spcPct val="100000"/>
              </a:lnSpc>
              <a:spcBef>
                <a:spcPts val="1000"/>
              </a:spcBef>
              <a:spcAft>
                <a:spcPts val="0"/>
              </a:spcAft>
              <a:buSzPts val="1400"/>
              <a:buFont typeface="Courier New"/>
              <a:buChar char="○"/>
            </a:pPr>
            <a:r>
              <a:rPr b="1" lang="es" sz="1400">
                <a:latin typeface="Courier New"/>
                <a:ea typeface="Courier New"/>
                <a:cs typeface="Courier New"/>
                <a:sym typeface="Courier New"/>
              </a:rPr>
              <a:t>openssl genrsa -out seguro.key 2048 </a:t>
            </a:r>
            <a:endParaRPr b="1" sz="1400">
              <a:latin typeface="Courier New"/>
              <a:ea typeface="Courier New"/>
              <a:cs typeface="Courier New"/>
              <a:sym typeface="Courier New"/>
            </a:endParaRPr>
          </a:p>
          <a:p>
            <a:pPr indent="-330200" lvl="0" marL="457200" rtl="0" algn="l">
              <a:lnSpc>
                <a:spcPct val="100000"/>
              </a:lnSpc>
              <a:spcBef>
                <a:spcPts val="1000"/>
              </a:spcBef>
              <a:spcAft>
                <a:spcPts val="0"/>
              </a:spcAft>
              <a:buSzPts val="1600"/>
              <a:buChar char="●"/>
            </a:pPr>
            <a:r>
              <a:rPr lang="es"/>
              <a:t>Genera una solicitud de certificado (CSR., Certificate Signing Request):</a:t>
            </a:r>
            <a:endParaRPr/>
          </a:p>
          <a:p>
            <a:pPr indent="-317500" lvl="1" marL="914400" rtl="0" algn="l">
              <a:lnSpc>
                <a:spcPct val="100000"/>
              </a:lnSpc>
              <a:spcBef>
                <a:spcPts val="1000"/>
              </a:spcBef>
              <a:spcAft>
                <a:spcPts val="0"/>
              </a:spcAft>
              <a:buSzPts val="1400"/>
              <a:buFont typeface="Courier New"/>
              <a:buChar char="○"/>
            </a:pPr>
            <a:r>
              <a:rPr b="1" lang="es" sz="1400">
                <a:latin typeface="Courier New"/>
                <a:ea typeface="Courier New"/>
                <a:cs typeface="Courier New"/>
                <a:sym typeface="Courier New"/>
              </a:rPr>
              <a:t>openssl req -new -key seguro.key -out seguro.csr </a:t>
            </a:r>
            <a:endParaRPr b="1">
              <a:latin typeface="Courier New"/>
              <a:ea typeface="Courier New"/>
              <a:cs typeface="Courier New"/>
              <a:sym typeface="Courier New"/>
            </a:endParaRPr>
          </a:p>
          <a:p>
            <a:pPr indent="-330200" lvl="0" marL="457200" rtl="0" algn="just">
              <a:lnSpc>
                <a:spcPct val="100000"/>
              </a:lnSpc>
              <a:spcBef>
                <a:spcPts val="1000"/>
              </a:spcBef>
              <a:spcAft>
                <a:spcPts val="0"/>
              </a:spcAft>
              <a:buSzPts val="1600"/>
              <a:buChar char="●"/>
            </a:pPr>
            <a:r>
              <a:rPr lang="es"/>
              <a:t> Crea el certificado digital autofirmado usando la clave privada, Figura 4.120:</a:t>
            </a:r>
            <a:endParaRPr/>
          </a:p>
          <a:p>
            <a:pPr indent="-304800" lvl="1" marL="914400" rtl="0" algn="l">
              <a:lnSpc>
                <a:spcPct val="100000"/>
              </a:lnSpc>
              <a:spcBef>
                <a:spcPts val="1000"/>
              </a:spcBef>
              <a:spcAft>
                <a:spcPts val="0"/>
              </a:spcAft>
              <a:buSzPts val="1200"/>
              <a:buFont typeface="Courier New"/>
              <a:buChar char="○"/>
            </a:pPr>
            <a:r>
              <a:rPr b="1" lang="es" sz="1200">
                <a:latin typeface="Courier New"/>
                <a:ea typeface="Courier New"/>
                <a:cs typeface="Courier New"/>
                <a:sym typeface="Courier New"/>
              </a:rPr>
              <a:t>openssl x509 -req -days 365 -in seguro.csr -signkey seguro.key -out seguro.crt</a:t>
            </a:r>
            <a:endParaRPr b="1" sz="1200">
              <a:latin typeface="Courier New"/>
              <a:ea typeface="Courier New"/>
              <a:cs typeface="Courier New"/>
              <a:sym typeface="Courier New"/>
            </a:endParaRPr>
          </a:p>
          <a:p>
            <a:pPr indent="-330200" lvl="0" marL="457200" rtl="0" algn="just">
              <a:lnSpc>
                <a:spcPct val="100000"/>
              </a:lnSpc>
              <a:spcBef>
                <a:spcPts val="1000"/>
              </a:spcBef>
              <a:spcAft>
                <a:spcPts val="0"/>
              </a:spcAft>
              <a:buSzPts val="1600"/>
              <a:buChar char="●"/>
            </a:pPr>
            <a:r>
              <a:rPr lang="es"/>
              <a:t>Copia la clave y el certificado en los directorios que utiliza por defecto Apache y configura los permisos adecuados. </a:t>
            </a:r>
            <a:endParaRPr/>
          </a:p>
          <a:p>
            <a:pPr indent="-317500" lvl="1" marL="914400" rtl="0" algn="just">
              <a:lnSpc>
                <a:spcPct val="100000"/>
              </a:lnSpc>
              <a:spcBef>
                <a:spcPts val="1000"/>
              </a:spcBef>
              <a:spcAft>
                <a:spcPts val="0"/>
              </a:spcAft>
              <a:buSzPts val="1400"/>
              <a:buFont typeface="Courier New"/>
              <a:buChar char="○"/>
            </a:pPr>
            <a:r>
              <a:rPr b="1" lang="es" sz="1400">
                <a:latin typeface="Courier New"/>
                <a:ea typeface="Courier New"/>
                <a:cs typeface="Courier New"/>
                <a:sym typeface="Courier New"/>
              </a:rPr>
              <a:t>sudo mv seguro.key /etc/ssl/private/ </a:t>
            </a:r>
            <a:endParaRPr b="1" sz="1400">
              <a:latin typeface="Courier New"/>
              <a:ea typeface="Courier New"/>
              <a:cs typeface="Courier New"/>
              <a:sym typeface="Courier New"/>
            </a:endParaRPr>
          </a:p>
          <a:p>
            <a:pPr indent="-317500" lvl="1" marL="914400" rtl="0" algn="just">
              <a:lnSpc>
                <a:spcPct val="100000"/>
              </a:lnSpc>
              <a:spcBef>
                <a:spcPts val="1000"/>
              </a:spcBef>
              <a:spcAft>
                <a:spcPts val="0"/>
              </a:spcAft>
              <a:buSzPts val="1400"/>
              <a:buFont typeface="Courier New"/>
              <a:buChar char="○"/>
            </a:pPr>
            <a:r>
              <a:rPr b="1" lang="es" sz="1400">
                <a:latin typeface="Courier New"/>
                <a:ea typeface="Courier New"/>
                <a:cs typeface="Courier New"/>
                <a:sym typeface="Courier New"/>
              </a:rPr>
              <a:t>sudo </a:t>
            </a:r>
            <a:r>
              <a:rPr b="1" lang="es" sz="1400">
                <a:latin typeface="Courier New"/>
                <a:ea typeface="Courier New"/>
                <a:cs typeface="Courier New"/>
                <a:sym typeface="Courier New"/>
              </a:rPr>
              <a:t>mv seguro.crt /etc/ssl/certs/</a:t>
            </a:r>
            <a:r>
              <a:rPr b="1" lang="es" sz="1400">
                <a:latin typeface="Courier New"/>
                <a:ea typeface="Courier New"/>
                <a:cs typeface="Courier New"/>
                <a:sym typeface="Courier New"/>
              </a:rPr>
              <a:t> </a:t>
            </a:r>
            <a:endParaRPr b="1" sz="1400">
              <a:latin typeface="Courier New"/>
              <a:ea typeface="Courier New"/>
              <a:cs typeface="Courier New"/>
              <a:sym typeface="Courier New"/>
            </a:endParaRPr>
          </a:p>
          <a:p>
            <a:pPr indent="-317500" lvl="1" marL="914400" rtl="0" algn="just">
              <a:lnSpc>
                <a:spcPct val="100000"/>
              </a:lnSpc>
              <a:spcBef>
                <a:spcPts val="1000"/>
              </a:spcBef>
              <a:spcAft>
                <a:spcPts val="0"/>
              </a:spcAft>
              <a:buSzPts val="1400"/>
              <a:buFont typeface="Courier New"/>
              <a:buChar char="○"/>
            </a:pPr>
            <a:r>
              <a:rPr b="1" lang="es" sz="1400">
                <a:latin typeface="Courier New"/>
                <a:ea typeface="Courier New"/>
                <a:cs typeface="Courier New"/>
                <a:sym typeface="Courier New"/>
              </a:rPr>
              <a:t>sudo chown root:ssl-cert /etc/ssl/private/seguro.key </a:t>
            </a:r>
            <a:endParaRPr b="1" sz="1400">
              <a:latin typeface="Courier New"/>
              <a:ea typeface="Courier New"/>
              <a:cs typeface="Courier New"/>
              <a:sym typeface="Courier New"/>
            </a:endParaRPr>
          </a:p>
          <a:p>
            <a:pPr indent="-317500" lvl="1" marL="914400" rtl="0" algn="just">
              <a:lnSpc>
                <a:spcPct val="100000"/>
              </a:lnSpc>
              <a:spcBef>
                <a:spcPts val="1000"/>
              </a:spcBef>
              <a:spcAft>
                <a:spcPts val="0"/>
              </a:spcAft>
              <a:buSzPts val="1400"/>
              <a:buFont typeface="Courier New"/>
              <a:buChar char="○"/>
            </a:pPr>
            <a:r>
              <a:rPr b="1" lang="es" sz="1400">
                <a:latin typeface="Courier New"/>
                <a:ea typeface="Courier New"/>
                <a:cs typeface="Courier New"/>
                <a:sym typeface="Courier New"/>
              </a:rPr>
              <a:t>sudo chmod 640 /etc/ssl/private/seguro.key </a:t>
            </a:r>
            <a:endParaRPr b="1" sz="1400">
              <a:latin typeface="Courier New"/>
              <a:ea typeface="Courier New"/>
              <a:cs typeface="Courier New"/>
              <a:sym typeface="Courier New"/>
            </a:endParaRPr>
          </a:p>
          <a:p>
            <a:pPr indent="-317500" lvl="1" marL="914400" rtl="0" algn="just">
              <a:lnSpc>
                <a:spcPct val="100000"/>
              </a:lnSpc>
              <a:spcBef>
                <a:spcPts val="1000"/>
              </a:spcBef>
              <a:spcAft>
                <a:spcPts val="0"/>
              </a:spcAft>
              <a:buSzPts val="1400"/>
              <a:buFont typeface="Courier New"/>
              <a:buChar char="○"/>
            </a:pPr>
            <a:r>
              <a:rPr b="1" lang="es" sz="1400">
                <a:latin typeface="Courier New"/>
                <a:ea typeface="Courier New"/>
                <a:cs typeface="Courier New"/>
                <a:sym typeface="Courier New"/>
              </a:rPr>
              <a:t>sudo chown root:root /etc/ssl/certs/seguro.crt</a:t>
            </a:r>
            <a:endParaRPr b="1" sz="1400">
              <a:latin typeface="Courier New"/>
              <a:ea typeface="Courier New"/>
              <a:cs typeface="Courier New"/>
              <a:sym typeface="Courier New"/>
            </a:endParaRPr>
          </a:p>
          <a:p>
            <a:pPr indent="-330200" lvl="0" marL="457200" rtl="0" algn="just">
              <a:lnSpc>
                <a:spcPct val="100000"/>
              </a:lnSpc>
              <a:spcBef>
                <a:spcPts val="1000"/>
              </a:spcBef>
              <a:spcAft>
                <a:spcPts val="0"/>
              </a:spcAft>
              <a:buSzPts val="1600"/>
              <a:buChar char="●"/>
            </a:pPr>
            <a:r>
              <a:rPr lang="es"/>
              <a:t>Habilita el sitio seguro:</a:t>
            </a:r>
            <a:endParaRPr b="1" sz="1400"/>
          </a:p>
          <a:p>
            <a:pPr indent="-317500" lvl="1" marL="914400" rtl="0" algn="just">
              <a:lnSpc>
                <a:spcPct val="100000"/>
              </a:lnSpc>
              <a:spcBef>
                <a:spcPts val="1000"/>
              </a:spcBef>
              <a:spcAft>
                <a:spcPts val="0"/>
              </a:spcAft>
              <a:buSzPts val="1400"/>
              <a:buChar char="○"/>
            </a:pPr>
            <a:r>
              <a:rPr b="1" lang="es" sz="1400">
                <a:latin typeface="Courier New"/>
                <a:ea typeface="Courier New"/>
                <a:cs typeface="Courier New"/>
                <a:sym typeface="Courier New"/>
              </a:rPr>
              <a:t>sudo a2ensite seguro</a:t>
            </a:r>
            <a:endParaRPr b="1" sz="1400">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457200" y="-106362"/>
            <a:ext cx="8229600" cy="1143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Ejemplo sitio seguro</a:t>
            </a:r>
            <a:endParaRPr/>
          </a:p>
        </p:txBody>
      </p:sp>
      <p:sp>
        <p:nvSpPr>
          <p:cNvPr id="155" name="Google Shape;155;p26"/>
          <p:cNvSpPr txBox="1"/>
          <p:nvPr>
            <p:ph idx="1" type="body"/>
          </p:nvPr>
        </p:nvSpPr>
        <p:spPr>
          <a:xfrm>
            <a:off x="457200" y="1066150"/>
            <a:ext cx="8229600" cy="55080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Clr>
                <a:schemeClr val="dk1"/>
              </a:buClr>
              <a:buSzPts val="1100"/>
              <a:buFont typeface="Arial"/>
              <a:buNone/>
            </a:pPr>
            <a:r>
              <a:rPr lang="es" sz="1400">
                <a:latin typeface="Courier New"/>
                <a:ea typeface="Courier New"/>
                <a:cs typeface="Courier New"/>
                <a:sym typeface="Courier New"/>
              </a:rPr>
              <a:t>&lt;IfModule mod_ssl.c&gt;</a:t>
            </a:r>
            <a:endParaRPr sz="1400">
              <a:latin typeface="Courier New"/>
              <a:ea typeface="Courier New"/>
              <a:cs typeface="Courier New"/>
              <a:sym typeface="Courier New"/>
            </a:endParaRPr>
          </a:p>
          <a:p>
            <a:pPr indent="457200" lvl="0" marL="457200" rtl="0" algn="l">
              <a:spcBef>
                <a:spcPts val="1000"/>
              </a:spcBef>
              <a:spcAft>
                <a:spcPts val="0"/>
              </a:spcAft>
              <a:buNone/>
            </a:pPr>
            <a:r>
              <a:rPr lang="es" sz="1400">
                <a:latin typeface="Courier New"/>
                <a:ea typeface="Courier New"/>
                <a:cs typeface="Courier New"/>
                <a:sym typeface="Courier New"/>
              </a:rPr>
              <a:t>&lt;VirtualHost *:</a:t>
            </a:r>
            <a:r>
              <a:rPr b="1" lang="es" sz="1400">
                <a:latin typeface="Courier New"/>
                <a:ea typeface="Courier New"/>
                <a:cs typeface="Courier New"/>
                <a:sym typeface="Courier New"/>
              </a:rPr>
              <a:t>443</a:t>
            </a:r>
            <a:r>
              <a:rPr lang="es" sz="1400">
                <a:latin typeface="Courier New"/>
                <a:ea typeface="Courier New"/>
                <a:cs typeface="Courier New"/>
                <a:sym typeface="Courier New"/>
              </a:rPr>
              <a:t>&gt;</a:t>
            </a:r>
            <a:endParaRPr sz="1400">
              <a:latin typeface="Courier New"/>
              <a:ea typeface="Courier New"/>
              <a:cs typeface="Courier New"/>
              <a:sym typeface="Courier New"/>
            </a:endParaRPr>
          </a:p>
          <a:p>
            <a:pPr indent="0" lvl="0" marL="0" rtl="0" algn="l">
              <a:spcBef>
                <a:spcPts val="1000"/>
              </a:spcBef>
              <a:spcAft>
                <a:spcPts val="0"/>
              </a:spcAft>
              <a:buClr>
                <a:schemeClr val="dk1"/>
              </a:buClr>
              <a:buSzPts val="1100"/>
              <a:buFont typeface="Arial"/>
              <a:buNone/>
            </a:pPr>
            <a:r>
              <a:rPr lang="es" sz="1400">
                <a:latin typeface="Courier New"/>
                <a:ea typeface="Courier New"/>
                <a:cs typeface="Courier New"/>
                <a:sym typeface="Courier New"/>
              </a:rPr>
              <a:t>				ServerName </a:t>
            </a:r>
            <a:r>
              <a:rPr lang="es" sz="1400" u="sng">
                <a:solidFill>
                  <a:schemeClr val="hlink"/>
                </a:solidFill>
                <a:latin typeface="Courier New"/>
                <a:ea typeface="Courier New"/>
                <a:cs typeface="Courier New"/>
                <a:sym typeface="Courier New"/>
                <a:hlinkClick r:id="rId3"/>
              </a:rPr>
              <a:t>www.seguro.com</a:t>
            </a:r>
            <a:endParaRPr sz="1400">
              <a:latin typeface="Courier New"/>
              <a:ea typeface="Courier New"/>
              <a:cs typeface="Courier New"/>
              <a:sym typeface="Courier New"/>
            </a:endParaRPr>
          </a:p>
          <a:p>
            <a:pPr indent="457200" lvl="0" marL="1371600" rtl="0" algn="l">
              <a:spcBef>
                <a:spcPts val="1000"/>
              </a:spcBef>
              <a:spcAft>
                <a:spcPts val="0"/>
              </a:spcAft>
              <a:buClr>
                <a:schemeClr val="dk1"/>
              </a:buClr>
              <a:buSzPts val="1100"/>
              <a:buFont typeface="Arial"/>
              <a:buNone/>
            </a:pPr>
            <a:r>
              <a:rPr lang="es" sz="1400">
                <a:latin typeface="Courier New"/>
                <a:ea typeface="Courier New"/>
                <a:cs typeface="Courier New"/>
                <a:sym typeface="Courier New"/>
              </a:rPr>
              <a:t>ServerAdmin webmaster@localhost</a:t>
            </a:r>
            <a:endParaRPr sz="1400">
              <a:latin typeface="Courier New"/>
              <a:ea typeface="Courier New"/>
              <a:cs typeface="Courier New"/>
              <a:sym typeface="Courier New"/>
            </a:endParaRPr>
          </a:p>
          <a:p>
            <a:pPr indent="457200" lvl="0" marL="1371600" rtl="0" algn="l">
              <a:spcBef>
                <a:spcPts val="1000"/>
              </a:spcBef>
              <a:spcAft>
                <a:spcPts val="0"/>
              </a:spcAft>
              <a:buClr>
                <a:schemeClr val="dk1"/>
              </a:buClr>
              <a:buSzPts val="1100"/>
              <a:buFont typeface="Arial"/>
              <a:buNone/>
            </a:pPr>
            <a:r>
              <a:rPr lang="es" sz="1400">
                <a:latin typeface="Courier New"/>
                <a:ea typeface="Courier New"/>
                <a:cs typeface="Courier New"/>
                <a:sym typeface="Courier New"/>
              </a:rPr>
              <a:t>DocumentRoot /var/www/seguro</a:t>
            </a:r>
            <a:endParaRPr sz="1400">
              <a:latin typeface="Courier New"/>
              <a:ea typeface="Courier New"/>
              <a:cs typeface="Courier New"/>
              <a:sym typeface="Courier New"/>
            </a:endParaRPr>
          </a:p>
          <a:p>
            <a:pPr indent="457200" lvl="0" marL="1371600" rtl="0" algn="l">
              <a:spcBef>
                <a:spcPts val="1000"/>
              </a:spcBef>
              <a:spcAft>
                <a:spcPts val="0"/>
              </a:spcAft>
              <a:buClr>
                <a:schemeClr val="dk1"/>
              </a:buClr>
              <a:buSzPts val="1100"/>
              <a:buFont typeface="Arial"/>
              <a:buNone/>
            </a:pPr>
            <a:r>
              <a:rPr lang="es" sz="1400">
                <a:latin typeface="Courier New"/>
                <a:ea typeface="Courier New"/>
                <a:cs typeface="Courier New"/>
                <a:sym typeface="Courier New"/>
              </a:rPr>
              <a:t>ErrorLog ${APACHE_LOG_DIR}/errorSeguro.log</a:t>
            </a:r>
            <a:endParaRPr sz="1400">
              <a:latin typeface="Courier New"/>
              <a:ea typeface="Courier New"/>
              <a:cs typeface="Courier New"/>
              <a:sym typeface="Courier New"/>
            </a:endParaRPr>
          </a:p>
          <a:p>
            <a:pPr indent="457200" lvl="0" marL="1371600" rtl="0" algn="l">
              <a:spcBef>
                <a:spcPts val="1000"/>
              </a:spcBef>
              <a:spcAft>
                <a:spcPts val="0"/>
              </a:spcAft>
              <a:buClr>
                <a:schemeClr val="dk1"/>
              </a:buClr>
              <a:buSzPts val="1100"/>
              <a:buFont typeface="Arial"/>
              <a:buNone/>
            </a:pPr>
            <a:r>
              <a:rPr lang="es" sz="1400">
                <a:latin typeface="Courier New"/>
                <a:ea typeface="Courier New"/>
                <a:cs typeface="Courier New"/>
                <a:sym typeface="Courier New"/>
              </a:rPr>
              <a:t>CustomLog ${APACHE_LOG_DIR}/accessSeguro.log combined</a:t>
            </a:r>
            <a:endParaRPr sz="1400">
              <a:latin typeface="Courier New"/>
              <a:ea typeface="Courier New"/>
              <a:cs typeface="Courier New"/>
              <a:sym typeface="Courier New"/>
            </a:endParaRPr>
          </a:p>
          <a:p>
            <a:pPr indent="457200" lvl="0" marL="1371600" rtl="0" algn="l">
              <a:spcBef>
                <a:spcPts val="1000"/>
              </a:spcBef>
              <a:spcAft>
                <a:spcPts val="0"/>
              </a:spcAft>
              <a:buClr>
                <a:schemeClr val="dk1"/>
              </a:buClr>
              <a:buSzPts val="1100"/>
              <a:buFont typeface="Arial"/>
              <a:buNone/>
            </a:pPr>
            <a:r>
              <a:rPr b="1" lang="es" sz="1400">
                <a:latin typeface="Courier New"/>
                <a:ea typeface="Courier New"/>
                <a:cs typeface="Courier New"/>
                <a:sym typeface="Courier New"/>
              </a:rPr>
              <a:t>SSLEngine </a:t>
            </a:r>
            <a:r>
              <a:rPr lang="es" sz="1400">
                <a:latin typeface="Courier New"/>
                <a:ea typeface="Courier New"/>
                <a:cs typeface="Courier New"/>
                <a:sym typeface="Courier New"/>
              </a:rPr>
              <a:t>on</a:t>
            </a:r>
            <a:endParaRPr sz="1400">
              <a:latin typeface="Courier New"/>
              <a:ea typeface="Courier New"/>
              <a:cs typeface="Courier New"/>
              <a:sym typeface="Courier New"/>
            </a:endParaRPr>
          </a:p>
          <a:p>
            <a:pPr indent="457200" lvl="0" marL="1371600" rtl="0" algn="l">
              <a:spcBef>
                <a:spcPts val="1000"/>
              </a:spcBef>
              <a:spcAft>
                <a:spcPts val="0"/>
              </a:spcAft>
              <a:buClr>
                <a:schemeClr val="dk1"/>
              </a:buClr>
              <a:buSzPts val="1100"/>
              <a:buFont typeface="Arial"/>
              <a:buNone/>
            </a:pPr>
            <a:r>
              <a:rPr b="1" lang="es" sz="1400">
                <a:latin typeface="Courier New"/>
                <a:ea typeface="Courier New"/>
                <a:cs typeface="Courier New"/>
                <a:sym typeface="Courier New"/>
              </a:rPr>
              <a:t>SSLCertificateFile </a:t>
            </a:r>
            <a:r>
              <a:rPr lang="es" sz="1400">
                <a:latin typeface="Courier New"/>
                <a:ea typeface="Courier New"/>
                <a:cs typeface="Courier New"/>
                <a:sym typeface="Courier New"/>
              </a:rPr>
              <a:t>     /etc/ssl/certs/seguro.crt</a:t>
            </a:r>
            <a:endParaRPr sz="1400">
              <a:latin typeface="Courier New"/>
              <a:ea typeface="Courier New"/>
              <a:cs typeface="Courier New"/>
              <a:sym typeface="Courier New"/>
            </a:endParaRPr>
          </a:p>
          <a:p>
            <a:pPr indent="457200" lvl="0" marL="1371600" rtl="0" algn="l">
              <a:spcBef>
                <a:spcPts val="1000"/>
              </a:spcBef>
              <a:spcAft>
                <a:spcPts val="0"/>
              </a:spcAft>
              <a:buClr>
                <a:schemeClr val="dk1"/>
              </a:buClr>
              <a:buSzPts val="1100"/>
              <a:buFont typeface="Arial"/>
              <a:buNone/>
            </a:pPr>
            <a:r>
              <a:rPr b="1" lang="es" sz="1400">
                <a:latin typeface="Courier New"/>
                <a:ea typeface="Courier New"/>
                <a:cs typeface="Courier New"/>
                <a:sym typeface="Courier New"/>
              </a:rPr>
              <a:t>SSLCertificateKeyFile </a:t>
            </a:r>
            <a:r>
              <a:rPr lang="es" sz="1400">
                <a:latin typeface="Courier New"/>
                <a:ea typeface="Courier New"/>
                <a:cs typeface="Courier New"/>
                <a:sym typeface="Courier New"/>
              </a:rPr>
              <a:t>/etc/ssl/private/seguro.key</a:t>
            </a:r>
            <a:endParaRPr sz="1400">
              <a:latin typeface="Courier New"/>
              <a:ea typeface="Courier New"/>
              <a:cs typeface="Courier New"/>
              <a:sym typeface="Courier New"/>
            </a:endParaRPr>
          </a:p>
          <a:p>
            <a:pPr indent="457200" lvl="0" marL="1371600" rtl="0" algn="l">
              <a:spcBef>
                <a:spcPts val="1000"/>
              </a:spcBef>
              <a:spcAft>
                <a:spcPts val="0"/>
              </a:spcAft>
              <a:buClr>
                <a:schemeClr val="dk1"/>
              </a:buClr>
              <a:buSzPts val="1100"/>
              <a:buFont typeface="Arial"/>
              <a:buNone/>
            </a:pPr>
            <a:r>
              <a:rPr lang="es" sz="900">
                <a:latin typeface="Courier New"/>
                <a:ea typeface="Courier New"/>
                <a:cs typeface="Courier New"/>
                <a:sym typeface="Courier New"/>
              </a:rPr>
              <a:t>&lt;FilesMatch "\.(cgi|shtml|phtml|php)$"&gt;</a:t>
            </a:r>
            <a:endParaRPr sz="900">
              <a:latin typeface="Courier New"/>
              <a:ea typeface="Courier New"/>
              <a:cs typeface="Courier New"/>
              <a:sym typeface="Courier New"/>
            </a:endParaRPr>
          </a:p>
          <a:p>
            <a:pPr indent="0" lvl="0" marL="0" rtl="0" algn="l">
              <a:spcBef>
                <a:spcPts val="1000"/>
              </a:spcBef>
              <a:spcAft>
                <a:spcPts val="0"/>
              </a:spcAft>
              <a:buClr>
                <a:schemeClr val="dk1"/>
              </a:buClr>
              <a:buSzPts val="1100"/>
              <a:buFont typeface="Arial"/>
              <a:buNone/>
            </a:pPr>
            <a:r>
              <a:rPr lang="es" sz="900">
                <a:latin typeface="Courier New"/>
                <a:ea typeface="Courier New"/>
                <a:cs typeface="Courier New"/>
                <a:sym typeface="Courier New"/>
              </a:rPr>
              <a:t>                                SSLOptions +StdEnvVars</a:t>
            </a:r>
            <a:endParaRPr sz="900">
              <a:latin typeface="Courier New"/>
              <a:ea typeface="Courier New"/>
              <a:cs typeface="Courier New"/>
              <a:sym typeface="Courier New"/>
            </a:endParaRPr>
          </a:p>
          <a:p>
            <a:pPr indent="0" lvl="0" marL="0" rtl="0" algn="l">
              <a:spcBef>
                <a:spcPts val="1000"/>
              </a:spcBef>
              <a:spcAft>
                <a:spcPts val="0"/>
              </a:spcAft>
              <a:buClr>
                <a:schemeClr val="dk1"/>
              </a:buClr>
              <a:buSzPts val="1100"/>
              <a:buFont typeface="Arial"/>
              <a:buNone/>
            </a:pPr>
            <a:r>
              <a:rPr lang="es" sz="900">
                <a:latin typeface="Courier New"/>
                <a:ea typeface="Courier New"/>
                <a:cs typeface="Courier New"/>
                <a:sym typeface="Courier New"/>
              </a:rPr>
              <a:t>                		&lt;/FilesMatch&gt;</a:t>
            </a:r>
            <a:endParaRPr sz="900">
              <a:latin typeface="Courier New"/>
              <a:ea typeface="Courier New"/>
              <a:cs typeface="Courier New"/>
              <a:sym typeface="Courier New"/>
            </a:endParaRPr>
          </a:p>
          <a:p>
            <a:pPr indent="457200" lvl="0" marL="1371600" rtl="0" algn="l">
              <a:spcBef>
                <a:spcPts val="1000"/>
              </a:spcBef>
              <a:spcAft>
                <a:spcPts val="0"/>
              </a:spcAft>
              <a:buClr>
                <a:schemeClr val="dk1"/>
              </a:buClr>
              <a:buSzPts val="1100"/>
              <a:buFont typeface="Arial"/>
              <a:buNone/>
            </a:pPr>
            <a:r>
              <a:rPr lang="es" sz="900">
                <a:latin typeface="Courier New"/>
                <a:ea typeface="Courier New"/>
                <a:cs typeface="Courier New"/>
                <a:sym typeface="Courier New"/>
              </a:rPr>
              <a:t>&lt;Directory /usr/lib/cgi-bin&gt;</a:t>
            </a:r>
            <a:endParaRPr sz="900">
              <a:latin typeface="Courier New"/>
              <a:ea typeface="Courier New"/>
              <a:cs typeface="Courier New"/>
              <a:sym typeface="Courier New"/>
            </a:endParaRPr>
          </a:p>
          <a:p>
            <a:pPr indent="0" lvl="0" marL="0" rtl="0" algn="l">
              <a:spcBef>
                <a:spcPts val="1000"/>
              </a:spcBef>
              <a:spcAft>
                <a:spcPts val="0"/>
              </a:spcAft>
              <a:buClr>
                <a:schemeClr val="dk1"/>
              </a:buClr>
              <a:buSzPts val="1100"/>
              <a:buFont typeface="Arial"/>
              <a:buNone/>
            </a:pPr>
            <a:r>
              <a:rPr lang="es" sz="900">
                <a:latin typeface="Courier New"/>
                <a:ea typeface="Courier New"/>
                <a:cs typeface="Courier New"/>
                <a:sym typeface="Courier New"/>
              </a:rPr>
              <a:t>                           	SSLOptions +StdEnvVars</a:t>
            </a:r>
            <a:endParaRPr sz="900">
              <a:latin typeface="Courier New"/>
              <a:ea typeface="Courier New"/>
              <a:cs typeface="Courier New"/>
              <a:sym typeface="Courier New"/>
            </a:endParaRPr>
          </a:p>
          <a:p>
            <a:pPr indent="457200" lvl="0" marL="1371600" rtl="0" algn="l">
              <a:spcBef>
                <a:spcPts val="1000"/>
              </a:spcBef>
              <a:spcAft>
                <a:spcPts val="0"/>
              </a:spcAft>
              <a:buClr>
                <a:schemeClr val="dk1"/>
              </a:buClr>
              <a:buSzPts val="1100"/>
              <a:buFont typeface="Arial"/>
              <a:buNone/>
            </a:pPr>
            <a:r>
              <a:rPr lang="es" sz="900">
                <a:latin typeface="Courier New"/>
                <a:ea typeface="Courier New"/>
                <a:cs typeface="Courier New"/>
                <a:sym typeface="Courier New"/>
              </a:rPr>
              <a:t>&lt;/Directory&gt;</a:t>
            </a:r>
            <a:endParaRPr sz="900">
              <a:latin typeface="Courier New"/>
              <a:ea typeface="Courier New"/>
              <a:cs typeface="Courier New"/>
              <a:sym typeface="Courier New"/>
            </a:endParaRPr>
          </a:p>
          <a:p>
            <a:pPr indent="457200" lvl="0" marL="457200" rtl="0" algn="l">
              <a:spcBef>
                <a:spcPts val="1000"/>
              </a:spcBef>
              <a:spcAft>
                <a:spcPts val="0"/>
              </a:spcAft>
              <a:buClr>
                <a:schemeClr val="dk1"/>
              </a:buClr>
              <a:buSzPts val="1100"/>
              <a:buFont typeface="Arial"/>
              <a:buNone/>
            </a:pPr>
            <a:r>
              <a:rPr lang="es" sz="900">
                <a:latin typeface="Courier New"/>
                <a:ea typeface="Courier New"/>
                <a:cs typeface="Courier New"/>
                <a:sym typeface="Courier New"/>
              </a:rPr>
              <a:t>&lt;/VirtualHost&gt;</a:t>
            </a:r>
            <a:endParaRPr sz="900">
              <a:latin typeface="Courier New"/>
              <a:ea typeface="Courier New"/>
              <a:cs typeface="Courier New"/>
              <a:sym typeface="Courier New"/>
            </a:endParaRPr>
          </a:p>
          <a:p>
            <a:pPr indent="0" lvl="0" marL="0" rtl="0" algn="l">
              <a:spcBef>
                <a:spcPts val="1000"/>
              </a:spcBef>
              <a:spcAft>
                <a:spcPts val="0"/>
              </a:spcAft>
              <a:buClr>
                <a:schemeClr val="dk1"/>
              </a:buClr>
              <a:buSzPts val="1100"/>
              <a:buFont typeface="Arial"/>
              <a:buNone/>
            </a:pPr>
            <a:r>
              <a:rPr lang="es" sz="900">
                <a:latin typeface="Courier New"/>
                <a:ea typeface="Courier New"/>
                <a:cs typeface="Courier New"/>
                <a:sym typeface="Courier New"/>
              </a:rPr>
              <a:t>&lt;/IfModule&gt;</a:t>
            </a:r>
            <a:endParaRPr sz="900">
              <a:latin typeface="Courier New"/>
              <a:ea typeface="Courier New"/>
              <a:cs typeface="Courier New"/>
              <a:sym typeface="Courier New"/>
            </a:endParaRPr>
          </a:p>
          <a:p>
            <a:pPr indent="0" lvl="0" marL="0" rtl="0" algn="l">
              <a:spcBef>
                <a:spcPts val="1000"/>
              </a:spcBef>
              <a:spcAft>
                <a:spcPts val="1000"/>
              </a:spcAft>
              <a:buNone/>
            </a:pPr>
            <a:r>
              <a:t/>
            </a:r>
            <a:endParaRPr sz="1800">
              <a:latin typeface="Courier New"/>
              <a:ea typeface="Courier New"/>
              <a:cs typeface="Courier New"/>
              <a:sym typeface="Courier New"/>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Custom 218">
      <a:dk1>
        <a:srgbClr val="000000"/>
      </a:dk1>
      <a:lt1>
        <a:srgbClr val="FFFFFF"/>
      </a:lt1>
      <a:dk2>
        <a:srgbClr val="5B595A"/>
      </a:dk2>
      <a:lt2>
        <a:srgbClr val="CFD4D4"/>
      </a:lt2>
      <a:accent1>
        <a:srgbClr val="CC0202"/>
      </a:accent1>
      <a:accent2>
        <a:srgbClr val="228AFF"/>
      </a:accent2>
      <a:accent3>
        <a:srgbClr val="FBC82F"/>
      </a:accent3>
      <a:accent4>
        <a:srgbClr val="253E91"/>
      </a:accent4>
      <a:accent5>
        <a:srgbClr val="F68D0C"/>
      </a:accent5>
      <a:accent6>
        <a:srgbClr val="257E12"/>
      </a:accent6>
      <a:hlink>
        <a:srgbClr val="144C72"/>
      </a:hlink>
      <a:folHlink>
        <a:srgbClr val="8C9D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