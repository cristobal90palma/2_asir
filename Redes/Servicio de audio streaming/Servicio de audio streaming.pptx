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60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6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7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0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6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6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9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2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9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6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100.24.225.67/public/horberlin" TargetMode="External"/><Relationship Id="rId2" Type="http://schemas.openxmlformats.org/officeDocument/2006/relationships/hyperlink" Target="http://im07.institutodh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100.24.225.67/public/vicecityradio" TargetMode="External"/><Relationship Id="rId4" Type="http://schemas.openxmlformats.org/officeDocument/2006/relationships/hyperlink" Target="https://100.24.225.67/public/mojinosescozio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m07.institutodh.net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100.24.225.67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44DFB53-C7FE-4BC7-BA96-83262BE09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3A1BC-FBDB-71E3-C509-EA0456456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204" y="866124"/>
            <a:ext cx="9334500" cy="771845"/>
          </a:xfrm>
        </p:spPr>
        <p:txBody>
          <a:bodyPr>
            <a:normAutofit/>
          </a:bodyPr>
          <a:lstStyle/>
          <a:p>
            <a:r>
              <a:rPr lang="es-ES" sz="3200" dirty="0" err="1"/>
              <a:t>Ampache</a:t>
            </a:r>
            <a:r>
              <a:rPr lang="es-ES" sz="3200" dirty="0"/>
              <a:t> &amp; </a:t>
            </a:r>
            <a:r>
              <a:rPr lang="es-ES" sz="3200" dirty="0" err="1"/>
              <a:t>Azuracast</a:t>
            </a:r>
            <a:endParaRPr lang="en-US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B365FB-F9E1-16D9-D81A-BCFBFEC13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204" y="1955591"/>
            <a:ext cx="3667593" cy="1301341"/>
          </a:xfrm>
        </p:spPr>
        <p:txBody>
          <a:bodyPr>
            <a:normAutofit/>
          </a:bodyPr>
          <a:lstStyle/>
          <a:p>
            <a:r>
              <a:rPr lang="es-ES" sz="1600" b="1" dirty="0"/>
              <a:t>Servicio de </a:t>
            </a:r>
            <a:r>
              <a:rPr lang="es-ES" sz="1600" b="1" dirty="0" err="1"/>
              <a:t>Streaming</a:t>
            </a:r>
            <a:r>
              <a:rPr lang="es-ES" sz="1600" b="1" dirty="0"/>
              <a:t> de</a:t>
            </a:r>
          </a:p>
          <a:p>
            <a:r>
              <a:rPr lang="es-ES" sz="1600" b="1" dirty="0"/>
              <a:t>Audio</a:t>
            </a:r>
            <a:r>
              <a:rPr lang="en-US" sz="1600" b="1" dirty="0"/>
              <a:t> </a:t>
            </a:r>
            <a:r>
              <a:rPr lang="en-US" sz="1600" b="1" dirty="0" err="1"/>
              <a:t>sobre</a:t>
            </a:r>
            <a:r>
              <a:rPr lang="en-US" sz="1600" b="1" dirty="0"/>
              <a:t> AWS EC2</a:t>
            </a:r>
            <a:endParaRPr lang="es-ES" sz="1600" b="1" dirty="0"/>
          </a:p>
          <a:p>
            <a:endParaRPr lang="en-US" sz="1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6E939959-A323-57A3-48AB-4DD5F9C9EC5F}"/>
              </a:ext>
            </a:extLst>
          </p:cNvPr>
          <p:cNvSpPr txBox="1">
            <a:spLocks/>
          </p:cNvSpPr>
          <p:nvPr/>
        </p:nvSpPr>
        <p:spPr>
          <a:xfrm>
            <a:off x="1158552" y="4575854"/>
            <a:ext cx="9334500" cy="1083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1" dirty="0"/>
              <a:t>Servicios de red e internet</a:t>
            </a:r>
          </a:p>
          <a:p>
            <a:r>
              <a:rPr lang="es-ES" sz="1600" b="1" dirty="0"/>
              <a:t>Cristóbal Suárez abad</a:t>
            </a:r>
            <a:endParaRPr lang="en-US" sz="16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4D6B11-0BD8-F067-188A-138EA22BA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15476"/>
            <a:ext cx="5311983" cy="32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69856FA0-3852-D003-5B88-83C2F7BD4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199" y="4241820"/>
            <a:ext cx="4771584" cy="130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FF665-DEAB-AA50-2544-A161C91A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Enlaces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362933-47D9-FA8B-8E06-D77FE44C2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057400"/>
            <a:ext cx="7764780" cy="4137259"/>
          </a:xfrm>
        </p:spPr>
        <p:txBody>
          <a:bodyPr/>
          <a:lstStyle/>
          <a:p>
            <a:r>
              <a:rPr lang="en-US" sz="2400" b="1" dirty="0" err="1"/>
              <a:t>Ampache</a:t>
            </a:r>
            <a:endParaRPr lang="en-US" sz="2400" b="1" dirty="0"/>
          </a:p>
          <a:p>
            <a:r>
              <a:rPr lang="en-US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http://im07.institutodh.net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</a:p>
          <a:p>
            <a:r>
              <a:rPr lang="en-US" b="1" dirty="0"/>
              <a:t>Users: </a:t>
            </a:r>
            <a:r>
              <a:rPr lang="en-US" b="1" dirty="0" err="1"/>
              <a:t>diego</a:t>
            </a:r>
            <a:r>
              <a:rPr lang="en-US" b="1" dirty="0"/>
              <a:t> y </a:t>
            </a:r>
            <a:r>
              <a:rPr lang="en-US" b="1" dirty="0" err="1"/>
              <a:t>el</a:t>
            </a:r>
            <a:r>
              <a:rPr lang="en-US" b="1" dirty="0"/>
              <a:t> resto, </a:t>
            </a:r>
            <a:r>
              <a:rPr lang="en-US" b="1" dirty="0" err="1"/>
              <a:t>vuestro</a:t>
            </a:r>
            <a:r>
              <a:rPr lang="en-US" b="1" dirty="0"/>
              <a:t> primer </a:t>
            </a:r>
            <a:r>
              <a:rPr lang="en-US" b="1" dirty="0" err="1"/>
              <a:t>apellido</a:t>
            </a:r>
            <a:r>
              <a:rPr lang="en-US" b="1" dirty="0"/>
              <a:t> (</a:t>
            </a:r>
            <a:r>
              <a:rPr lang="en-US" b="1" dirty="0" err="1"/>
              <a:t>minúscula</a:t>
            </a:r>
            <a:r>
              <a:rPr lang="en-US" b="1" dirty="0"/>
              <a:t> y sin tilde)</a:t>
            </a:r>
          </a:p>
          <a:p>
            <a:r>
              <a:rPr lang="en-US" b="1" dirty="0"/>
              <a:t>Pass: 12345</a:t>
            </a:r>
          </a:p>
          <a:p>
            <a:r>
              <a:rPr lang="en-US" sz="2400" b="1" dirty="0" err="1"/>
              <a:t>Emisoras</a:t>
            </a:r>
            <a:r>
              <a:rPr lang="en-US" sz="2400" b="1" dirty="0"/>
              <a:t> </a:t>
            </a:r>
            <a:r>
              <a:rPr lang="en-US" sz="2400" b="1" dirty="0" err="1"/>
              <a:t>públicas</a:t>
            </a:r>
            <a:endParaRPr lang="en-US" sz="2400" b="1" dirty="0"/>
          </a:p>
          <a:p>
            <a:r>
              <a:rPr lang="en-US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https://100.24.225.67/public/horberlin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https://100.24.225.67/public/mojinosescozios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  <a:p>
            <a:r>
              <a:rPr lang="en-US" b="1" dirty="0">
                <a:solidFill>
                  <a:srgbClr val="FF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https://100.24.225.67/public/vicecityradio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94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F337A-C5F5-07CE-0E2B-68ED0C36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Preparación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310B53-CEAE-8BA8-B775-266532E70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057400"/>
            <a:ext cx="9350266" cy="4137259"/>
          </a:xfrm>
        </p:spPr>
        <p:txBody>
          <a:bodyPr/>
          <a:lstStyle/>
          <a:p>
            <a:r>
              <a:rPr lang="es-ES" b="1" dirty="0"/>
              <a:t>EC2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Selecciona la instancia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Security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Security </a:t>
            </a:r>
            <a:r>
              <a:rPr lang="es-ES" b="1" dirty="0" err="1"/>
              <a:t>Groups</a:t>
            </a:r>
            <a:r>
              <a:rPr lang="es-ES" b="1" dirty="0"/>
              <a:t> </a:t>
            </a:r>
            <a:r>
              <a:rPr lang="es-ES" b="1" dirty="0">
                <a:sym typeface="Wingdings" panose="05000000000000000000" pitchFamily="2" charset="2"/>
              </a:rPr>
              <a:t></a:t>
            </a:r>
            <a:r>
              <a:rPr lang="es-ES" b="1" dirty="0"/>
              <a:t> </a:t>
            </a:r>
            <a:r>
              <a:rPr lang="es-ES" b="1" dirty="0" err="1"/>
              <a:t>Inbound</a:t>
            </a:r>
            <a:r>
              <a:rPr lang="es-ES" b="1" dirty="0"/>
              <a:t>/</a:t>
            </a:r>
            <a:r>
              <a:rPr lang="es-ES" b="1" dirty="0" err="1"/>
              <a:t>Outbound</a:t>
            </a:r>
            <a:r>
              <a:rPr lang="es-ES" b="1" dirty="0"/>
              <a:t> Rules.</a:t>
            </a:r>
          </a:p>
          <a:p>
            <a:r>
              <a:rPr lang="es-ES" b="1" dirty="0" err="1"/>
              <a:t>Ampache</a:t>
            </a:r>
            <a:r>
              <a:rPr lang="es-ES" b="1" dirty="0"/>
              <a:t>: 80</a:t>
            </a:r>
          </a:p>
          <a:p>
            <a:r>
              <a:rPr lang="es-ES" b="1" dirty="0" err="1"/>
              <a:t>Azuracast</a:t>
            </a:r>
            <a:r>
              <a:rPr lang="es-ES" b="1" dirty="0"/>
              <a:t>: 80, 443, </a:t>
            </a:r>
            <a:r>
              <a:rPr lang="es-ES" b="1" dirty="0">
                <a:solidFill>
                  <a:srgbClr val="FF0000"/>
                </a:solidFill>
              </a:rPr>
              <a:t>2022, 8000 - 8496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9508522-9130-8BAE-602D-97FE5CD381B4}"/>
              </a:ext>
            </a:extLst>
          </p:cNvPr>
          <p:cNvSpPr txBox="1">
            <a:spLocks/>
          </p:cNvSpPr>
          <p:nvPr/>
        </p:nvSpPr>
        <p:spPr>
          <a:xfrm>
            <a:off x="1638298" y="3530184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Instalar paquetes</a:t>
            </a:r>
            <a:endParaRPr lang="en-U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9522E93-36AC-2039-EA50-B5B4CD7624E4}"/>
              </a:ext>
            </a:extLst>
          </p:cNvPr>
          <p:cNvSpPr txBox="1">
            <a:spLocks/>
          </p:cNvSpPr>
          <p:nvPr/>
        </p:nvSpPr>
        <p:spPr>
          <a:xfrm>
            <a:off x="1638298" y="4602480"/>
            <a:ext cx="8008620" cy="1569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Instalar Docker y Docker </a:t>
            </a:r>
            <a:r>
              <a:rPr lang="es-ES" b="1" dirty="0" err="1"/>
              <a:t>Compose</a:t>
            </a:r>
            <a:r>
              <a:rPr lang="es-ES" b="1" dirty="0"/>
              <a:t>:</a:t>
            </a:r>
          </a:p>
          <a:p>
            <a:r>
              <a:rPr lang="en-US" b="1" dirty="0"/>
              <a:t>apt update &amp;&amp; apt install docker.io -y &amp;&amp; apt install docker-compose-v2 -y</a:t>
            </a:r>
            <a:endParaRPr lang="es-ES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48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71405-D057-19AB-8341-B8A024BD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779" y="361872"/>
            <a:ext cx="8915402" cy="1371600"/>
          </a:xfrm>
        </p:spPr>
        <p:txBody>
          <a:bodyPr/>
          <a:lstStyle/>
          <a:p>
            <a:r>
              <a:rPr lang="es-ES" dirty="0"/>
              <a:t>Instalación: </a:t>
            </a:r>
            <a:r>
              <a:rPr lang="es-ES" dirty="0" err="1"/>
              <a:t>Ampache</a:t>
            </a:r>
            <a:endParaRPr lang="en-U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8787A9A-7A56-F716-3280-4C0834D17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920" y="1583103"/>
            <a:ext cx="4672560" cy="4913025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s-ES" dirty="0"/>
              <a:t>Creamos un directorio para </a:t>
            </a:r>
            <a:r>
              <a:rPr lang="es-ES" dirty="0" err="1"/>
              <a:t>ampache</a:t>
            </a:r>
            <a:r>
              <a:rPr lang="es-ES" dirty="0"/>
              <a:t> y nos posicionamos en el:</a:t>
            </a:r>
            <a:endParaRPr lang="en-US" dirty="0"/>
          </a:p>
          <a:p>
            <a:r>
              <a:rPr lang="es-ES" b="1" dirty="0" err="1"/>
              <a:t>mkdir</a:t>
            </a:r>
            <a:r>
              <a:rPr lang="es-ES" b="1" dirty="0"/>
              <a:t> /</a:t>
            </a:r>
            <a:r>
              <a:rPr lang="es-ES" b="1" dirty="0" err="1"/>
              <a:t>ampache</a:t>
            </a:r>
            <a:endParaRPr lang="en-US" b="1" dirty="0"/>
          </a:p>
          <a:p>
            <a:r>
              <a:rPr lang="es-ES" b="1" dirty="0"/>
              <a:t>cd /</a:t>
            </a:r>
            <a:r>
              <a:rPr lang="es-ES" b="1" dirty="0" err="1"/>
              <a:t>ampache</a:t>
            </a:r>
            <a:endParaRPr lang="en-US" b="1" dirty="0"/>
          </a:p>
          <a:p>
            <a:pPr lvl="0"/>
            <a:r>
              <a:rPr lang="es-ES" dirty="0"/>
              <a:t>Creamos directorios para más adelante mapear las partes más importantes del contenedor:</a:t>
            </a:r>
            <a:endParaRPr lang="en-US" dirty="0"/>
          </a:p>
          <a:p>
            <a:r>
              <a:rPr lang="es-ES" b="1" dirty="0" err="1"/>
              <a:t>mkdir</a:t>
            </a:r>
            <a:r>
              <a:rPr lang="es-ES" b="1" dirty="0"/>
              <a:t> -p data/{</a:t>
            </a:r>
            <a:r>
              <a:rPr lang="es-ES" b="1" dirty="0" err="1"/>
              <a:t>config,log,media,mysql</a:t>
            </a:r>
            <a:r>
              <a:rPr lang="es-ES" b="1" dirty="0"/>
              <a:t>}</a:t>
            </a:r>
            <a:endParaRPr lang="en-US" b="1" dirty="0"/>
          </a:p>
          <a:p>
            <a:pPr lvl="0"/>
            <a:r>
              <a:rPr lang="es-ES" dirty="0"/>
              <a:t>Le damos permisos a esos directorios al usuario “www-data”:</a:t>
            </a:r>
            <a:endParaRPr lang="en-US" dirty="0"/>
          </a:p>
          <a:p>
            <a:r>
              <a:rPr lang="en-US" b="1" dirty="0" err="1"/>
              <a:t>chown</a:t>
            </a:r>
            <a:r>
              <a:rPr lang="en-US" b="1" dirty="0"/>
              <a:t> </a:t>
            </a:r>
            <a:r>
              <a:rPr lang="en-US" b="1" dirty="0" err="1"/>
              <a:t>www-data:www-data</a:t>
            </a:r>
            <a:r>
              <a:rPr lang="en-US" b="1" dirty="0"/>
              <a:t> ./data/config -R</a:t>
            </a:r>
          </a:p>
          <a:p>
            <a:r>
              <a:rPr lang="en-US" b="1" dirty="0" err="1"/>
              <a:t>chown</a:t>
            </a:r>
            <a:r>
              <a:rPr lang="en-US" b="1" dirty="0"/>
              <a:t> </a:t>
            </a:r>
            <a:r>
              <a:rPr lang="en-US" b="1" dirty="0" err="1"/>
              <a:t>www-data:www-data</a:t>
            </a:r>
            <a:r>
              <a:rPr lang="en-US" b="1" dirty="0"/>
              <a:t> ./data/log -R</a:t>
            </a:r>
          </a:p>
          <a:p>
            <a:r>
              <a:rPr lang="en-US" b="1" dirty="0" err="1"/>
              <a:t>chown</a:t>
            </a:r>
            <a:r>
              <a:rPr lang="en-US" b="1" dirty="0"/>
              <a:t> </a:t>
            </a:r>
            <a:r>
              <a:rPr lang="en-US" b="1" dirty="0" err="1"/>
              <a:t>www-data:www-data</a:t>
            </a:r>
            <a:r>
              <a:rPr lang="en-US" b="1" dirty="0"/>
              <a:t> ./data/media -R</a:t>
            </a:r>
          </a:p>
          <a:p>
            <a:r>
              <a:rPr lang="en-US" b="1" dirty="0" err="1"/>
              <a:t>chown</a:t>
            </a:r>
            <a:r>
              <a:rPr lang="en-US" b="1" dirty="0"/>
              <a:t> </a:t>
            </a:r>
            <a:r>
              <a:rPr lang="en-US" b="1" dirty="0" err="1"/>
              <a:t>www-data:www-data</a:t>
            </a:r>
            <a:r>
              <a:rPr lang="en-US" b="1" dirty="0"/>
              <a:t> ./data/</a:t>
            </a:r>
            <a:r>
              <a:rPr lang="en-US" b="1" dirty="0" err="1"/>
              <a:t>mysql</a:t>
            </a:r>
            <a:r>
              <a:rPr lang="en-US" b="1" dirty="0"/>
              <a:t> -R</a:t>
            </a:r>
          </a:p>
          <a:p>
            <a:endParaRPr lang="en-US" dirty="0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FA436185-ECFA-3EB2-E978-EEF6E24BF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398" y="1339638"/>
            <a:ext cx="4430629" cy="4178724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43E05B4F-9EAC-8AB7-AC92-EA41DCD47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884" y="1932545"/>
            <a:ext cx="3006429" cy="210707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08085F0-4E5A-D0CE-CF6D-AC06D1C07E46}"/>
              </a:ext>
            </a:extLst>
          </p:cNvPr>
          <p:cNvSpPr txBox="1"/>
          <p:nvPr/>
        </p:nvSpPr>
        <p:spPr>
          <a:xfrm>
            <a:off x="6326600" y="768157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docker</a:t>
            </a:r>
            <a:r>
              <a:rPr lang="es-ES" b="1" dirty="0"/>
              <a:t> </a:t>
            </a:r>
            <a:r>
              <a:rPr lang="es-ES" b="1" dirty="0" err="1"/>
              <a:t>compose</a:t>
            </a:r>
            <a:r>
              <a:rPr lang="es-ES" b="1" dirty="0"/>
              <a:t> up -d </a:t>
            </a:r>
            <a:endParaRPr lang="en-US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A2A9053-B57D-33BD-6555-45A0FBA8CB4A}"/>
              </a:ext>
            </a:extLst>
          </p:cNvPr>
          <p:cNvSpPr txBox="1"/>
          <p:nvPr/>
        </p:nvSpPr>
        <p:spPr>
          <a:xfrm>
            <a:off x="6266639" y="5719110"/>
            <a:ext cx="6213422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http://im07.institutodh.net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22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9BAE2-8384-26EC-B57B-75FD1A4E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217383"/>
            <a:ext cx="8915402" cy="1371600"/>
          </a:xfrm>
        </p:spPr>
        <p:txBody>
          <a:bodyPr/>
          <a:lstStyle/>
          <a:p>
            <a:r>
              <a:rPr lang="es-ES" dirty="0"/>
              <a:t>Instalación: </a:t>
            </a:r>
            <a:r>
              <a:rPr lang="es-ES" dirty="0" err="1"/>
              <a:t>Azuracast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39922-789F-9AB2-7BB9-3C91AB7FD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1199214"/>
            <a:ext cx="5152245" cy="5246556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 err="1"/>
              <a:t>mkdir</a:t>
            </a:r>
            <a:r>
              <a:rPr lang="es-ES" b="1" dirty="0"/>
              <a:t> -p /</a:t>
            </a:r>
            <a:r>
              <a:rPr lang="es-ES" b="1" dirty="0" err="1"/>
              <a:t>var</a:t>
            </a:r>
            <a:r>
              <a:rPr lang="es-ES" b="1" dirty="0"/>
              <a:t>/</a:t>
            </a:r>
            <a:r>
              <a:rPr lang="es-ES" b="1" dirty="0" err="1"/>
              <a:t>azuracast</a:t>
            </a:r>
            <a:endParaRPr lang="en-US" dirty="0"/>
          </a:p>
          <a:p>
            <a:r>
              <a:rPr lang="en-US" b="1" dirty="0"/>
              <a:t>cd /var/</a:t>
            </a:r>
            <a:r>
              <a:rPr lang="en-US" b="1" dirty="0" err="1"/>
              <a:t>azuracast</a:t>
            </a:r>
            <a:endParaRPr lang="en-US" dirty="0"/>
          </a:p>
          <a:p>
            <a:r>
              <a:rPr lang="en-US" b="1" dirty="0"/>
              <a:t>curl -</a:t>
            </a:r>
            <a:r>
              <a:rPr lang="en-US" b="1" dirty="0" err="1"/>
              <a:t>fsSL</a:t>
            </a:r>
            <a:r>
              <a:rPr lang="en-US" b="1" dirty="0"/>
              <a:t> https://raw.githubusercontent.com/AzuraCast/AzuraCast/main/docker.sh &gt; docker.sh</a:t>
            </a:r>
            <a:endParaRPr lang="en-US" dirty="0"/>
          </a:p>
          <a:p>
            <a:r>
              <a:rPr lang="en-US" b="1" dirty="0" err="1"/>
              <a:t>chmod</a:t>
            </a:r>
            <a:r>
              <a:rPr lang="en-US" b="1" dirty="0"/>
              <a:t> </a:t>
            </a:r>
            <a:r>
              <a:rPr lang="en-US" b="1" dirty="0" err="1"/>
              <a:t>a+x</a:t>
            </a:r>
            <a:r>
              <a:rPr lang="en-US" b="1" dirty="0"/>
              <a:t> docker.sh</a:t>
            </a:r>
            <a:endParaRPr lang="en-US" dirty="0"/>
          </a:p>
          <a:p>
            <a:r>
              <a:rPr lang="en-US" b="1" dirty="0"/>
              <a:t>yes 'Y' | ./docker.sh setup-release</a:t>
            </a:r>
            <a:endParaRPr lang="en-US" dirty="0"/>
          </a:p>
          <a:p>
            <a:r>
              <a:rPr lang="en-US" dirty="0"/>
              <a:t>“</a:t>
            </a:r>
            <a:r>
              <a:rPr lang="en-US" i="1" dirty="0"/>
              <a:t>Your current release channel is 'Rolling Release'. Switch to 'Stable' release channel? [y/N] You should update the Docker Utility Script after changing release channels. Automatically update it now? [Y/n] New Docker utility script downloaded.</a:t>
            </a:r>
            <a:endParaRPr lang="en-US" dirty="0"/>
          </a:p>
          <a:p>
            <a:r>
              <a:rPr lang="en-US" i="1" dirty="0"/>
              <a:t>You can now re-run any previous command with the updated utility script</a:t>
            </a:r>
            <a:r>
              <a:rPr lang="en-US" dirty="0"/>
              <a:t>.”</a:t>
            </a:r>
          </a:p>
          <a:p>
            <a:r>
              <a:rPr lang="es-ES" b="1" dirty="0"/>
              <a:t>./docker.sh </a:t>
            </a:r>
            <a:r>
              <a:rPr lang="es-ES" b="1" dirty="0" err="1"/>
              <a:t>install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E0C6B0-E9BA-D52C-062A-E64F789DD69B}"/>
              </a:ext>
            </a:extLst>
          </p:cNvPr>
          <p:cNvSpPr txBox="1"/>
          <p:nvPr/>
        </p:nvSpPr>
        <p:spPr>
          <a:xfrm>
            <a:off x="7506329" y="1588983"/>
            <a:ext cx="3285967" cy="398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Durante la instalación te saldrán varias opciones: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Elige idioma (usamos English porque hay más </a:t>
            </a:r>
            <a:r>
              <a:rPr lang="es-E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guias</a:t>
            </a: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s-E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Customize</a:t>
            </a: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ports</a:t>
            </a:r>
            <a:r>
              <a:rPr lang="es-E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En nuestro caso no.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Enable web based docker image updates: En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nuestro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Automatically block common bots and crawlers (yes/no) yes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7FA9F1-0711-27AF-C04E-FF47366B273E}"/>
              </a:ext>
            </a:extLst>
          </p:cNvPr>
          <p:cNvSpPr txBox="1"/>
          <p:nvPr/>
        </p:nvSpPr>
        <p:spPr>
          <a:xfrm>
            <a:off x="7506329" y="557699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https://100.24.225.67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9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E21A5-DD7E-0207-8999-E041772D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801" y="242029"/>
            <a:ext cx="5964514" cy="1371600"/>
          </a:xfrm>
        </p:spPr>
        <p:txBody>
          <a:bodyPr/>
          <a:lstStyle/>
          <a:p>
            <a:r>
              <a:rPr lang="es-ES" dirty="0"/>
              <a:t>Introducir música en </a:t>
            </a:r>
            <a:r>
              <a:rPr lang="es-ES" dirty="0" err="1"/>
              <a:t>Ampache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33F894-0390-A782-D534-349F50E0C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801" y="1613629"/>
            <a:ext cx="5353685" cy="4137259"/>
          </a:xfrm>
        </p:spPr>
        <p:txBody>
          <a:bodyPr/>
          <a:lstStyle/>
          <a:p>
            <a:r>
              <a:rPr lang="es-ES" b="1" dirty="0" err="1"/>
              <a:t>Filezilla</a:t>
            </a:r>
            <a:endParaRPr lang="es-ES" b="1" dirty="0"/>
          </a:p>
          <a:p>
            <a:r>
              <a:rPr lang="es-ES" b="1" dirty="0"/>
              <a:t>Cuidado con los permisos de los directorios, pueden corromper el contenedor.</a:t>
            </a: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DB93B25-EFF8-300C-30FF-A82765579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01" y="3429000"/>
            <a:ext cx="7572012" cy="2788144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EAADC439-220C-AB93-BD58-23AF6572B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127" y="167042"/>
            <a:ext cx="5363323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09819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Encase">
      <a:dk1>
        <a:sysClr val="windowText" lastClr="000000"/>
      </a:dk1>
      <a:lt1>
        <a:sysClr val="window" lastClr="FFFFFF"/>
      </a:lt1>
      <a:dk2>
        <a:srgbClr val="1E2121"/>
      </a:dk2>
      <a:lt2>
        <a:srgbClr val="EFECEB"/>
      </a:lt2>
      <a:accent1>
        <a:srgbClr val="717059"/>
      </a:accent1>
      <a:accent2>
        <a:srgbClr val="B9A17E"/>
      </a:accent2>
      <a:accent3>
        <a:srgbClr val="766752"/>
      </a:accent3>
      <a:accent4>
        <a:srgbClr val="A28578"/>
      </a:accent4>
      <a:accent5>
        <a:srgbClr val="6E736D"/>
      </a:accent5>
      <a:accent6>
        <a:srgbClr val="BE8366"/>
      </a:accent6>
      <a:hlink>
        <a:srgbClr val="B5714F"/>
      </a:hlink>
      <a:folHlink>
        <a:srgbClr val="7B6B4C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431</Words>
  <Application>Microsoft Office PowerPoint</Application>
  <PresentationFormat>Panorámica</PresentationFormat>
  <Paragraphs>52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Avenir Next LT Pro</vt:lpstr>
      <vt:lpstr>Avenir Next LT Pro Light</vt:lpstr>
      <vt:lpstr>Calibri</vt:lpstr>
      <vt:lpstr>Wingdings</vt:lpstr>
      <vt:lpstr>EncaseVTI</vt:lpstr>
      <vt:lpstr>Ampache &amp; Azuracast</vt:lpstr>
      <vt:lpstr>Enlaces</vt:lpstr>
      <vt:lpstr>Preparación</vt:lpstr>
      <vt:lpstr>Instalación: Ampache</vt:lpstr>
      <vt:lpstr>Instalación: Azuracast</vt:lpstr>
      <vt:lpstr>Introducir música en Ampache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UsuarioASIR</cp:lastModifiedBy>
  <cp:revision>41</cp:revision>
  <dcterms:created xsi:type="dcterms:W3CDTF">2026-01-17T21:17:48Z</dcterms:created>
  <dcterms:modified xsi:type="dcterms:W3CDTF">2026-02-05T11:54:26Z</dcterms:modified>
</cp:coreProperties>
</file>